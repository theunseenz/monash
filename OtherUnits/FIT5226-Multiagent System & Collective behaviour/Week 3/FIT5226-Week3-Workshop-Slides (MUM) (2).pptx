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Lst>
  <p:notesMasterIdLst>
    <p:notesMasterId r:id="rId68"/>
  </p:notesMasterIdLst>
  <p:sldIdLst>
    <p:sldId id="257" r:id="rId3"/>
    <p:sldId id="290" r:id="rId4"/>
    <p:sldId id="291" r:id="rId5"/>
    <p:sldId id="292" r:id="rId6"/>
    <p:sldId id="293" r:id="rId7"/>
    <p:sldId id="294" r:id="rId8"/>
    <p:sldId id="295" r:id="rId9"/>
    <p:sldId id="296" r:id="rId10"/>
    <p:sldId id="297" r:id="rId11"/>
    <p:sldId id="298" r:id="rId12"/>
    <p:sldId id="299" r:id="rId13"/>
    <p:sldId id="300" r:id="rId14"/>
    <p:sldId id="301" r:id="rId15"/>
    <p:sldId id="302" r:id="rId16"/>
    <p:sldId id="303" r:id="rId17"/>
    <p:sldId id="304" r:id="rId18"/>
    <p:sldId id="306" r:id="rId19"/>
    <p:sldId id="305" r:id="rId20"/>
    <p:sldId id="307" r:id="rId21"/>
    <p:sldId id="308" r:id="rId22"/>
    <p:sldId id="309" r:id="rId23"/>
    <p:sldId id="346" r:id="rId24"/>
    <p:sldId id="311" r:id="rId25"/>
    <p:sldId id="347" r:id="rId26"/>
    <p:sldId id="348" r:id="rId27"/>
    <p:sldId id="349" r:id="rId28"/>
    <p:sldId id="350" r:id="rId29"/>
    <p:sldId id="351" r:id="rId30"/>
    <p:sldId id="352" r:id="rId31"/>
    <p:sldId id="353" r:id="rId32"/>
    <p:sldId id="354" r:id="rId33"/>
    <p:sldId id="355" r:id="rId34"/>
    <p:sldId id="343" r:id="rId35"/>
    <p:sldId id="284" r:id="rId36"/>
    <p:sldId id="312" r:id="rId37"/>
    <p:sldId id="356" r:id="rId38"/>
    <p:sldId id="314" r:id="rId39"/>
    <p:sldId id="313" r:id="rId40"/>
    <p:sldId id="315" r:id="rId41"/>
    <p:sldId id="357" r:id="rId42"/>
    <p:sldId id="358" r:id="rId43"/>
    <p:sldId id="318" r:id="rId44"/>
    <p:sldId id="316" r:id="rId45"/>
    <p:sldId id="319" r:id="rId46"/>
    <p:sldId id="317" r:id="rId47"/>
    <p:sldId id="320" r:id="rId48"/>
    <p:sldId id="321" r:id="rId49"/>
    <p:sldId id="322" r:id="rId50"/>
    <p:sldId id="323" r:id="rId51"/>
    <p:sldId id="324" r:id="rId52"/>
    <p:sldId id="330" r:id="rId53"/>
    <p:sldId id="325" r:id="rId54"/>
    <p:sldId id="326" r:id="rId55"/>
    <p:sldId id="327" r:id="rId56"/>
    <p:sldId id="329" r:id="rId57"/>
    <p:sldId id="331" r:id="rId58"/>
    <p:sldId id="332" r:id="rId59"/>
    <p:sldId id="333" r:id="rId60"/>
    <p:sldId id="341" r:id="rId61"/>
    <p:sldId id="335" r:id="rId62"/>
    <p:sldId id="336" r:id="rId63"/>
    <p:sldId id="328" r:id="rId64"/>
    <p:sldId id="337" r:id="rId65"/>
    <p:sldId id="345" r:id="rId66"/>
    <p:sldId id="344" r:id="rId67"/>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j-lt"/>
        <a:ea typeface="+mj-ea"/>
        <a:cs typeface="+mj-cs"/>
        <a:sym typeface="Gill Sans"/>
      </a:defRPr>
    </a:lvl1pPr>
    <a:lvl2pPr marL="0" marR="0" indent="34290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j-lt"/>
        <a:ea typeface="+mj-ea"/>
        <a:cs typeface="+mj-cs"/>
        <a:sym typeface="Gill Sans"/>
      </a:defRPr>
    </a:lvl2pPr>
    <a:lvl3pPr marL="0" marR="0" indent="68580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j-lt"/>
        <a:ea typeface="+mj-ea"/>
        <a:cs typeface="+mj-cs"/>
        <a:sym typeface="Gill Sans"/>
      </a:defRPr>
    </a:lvl3pPr>
    <a:lvl4pPr marL="0" marR="0" indent="102870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j-lt"/>
        <a:ea typeface="+mj-ea"/>
        <a:cs typeface="+mj-cs"/>
        <a:sym typeface="Gill Sans"/>
      </a:defRPr>
    </a:lvl4pPr>
    <a:lvl5pPr marL="0" marR="0" indent="137160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j-lt"/>
        <a:ea typeface="+mj-ea"/>
        <a:cs typeface="+mj-cs"/>
        <a:sym typeface="Gill Sans"/>
      </a:defRPr>
    </a:lvl5pPr>
    <a:lvl6pPr marL="0" marR="0" indent="171450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j-lt"/>
        <a:ea typeface="+mj-ea"/>
        <a:cs typeface="+mj-cs"/>
        <a:sym typeface="Gill Sans"/>
      </a:defRPr>
    </a:lvl6pPr>
    <a:lvl7pPr marL="0" marR="0" indent="205740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j-lt"/>
        <a:ea typeface="+mj-ea"/>
        <a:cs typeface="+mj-cs"/>
        <a:sym typeface="Gill Sans"/>
      </a:defRPr>
    </a:lvl7pPr>
    <a:lvl8pPr marL="0" marR="0" indent="240030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j-lt"/>
        <a:ea typeface="+mj-ea"/>
        <a:cs typeface="+mj-cs"/>
        <a:sym typeface="Gill Sans"/>
      </a:defRPr>
    </a:lvl8pPr>
    <a:lvl9pPr marL="0" marR="0" indent="274320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j-lt"/>
        <a:ea typeface="+mj-ea"/>
        <a:cs typeface="+mj-cs"/>
        <a:sym typeface="Gill San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48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8F44A2F1-9E1F-4B54-A3A2-5F16C0AD49E2}" styleName="">
    <a:tblBg/>
    <a:wholeTbl>
      <a:tcTxStyle b="on" i="off">
        <a:fontRef idx="minor">
          <a:srgbClr val="00669D"/>
        </a:fontRef>
        <a:srgbClr val="00669D"/>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n" i="off">
        <a:fontRef idx="minor">
          <a:srgbClr val="00669D"/>
        </a:fontRef>
        <a:srgbClr val="00669D"/>
      </a:tcTxStyle>
      <a:tcStyle>
        <a:tcBdr>
          <a:left>
            <a:ln w="28575"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000000">
              <a:alpha val="25000"/>
            </a:srgbClr>
          </a:solidFill>
        </a:fill>
      </a:tcStyle>
    </a:firstCol>
    <a:lastRow>
      <a:tcTxStyle b="on" i="off">
        <a:fontRef idx="minor">
          <a:srgbClr val="00669D"/>
        </a:fontRef>
        <a:srgbClr val="00669D"/>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28575"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000000">
              <a:alpha val="25000"/>
            </a:srgbClr>
          </a:solidFill>
        </a:fill>
      </a:tcStyle>
    </a:lastRow>
    <a:firstRow>
      <a:tcTxStyle b="on" i="off">
        <a:fontRef idx="minor">
          <a:srgbClr val="00669D"/>
        </a:fontRef>
        <a:srgbClr val="00669D"/>
      </a:tcTxStyle>
      <a:tcStyle>
        <a:tcBdr>
          <a:left>
            <a:ln w="12700" cap="flat">
              <a:solidFill>
                <a:srgbClr val="000000"/>
              </a:solidFill>
              <a:prstDash val="solid"/>
              <a:miter lim="400000"/>
            </a:ln>
          </a:left>
          <a:right>
            <a:ln w="12700" cap="flat">
              <a:solidFill>
                <a:srgbClr val="000000"/>
              </a:solidFill>
              <a:prstDash val="solid"/>
              <a:miter lim="400000"/>
            </a:ln>
          </a:right>
          <a:top>
            <a:ln w="28575"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000000">
              <a:alpha val="25000"/>
            </a:srgbClr>
          </a:solidFill>
        </a:fill>
      </a:tcStyle>
    </a:firstRow>
  </a:tblStyle>
  <a:tblStyle styleId="{D51ADE6A-740E-44AE-83CC-AE7238B6C88D}" styleName="">
    <a:tblBg/>
    <a:wholeTbl>
      <a:tcTxStyle b="off" i="off">
        <a:fontRef idx="major">
          <a:srgbClr val="000000"/>
        </a:fontRef>
        <a:srgbClr val="000000"/>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Ref idx="major">
          <a:srgbClr val="FFFFFF"/>
        </a:fontRef>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Col>
    <a:lastRow>
      <a:tcTxStyle b="off" i="off">
        <a:fontRef idx="major">
          <a:srgbClr val="FFFFFF"/>
        </a:fontRef>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lastRow>
    <a:firstRow>
      <a:tcTxStyle b="off" i="off">
        <a:fontRef idx="major">
          <a:srgbClr val="FFFFFF"/>
        </a:fontRef>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23" autoAdjust="0"/>
    <p:restoredTop sz="57935" autoAdjust="0"/>
  </p:normalViewPr>
  <p:slideViewPr>
    <p:cSldViewPr snapToGrid="0">
      <p:cViewPr varScale="1">
        <p:scale>
          <a:sx n="36" d="100"/>
          <a:sy n="36" d="100"/>
        </p:scale>
        <p:origin x="187"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7" name="Shape 107"/>
          <p:cNvSpPr>
            <a:spLocks noGrp="1" noRot="1" noChangeAspect="1"/>
          </p:cNvSpPr>
          <p:nvPr>
            <p:ph type="sldImg"/>
          </p:nvPr>
        </p:nvSpPr>
        <p:spPr>
          <a:xfrm>
            <a:off x="1143000" y="685800"/>
            <a:ext cx="4572000" cy="3429000"/>
          </a:xfrm>
          <a:prstGeom prst="rect">
            <a:avLst/>
          </a:prstGeom>
        </p:spPr>
        <p:txBody>
          <a:bodyPr/>
          <a:lstStyle/>
          <a:p>
            <a:endParaRPr/>
          </a:p>
        </p:txBody>
      </p:sp>
      <p:sp>
        <p:nvSpPr>
          <p:cNvPr id="108" name="Shape 10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06400" latinLnBrk="0">
      <a:defRPr sz="1400">
        <a:latin typeface="Lucida Grande"/>
        <a:ea typeface="Lucida Grande"/>
        <a:cs typeface="Lucida Grande"/>
        <a:sym typeface="Lucida Grande"/>
      </a:defRPr>
    </a:lvl1pPr>
    <a:lvl2pPr indent="228600" defTabSz="406400" latinLnBrk="0">
      <a:defRPr sz="1400">
        <a:latin typeface="Lucida Grande"/>
        <a:ea typeface="Lucida Grande"/>
        <a:cs typeface="Lucida Grande"/>
        <a:sym typeface="Lucida Grande"/>
      </a:defRPr>
    </a:lvl2pPr>
    <a:lvl3pPr indent="457200" defTabSz="406400" latinLnBrk="0">
      <a:defRPr sz="1400">
        <a:latin typeface="Lucida Grande"/>
        <a:ea typeface="Lucida Grande"/>
        <a:cs typeface="Lucida Grande"/>
        <a:sym typeface="Lucida Grande"/>
      </a:defRPr>
    </a:lvl3pPr>
    <a:lvl4pPr indent="685800" defTabSz="406400" latinLnBrk="0">
      <a:defRPr sz="1400">
        <a:latin typeface="Lucida Grande"/>
        <a:ea typeface="Lucida Grande"/>
        <a:cs typeface="Lucida Grande"/>
        <a:sym typeface="Lucida Grande"/>
      </a:defRPr>
    </a:lvl4pPr>
    <a:lvl5pPr indent="914400" defTabSz="406400" latinLnBrk="0">
      <a:defRPr sz="1400">
        <a:latin typeface="Lucida Grande"/>
        <a:ea typeface="Lucida Grande"/>
        <a:cs typeface="Lucida Grande"/>
        <a:sym typeface="Lucida Grande"/>
      </a:defRPr>
    </a:lvl5pPr>
    <a:lvl6pPr indent="1143000" defTabSz="406400" latinLnBrk="0">
      <a:defRPr sz="1400">
        <a:latin typeface="Lucida Grande"/>
        <a:ea typeface="Lucida Grande"/>
        <a:cs typeface="Lucida Grande"/>
        <a:sym typeface="Lucida Grande"/>
      </a:defRPr>
    </a:lvl6pPr>
    <a:lvl7pPr indent="1371600" defTabSz="406400" latinLnBrk="0">
      <a:defRPr sz="1400">
        <a:latin typeface="Lucida Grande"/>
        <a:ea typeface="Lucida Grande"/>
        <a:cs typeface="Lucida Grande"/>
        <a:sym typeface="Lucida Grande"/>
      </a:defRPr>
    </a:lvl7pPr>
    <a:lvl8pPr indent="1600200" defTabSz="406400" latinLnBrk="0">
      <a:defRPr sz="1400">
        <a:latin typeface="Lucida Grande"/>
        <a:ea typeface="Lucida Grande"/>
        <a:cs typeface="Lucida Grande"/>
        <a:sym typeface="Lucida Grande"/>
      </a:defRPr>
    </a:lvl8pPr>
    <a:lvl9pPr indent="1828800" defTabSz="406400" latinLnBrk="0">
      <a:defRPr sz="1400">
        <a:latin typeface="Lucida Grande"/>
        <a:ea typeface="Lucida Grande"/>
        <a:cs typeface="Lucida Grande"/>
        <a:sym typeface="Lucida Grand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14225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Exploration: during exploration, the agent may select actions with lower immediate rewards, but it aims to gain information about the environment and potentially discover high rewarding actions in the long run.</a:t>
            </a:r>
          </a:p>
          <a:p>
            <a:endParaRPr lang="en-US" dirty="0"/>
          </a:p>
          <a:p>
            <a:r>
              <a:rPr lang="en-US" dirty="0"/>
              <a:t>Exploitation: This strategy involves the agent selecting actions that it believes will maximize immediate rewards based on the information it has gathered so far.</a:t>
            </a:r>
          </a:p>
        </p:txBody>
      </p:sp>
    </p:spTree>
    <p:extLst>
      <p:ext uri="{BB962C8B-B14F-4D97-AF65-F5344CB8AC3E}">
        <p14:creationId xmlns:p14="http://schemas.microsoft.com/office/powerpoint/2010/main" val="3723570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Policy tells me given a certain state what/how to take action. </a:t>
            </a:r>
          </a:p>
        </p:txBody>
      </p:sp>
    </p:spTree>
    <p:extLst>
      <p:ext uri="{BB962C8B-B14F-4D97-AF65-F5344CB8AC3E}">
        <p14:creationId xmlns:p14="http://schemas.microsoft.com/office/powerpoint/2010/main" val="3105287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function: is the cumulative rewards that I am expecting to get. </a:t>
            </a:r>
          </a:p>
          <a:p>
            <a:r>
              <a:rPr lang="en-US" dirty="0"/>
              <a:t>\gamma is a discount factor that depends on the actions that we will make in the future. </a:t>
            </a:r>
          </a:p>
        </p:txBody>
      </p:sp>
    </p:spTree>
    <p:extLst>
      <p:ext uri="{BB962C8B-B14F-4D97-AF65-F5344CB8AC3E}">
        <p14:creationId xmlns:p14="http://schemas.microsoft.com/office/powerpoint/2010/main" val="2673463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am at state s,  and I am taking action a, I will end up in state s’ with this probability. </a:t>
            </a:r>
          </a:p>
        </p:txBody>
      </p:sp>
    </p:spTree>
    <p:extLst>
      <p:ext uri="{BB962C8B-B14F-4D97-AF65-F5344CB8AC3E}">
        <p14:creationId xmlns:p14="http://schemas.microsoft.com/office/powerpoint/2010/main" val="2605385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Agent can be model-based or model-free. It even can contain only policy.</a:t>
            </a:r>
          </a:p>
        </p:txBody>
      </p:sp>
    </p:spTree>
    <p:extLst>
      <p:ext uri="{BB962C8B-B14F-4D97-AF65-F5344CB8AC3E}">
        <p14:creationId xmlns:p14="http://schemas.microsoft.com/office/powerpoint/2010/main" val="1115746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describe the process of how an agent knows in which state it is, we are going to use a mathematical tool called Markov Decision Process. </a:t>
            </a:r>
          </a:p>
          <a:p>
            <a:endParaRPr lang="en-US" dirty="0"/>
          </a:p>
          <a:p>
            <a:r>
              <a:rPr lang="en-US" dirty="0"/>
              <a:t>partially observable environments: The agent does not get all the information all the time.</a:t>
            </a:r>
          </a:p>
          <a:p>
            <a:endParaRPr lang="en-US" dirty="0"/>
          </a:p>
          <a:p>
            <a:pPr marL="285750" indent="-285750">
              <a:buFont typeface="Arial" panose="020B0604020202020204" pitchFamily="34" charset="0"/>
              <a:buChar char="•"/>
            </a:pPr>
            <a:r>
              <a:rPr lang="en-US" dirty="0"/>
              <a:t>Bandits: slot machine game, vending soda machine. </a:t>
            </a:r>
          </a:p>
          <a:p>
            <a:pPr marL="285750" indent="-285750">
              <a:buFont typeface="Arial" panose="020B0604020202020204" pitchFamily="34" charset="0"/>
              <a:buChar char="•"/>
            </a:pPr>
            <a:r>
              <a:rPr lang="en-US" dirty="0"/>
              <a:t>Continuous MDPs: self-driving car (continuous decisions at each time steps – steering angle, acceleration)</a:t>
            </a:r>
          </a:p>
          <a:p>
            <a:pPr marL="285750" indent="-285750">
              <a:buFont typeface="Arial" panose="020B0604020202020204" pitchFamily="34" charset="0"/>
              <a:buChar char="•"/>
            </a:pPr>
            <a:r>
              <a:rPr lang="en-US" dirty="0"/>
              <a:t>Partially observable environment: robot in a multiple room maze. It only knows local information of current position. </a:t>
            </a:r>
          </a:p>
        </p:txBody>
      </p:sp>
    </p:spTree>
    <p:extLst>
      <p:ext uri="{BB962C8B-B14F-4D97-AF65-F5344CB8AC3E}">
        <p14:creationId xmlns:p14="http://schemas.microsoft.com/office/powerpoint/2010/main" val="32240018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only look at single life here. </a:t>
            </a:r>
          </a:p>
          <a:p>
            <a:r>
              <a:rPr lang="en-US" dirty="0"/>
              <a:t>If we have a large population of cats, we many I am likely to find on average in the city, market, shelter, …</a:t>
            </a:r>
          </a:p>
          <a:p>
            <a:endParaRPr lang="en-US" dirty="0"/>
          </a:p>
          <a:p>
            <a:r>
              <a:rPr lang="en-US" dirty="0"/>
              <a:t>The cats are agents. What should I do to get the max accumulative reward? </a:t>
            </a:r>
          </a:p>
        </p:txBody>
      </p:sp>
    </p:spTree>
    <p:extLst>
      <p:ext uri="{BB962C8B-B14F-4D97-AF65-F5344CB8AC3E}">
        <p14:creationId xmlns:p14="http://schemas.microsoft.com/office/powerpoint/2010/main" val="26124515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Markov chains tell us how to move in an environment that we  </a:t>
            </a:r>
            <a:r>
              <a:rPr lang="en-US" dirty="0" err="1"/>
              <a:t>characterised</a:t>
            </a:r>
            <a:r>
              <a:rPr lang="en-US" dirty="0"/>
              <a:t> by states with probabilistic transitions.</a:t>
            </a:r>
          </a:p>
        </p:txBody>
      </p:sp>
    </p:spTree>
    <p:extLst>
      <p:ext uri="{BB962C8B-B14F-4D97-AF65-F5344CB8AC3E}">
        <p14:creationId xmlns:p14="http://schemas.microsoft.com/office/powerpoint/2010/main" val="16557559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Dead is an absorbing state. </a:t>
            </a:r>
          </a:p>
        </p:txBody>
      </p:sp>
    </p:spTree>
    <p:extLst>
      <p:ext uri="{BB962C8B-B14F-4D97-AF65-F5344CB8AC3E}">
        <p14:creationId xmlns:p14="http://schemas.microsoft.com/office/powerpoint/2010/main" val="8090462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Dead is an absorbing state.  </a:t>
            </a:r>
          </a:p>
          <a:p>
            <a:endParaRPr lang="en-US" dirty="0"/>
          </a:p>
          <a:p>
            <a:r>
              <a:rPr lang="en-US" dirty="0"/>
              <a:t>Episodes: Each episode consists of a sequence of time steps. For example, the agent’s interactions with the environment are divided into a distinct set of episodes. Each episode starts from an initial state and proceeds through a series of time steps, and transitions until a terminal state is reached. </a:t>
            </a:r>
          </a:p>
          <a:p>
            <a:endParaRPr lang="en-US" dirty="0"/>
          </a:p>
          <a:p>
            <a:r>
              <a:rPr lang="en-US" dirty="0"/>
              <a:t>No infinity state sequence </a:t>
            </a:r>
          </a:p>
        </p:txBody>
      </p:sp>
    </p:spTree>
    <p:extLst>
      <p:ext uri="{BB962C8B-B14F-4D97-AF65-F5344CB8AC3E}">
        <p14:creationId xmlns:p14="http://schemas.microsoft.com/office/powerpoint/2010/main" val="14787302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discounts make future rewards less important. </a:t>
            </a:r>
          </a:p>
        </p:txBody>
      </p:sp>
    </p:spTree>
    <p:extLst>
      <p:ext uri="{BB962C8B-B14F-4D97-AF65-F5344CB8AC3E}">
        <p14:creationId xmlns:p14="http://schemas.microsoft.com/office/powerpoint/2010/main" val="23366694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am at home I will get a reward of 0.5, if in shelter a lower reward of 0.2, if in city I get better than shelter 0.3, but in market I get really high reward of 0.7. </a:t>
            </a:r>
          </a:p>
        </p:txBody>
      </p:sp>
    </p:spTree>
    <p:extLst>
      <p:ext uri="{BB962C8B-B14F-4D97-AF65-F5344CB8AC3E}">
        <p14:creationId xmlns:p14="http://schemas.microsoft.com/office/powerpoint/2010/main" val="13980825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much reward do I actually gather until then T, what is the expectation? </a:t>
            </a:r>
          </a:p>
          <a:p>
            <a:r>
              <a:rPr lang="en-US" dirty="0"/>
              <a:t>If \gamma is 0, it means I am not caring about future rewards. I am concerned about the current state reward only.</a:t>
            </a:r>
          </a:p>
          <a:p>
            <a:endParaRPr lang="en-US" dirty="0"/>
          </a:p>
          <a:p>
            <a:r>
              <a:rPr lang="en-US" dirty="0"/>
              <a:t>Myopic: focusses on the immediate rewards without considering long-term consequences. </a:t>
            </a:r>
          </a:p>
        </p:txBody>
      </p:sp>
    </p:spTree>
    <p:extLst>
      <p:ext uri="{BB962C8B-B14F-4D97-AF65-F5344CB8AC3E}">
        <p14:creationId xmlns:p14="http://schemas.microsoft.com/office/powerpoint/2010/main" val="9950862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is simply accumulating all rewards, what is the expectation of that, provided I am in a particular policy? The policy is telling me which action to take, and from this action, I know which state I will end up with certain probabilities. </a:t>
            </a:r>
          </a:p>
          <a:p>
            <a:endParaRPr lang="en-US" dirty="0"/>
          </a:p>
          <a:p>
            <a:r>
              <a:rPr lang="en-US" dirty="0"/>
              <a:t>In the cat example, for MRP, we don’t have to worry about that, because we don’t have actions. We have a Markov chain with a transition matrix, so we know the next state. </a:t>
            </a:r>
          </a:p>
        </p:txBody>
      </p:sp>
    </p:spTree>
    <p:extLst>
      <p:ext uri="{BB962C8B-B14F-4D97-AF65-F5344CB8AC3E}">
        <p14:creationId xmlns:p14="http://schemas.microsoft.com/office/powerpoint/2010/main" val="23184934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948707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Shelter = 0.5 + (0.7 * 0.3) = </a:t>
            </a:r>
          </a:p>
        </p:txBody>
      </p:sp>
    </p:spTree>
    <p:extLst>
      <p:ext uri="{BB962C8B-B14F-4D97-AF65-F5344CB8AC3E}">
        <p14:creationId xmlns:p14="http://schemas.microsoft.com/office/powerpoint/2010/main" val="8134061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MDP vs MRP differs only by adding actions A to MDP. </a:t>
            </a:r>
          </a:p>
        </p:txBody>
      </p:sp>
    </p:spTree>
    <p:extLst>
      <p:ext uri="{BB962C8B-B14F-4D97-AF65-F5344CB8AC3E}">
        <p14:creationId xmlns:p14="http://schemas.microsoft.com/office/powerpoint/2010/main" val="7916300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Including two actions (stay or run). The green diamond shapes represent some intermediate node (no agency) so that we can model the process. The other nodes are named decision nodes. </a:t>
            </a:r>
          </a:p>
          <a:p>
            <a:endParaRPr lang="en-US" dirty="0"/>
          </a:p>
          <a:p>
            <a:r>
              <a:rPr lang="en-US" dirty="0"/>
              <a:t>If in shelter, I have no agency, because adoption does not depend on me. You can try to be cute, when people come to see you, but this is not included in the model. </a:t>
            </a:r>
          </a:p>
        </p:txBody>
      </p:sp>
    </p:spTree>
    <p:extLst>
      <p:ext uri="{BB962C8B-B14F-4D97-AF65-F5344CB8AC3E}">
        <p14:creationId xmlns:p14="http://schemas.microsoft.com/office/powerpoint/2010/main" val="20859836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am at state s,  and I am taking action a, I will end up in state s’ with this probability. </a:t>
            </a:r>
          </a:p>
        </p:txBody>
      </p:sp>
    </p:spTree>
    <p:extLst>
      <p:ext uri="{BB962C8B-B14F-4D97-AF65-F5344CB8AC3E}">
        <p14:creationId xmlns:p14="http://schemas.microsoft.com/office/powerpoint/2010/main" val="27762525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types of “value function”, so far we’ve talked about a “state value function”. </a:t>
            </a:r>
          </a:p>
          <a:p>
            <a:endParaRPr lang="en-US" dirty="0"/>
          </a:p>
          <a:p>
            <a:r>
              <a:rPr lang="en-US" dirty="0"/>
              <a:t>The state value function represents the expected cumulative reward an agent can achieve starting from a particular state s and following a certain policy.</a:t>
            </a:r>
          </a:p>
          <a:p>
            <a:endParaRPr lang="en-US" dirty="0"/>
          </a:p>
          <a:p>
            <a:r>
              <a:rPr lang="en-US" dirty="0"/>
              <a:t>The state action value function represents the expected cumulative reward an agent can achieve by taking a specific action a in a particular state s and then following a certain policy.</a:t>
            </a:r>
          </a:p>
        </p:txBody>
      </p:sp>
    </p:spTree>
    <p:extLst>
      <p:ext uri="{BB962C8B-B14F-4D97-AF65-F5344CB8AC3E}">
        <p14:creationId xmlns:p14="http://schemas.microsoft.com/office/powerpoint/2010/main" val="29808534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policy, which says “If I am in a particular state s, I am taking either action (stay/run) with a probability of 0.5”</a:t>
            </a:r>
          </a:p>
          <a:p>
            <a:endParaRPr lang="en-US" dirty="0"/>
          </a:p>
          <a:p>
            <a:r>
              <a:rPr lang="en-US" dirty="0"/>
              <a:t>If I have that policy, it induces Markov chain (transitions) and MRP, and I can calculate my state values.   The state values are 1.70 for being in city, 2.08 in market, and 2.18 in home. </a:t>
            </a:r>
          </a:p>
          <a:p>
            <a:endParaRPr lang="en-US" dirty="0"/>
          </a:p>
          <a:p>
            <a:r>
              <a:rPr lang="en-US" dirty="0"/>
              <a:t>How to compute these state values? Next … </a:t>
            </a:r>
          </a:p>
        </p:txBody>
      </p:sp>
    </p:spTree>
    <p:extLst>
      <p:ext uri="{BB962C8B-B14F-4D97-AF65-F5344CB8AC3E}">
        <p14:creationId xmlns:p14="http://schemas.microsoft.com/office/powerpoint/2010/main" val="17124480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is simply accumulating all rewards, what is the expectation of that, provided I am in a particular policy? The policy is telling me which action to take, and from this action, I know which state I will end up with certain probabilities. </a:t>
            </a:r>
          </a:p>
          <a:p>
            <a:endParaRPr lang="en-US" dirty="0"/>
          </a:p>
          <a:p>
            <a:r>
              <a:rPr lang="en-US" dirty="0"/>
              <a:t>In the cat example, for MRP, we don’t have to worry about that, because we don’t have actions. We have a Markov chain with a transition matrix, so we know the next state. </a:t>
            </a:r>
          </a:p>
        </p:txBody>
      </p:sp>
    </p:spTree>
    <p:extLst>
      <p:ext uri="{BB962C8B-B14F-4D97-AF65-F5344CB8AC3E}">
        <p14:creationId xmlns:p14="http://schemas.microsoft.com/office/powerpoint/2010/main" val="11954255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Bellman equation is used to solve MDPs by providing a recursive relationship between the state value (or state-action value) and the values of its successor state. </a:t>
            </a:r>
          </a:p>
          <a:p>
            <a:endParaRPr lang="en-US" dirty="0"/>
          </a:p>
          <a:p>
            <a:r>
              <a:rPr lang="en-US" dirty="0"/>
              <a:t>We use the Bellman equation for Policy Evaluation and Policy improvement. In other words, how do we find the right policy, and how do we maximize it? </a:t>
            </a:r>
          </a:p>
        </p:txBody>
      </p:sp>
    </p:spTree>
    <p:extLst>
      <p:ext uri="{BB962C8B-B14F-4D97-AF65-F5344CB8AC3E}">
        <p14:creationId xmlns:p14="http://schemas.microsoft.com/office/powerpoint/2010/main" val="16352729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Bellman equation is used to solve MDPs by providing a recursive relationship between the state value (or state-action value) and the values of its successor state. </a:t>
            </a:r>
          </a:p>
          <a:p>
            <a:endParaRPr lang="en-US" dirty="0"/>
          </a:p>
          <a:p>
            <a:r>
              <a:rPr lang="en-US" dirty="0"/>
              <a:t>We use the Bellman equation for Policy Evaluation and Policy improvement. In other words, how do we find the right policy, and how do we maximize it? </a:t>
            </a:r>
          </a:p>
        </p:txBody>
      </p:sp>
    </p:spTree>
    <p:extLst>
      <p:ext uri="{BB962C8B-B14F-4D97-AF65-F5344CB8AC3E}">
        <p14:creationId xmlns:p14="http://schemas.microsoft.com/office/powerpoint/2010/main" val="9425267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406400" eaLnBrk="1" fontAlgn="auto" latinLnBrk="0" hangingPunct="1">
              <a:lnSpc>
                <a:spcPct val="100000"/>
              </a:lnSpc>
              <a:spcBef>
                <a:spcPts val="0"/>
              </a:spcBef>
              <a:spcAft>
                <a:spcPts val="0"/>
              </a:spcAft>
              <a:buClrTx/>
              <a:buSzTx/>
              <a:buFontTx/>
              <a:buNone/>
              <a:tabLst/>
              <a:defRPr/>
            </a:pPr>
            <a:r>
              <a:rPr lang="en-US" sz="1800" kern="100" dirty="0">
                <a:effectLst/>
                <a:latin typeface="Calibri" panose="020F0502020204030204" pitchFamily="34" charset="0"/>
                <a:ea typeface="Calibri" panose="020F0502020204030204" pitchFamily="34" charset="0"/>
                <a:cs typeface="Arial" panose="020B0604020202020204" pitchFamily="34" charset="0"/>
              </a:rPr>
              <a:t>Our current problem is that we have given policy we're not arguing with that policy all that we're trying to figure out is if I follow that policy what's the state value.</a:t>
            </a:r>
          </a:p>
          <a:p>
            <a:pPr marL="0" marR="0" lvl="0" indent="0" defTabSz="406400" eaLnBrk="1" fontAlgn="auto" latinLnBrk="0" hangingPunct="1">
              <a:lnSpc>
                <a:spcPct val="100000"/>
              </a:lnSpc>
              <a:spcBef>
                <a:spcPts val="0"/>
              </a:spcBef>
              <a:spcAft>
                <a:spcPts val="0"/>
              </a:spcAft>
              <a:buClrTx/>
              <a:buSzTx/>
              <a:buFontTx/>
              <a:buNone/>
              <a:tabLst/>
              <a:defRPr/>
            </a:pP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lvl="0" indent="0" defTabSz="406400" eaLnBrk="1" fontAlgn="auto" latinLnBrk="0" hangingPunct="1">
              <a:lnSpc>
                <a:spcPct val="100000"/>
              </a:lnSpc>
              <a:spcBef>
                <a:spcPts val="0"/>
              </a:spcBef>
              <a:spcAft>
                <a:spcPts val="0"/>
              </a:spcAft>
              <a:buClrTx/>
              <a:buSzTx/>
              <a:buFontTx/>
              <a:buNone/>
              <a:tabLst/>
              <a:defRPr/>
            </a:pPr>
            <a:r>
              <a:rPr lang="en-US" sz="1800" kern="100" dirty="0">
                <a:effectLst/>
                <a:latin typeface="Calibri" panose="020F0502020204030204" pitchFamily="34" charset="0"/>
                <a:ea typeface="Calibri" panose="020F0502020204030204" pitchFamily="34" charset="0"/>
                <a:cs typeface="Arial" panose="020B0604020202020204" pitchFamily="34" charset="0"/>
              </a:rPr>
              <a:t>This might be complicated plus these matrix inversions are not computationally cheap. The computational complexity is O(n^3) for n states. </a:t>
            </a:r>
          </a:p>
          <a:p>
            <a:endParaRPr lang="en-US" dirty="0"/>
          </a:p>
        </p:txBody>
      </p:sp>
    </p:spTree>
    <p:extLst>
      <p:ext uri="{BB962C8B-B14F-4D97-AF65-F5344CB8AC3E}">
        <p14:creationId xmlns:p14="http://schemas.microsoft.com/office/powerpoint/2010/main" val="9921092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I we can’t apply the closed form solution, we use this iterative approach. </a:t>
                </a:r>
              </a:p>
              <a:p>
                <a:endParaRPr lang="en-US" dirty="0"/>
              </a:p>
              <a:p>
                <a:r>
                  <a:rPr lang="en-US" dirty="0"/>
                  <a:t>Init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𝑘</m:t>
                        </m:r>
                      </m:sub>
                    </m:sSub>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s</m:t>
                        </m:r>
                      </m:e>
                    </m:d>
                    <m:r>
                      <a:rPr lang="en-US" b="0" i="0" smtClean="0">
                        <a:latin typeface="Cambria Math" panose="02040503050406030204" pitchFamily="18" charset="0"/>
                      </a:rPr>
                      <m:t> </m:t>
                    </m:r>
                    <m:r>
                      <a:rPr lang="en-US" b="0" i="1" smtClean="0">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a:p>
                <a:r>
                  <a:rPr lang="en-US" dirty="0"/>
                  <a:t>For </a:t>
                </a:r>
                <a:r>
                  <a:rPr lang="en-US" dirty="0" err="1"/>
                  <a:t>Iter</a:t>
                </a:r>
                <a:r>
                  <a:rPr lang="en-US" dirty="0"/>
                  <a:t> = 1 to k:</a:t>
                </a:r>
              </a:p>
              <a:p>
                <a:r>
                  <a:rPr lang="en-US" dirty="0"/>
                  <a:t>       For </a:t>
                </a:r>
                <a14:m>
                  <m:oMath xmlns:m="http://schemas.openxmlformats.org/officeDocument/2006/math">
                    <m:r>
                      <a:rPr lang="en-US" b="0" i="1" dirty="0" smtClean="0">
                        <a:latin typeface="Cambria Math" panose="02040503050406030204" pitchFamily="18" charset="0"/>
                      </a:rPr>
                      <m:t>𝑠</m:t>
                    </m:r>
                  </m:oMath>
                </a14:m>
                <a:r>
                  <a:rPr lang="en-US" dirty="0"/>
                  <a:t>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𝑛</m:t>
                        </m:r>
                      </m:sub>
                    </m:sSub>
                  </m:oMath>
                </a14:m>
                <a:r>
                  <a:rPr lang="en-US" dirty="0"/>
                  <a:t> to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b="0" i="1" dirty="0" smtClean="0">
                            <a:latin typeface="Cambria Math" panose="02040503050406030204" pitchFamily="18" charset="0"/>
                          </a:rPr>
                          <m:t>1</m:t>
                        </m:r>
                      </m:sub>
                    </m:sSub>
                  </m:oMath>
                </a14:m>
                <a:r>
                  <a:rPr lang="en-US" dirty="0"/>
                  <a:t>:</a:t>
                </a:r>
              </a:p>
              <a:p>
                <a:r>
                  <a:rPr lang="en-US" dirty="0"/>
                  <a:t>	   Update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𝑘</m:t>
                        </m:r>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𝛾</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𝑘</m:t>
                            </m:r>
                          </m:sub>
                        </m:sSub>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e>
                        </m:d>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𝑠</m:t>
                        </m:r>
                      </m:e>
                    </m:d>
                  </m:oMath>
                </a14:m>
                <a:endParaRPr lang="en-US" dirty="0"/>
              </a:p>
            </p:txBody>
          </p:sp>
        </mc:Choice>
        <mc:Fallback xmlns="">
          <p:sp>
            <p:nvSpPr>
              <p:cNvPr id="3" name="Notes Placeholder 2"/>
              <p:cNvSpPr>
                <a:spLocks noGrp="1"/>
              </p:cNvSpPr>
              <p:nvPr>
                <p:ph type="body" idx="1"/>
              </p:nvPr>
            </p:nvSpPr>
            <p:spPr/>
            <p:txBody>
              <a:bodyPr/>
              <a:lstStyle/>
              <a:p>
                <a:r>
                  <a:rPr lang="en-US" dirty="0"/>
                  <a:t>I we can’t apply the closed form solution, we use this iterative approach. </a:t>
                </a:r>
              </a:p>
              <a:p>
                <a:endParaRPr lang="en-US" dirty="0"/>
              </a:p>
              <a:p>
                <a:r>
                  <a:rPr lang="en-US" dirty="0"/>
                  <a:t>Init </a:t>
                </a:r>
                <a:r>
                  <a:rPr lang="en-US" b="0" i="0">
                    <a:latin typeface="Cambria Math" panose="02040503050406030204" pitchFamily="18" charset="0"/>
                  </a:rPr>
                  <a:t>𝑣_𝑘 (s)  ∀ 𝑠∈𝑆</a:t>
                </a:r>
                <a:endParaRPr lang="en-US" dirty="0"/>
              </a:p>
              <a:p>
                <a:r>
                  <a:rPr lang="en-US" dirty="0"/>
                  <a:t>For </a:t>
                </a:r>
                <a:r>
                  <a:rPr lang="en-US" dirty="0" err="1"/>
                  <a:t>Iter</a:t>
                </a:r>
                <a:r>
                  <a:rPr lang="en-US" dirty="0"/>
                  <a:t> = 1 to k:</a:t>
                </a:r>
              </a:p>
              <a:p>
                <a:r>
                  <a:rPr lang="en-US" dirty="0"/>
                  <a:t>       For </a:t>
                </a:r>
                <a:r>
                  <a:rPr lang="en-US" b="0" i="0" dirty="0">
                    <a:latin typeface="Cambria Math" panose="02040503050406030204" pitchFamily="18" charset="0"/>
                  </a:rPr>
                  <a:t>𝑠</a:t>
                </a:r>
                <a:r>
                  <a:rPr lang="en-US" dirty="0"/>
                  <a:t> = </a:t>
                </a:r>
                <a:r>
                  <a:rPr lang="en-US" b="0" i="0">
                    <a:latin typeface="Cambria Math" panose="02040503050406030204" pitchFamily="18" charset="0"/>
                  </a:rPr>
                  <a:t>𝑠_𝑛</a:t>
                </a:r>
                <a:r>
                  <a:rPr lang="en-US" dirty="0"/>
                  <a:t> to </a:t>
                </a:r>
                <a:r>
                  <a:rPr lang="en-US" i="0" dirty="0">
                    <a:latin typeface="Cambria Math" panose="02040503050406030204" pitchFamily="18" charset="0"/>
                  </a:rPr>
                  <a:t>𝑠</a:t>
                </a:r>
                <a:r>
                  <a:rPr lang="en-US" b="0" i="0" dirty="0">
                    <a:latin typeface="Cambria Math" panose="02040503050406030204" pitchFamily="18" charset="0"/>
                  </a:rPr>
                  <a:t>_1</a:t>
                </a:r>
                <a:r>
                  <a:rPr lang="en-US" dirty="0"/>
                  <a:t>:</a:t>
                </a:r>
              </a:p>
              <a:p>
                <a:r>
                  <a:rPr lang="en-US" dirty="0"/>
                  <a:t>	   Update </a:t>
                </a:r>
                <a:r>
                  <a:rPr lang="en-US" b="0" i="0">
                    <a:latin typeface="Cambria Math" panose="02040503050406030204" pitchFamily="18" charset="0"/>
                  </a:rPr>
                  <a:t>𝑣_(𝑘+1) (𝑠)=𝐸[𝑅_(𝑡+1)+𝛾𝑣_𝑘 (𝑠^′ )  |  𝑆_𝑡=𝑠]</a:t>
                </a:r>
                <a:endParaRPr lang="en-US" dirty="0"/>
              </a:p>
            </p:txBody>
          </p:sp>
        </mc:Fallback>
      </mc:AlternateContent>
    </p:spTree>
    <p:extLst>
      <p:ext uri="{BB962C8B-B14F-4D97-AF65-F5344CB8AC3E}">
        <p14:creationId xmlns:p14="http://schemas.microsoft.com/office/powerpoint/2010/main" val="42358256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For example computing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d>
                          <m:dPr>
                            <m:ctrlPr>
                              <a:rPr lang="en-US" b="0" i="1" smtClean="0">
                                <a:latin typeface="Cambria Math" panose="02040503050406030204" pitchFamily="18" charset="0"/>
                              </a:rPr>
                            </m:ctrlPr>
                          </m:dPr>
                          <m:e>
                            <m:r>
                              <a:rPr lang="en-US" b="0" i="1" smtClean="0">
                                <a:latin typeface="Cambria Math" panose="02040503050406030204" pitchFamily="18" charset="0"/>
                              </a:rPr>
                              <m:t>2</m:t>
                            </m:r>
                          </m:e>
                        </m:d>
                      </m:sup>
                    </m:sSup>
                    <m:d>
                      <m:dPr>
                        <m:ctrlPr>
                          <a:rPr lang="en-US" b="0" i="1" smtClean="0">
                            <a:latin typeface="Cambria Math" panose="02040503050406030204" pitchFamily="18" charset="0"/>
                          </a:rPr>
                        </m:ctrlPr>
                      </m:dPr>
                      <m:e>
                        <m:r>
                          <a:rPr lang="en-US" b="0" i="1" smtClean="0">
                            <a:latin typeface="Cambria Math" panose="02040503050406030204" pitchFamily="18" charset="0"/>
                          </a:rPr>
                          <m:t>1,2</m:t>
                        </m:r>
                      </m:e>
                    </m:d>
                  </m:oMath>
                </a14:m>
                <a:r>
                  <a:rPr lang="en-MY" dirty="0"/>
                  <a:t>:</a:t>
                </a:r>
              </a:p>
              <a:p>
                <a:pPr algn="l"/>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d>
                          <m:dPr>
                            <m:ctrlPr>
                              <a:rPr lang="en-US" b="0" i="1" smtClean="0">
                                <a:latin typeface="Cambria Math" panose="02040503050406030204" pitchFamily="18" charset="0"/>
                              </a:rPr>
                            </m:ctrlPr>
                          </m:dPr>
                          <m:e>
                            <m:r>
                              <a:rPr lang="en-US" b="0" i="1" smtClean="0">
                                <a:latin typeface="Cambria Math" panose="02040503050406030204" pitchFamily="18" charset="0"/>
                              </a:rPr>
                              <m:t>2</m:t>
                            </m:r>
                          </m:e>
                        </m:d>
                      </m:sup>
                    </m:sSup>
                    <m:d>
                      <m:dPr>
                        <m:ctrlPr>
                          <a:rPr lang="en-US" b="0" i="1" smtClean="0">
                            <a:latin typeface="Cambria Math" panose="02040503050406030204" pitchFamily="18" charset="0"/>
                          </a:rPr>
                        </m:ctrlPr>
                      </m:dPr>
                      <m:e>
                        <m:r>
                          <a:rPr lang="en-US" b="0" i="1" smtClean="0">
                            <a:latin typeface="Cambria Math" panose="02040503050406030204" pitchFamily="18" charset="0"/>
                          </a:rPr>
                          <m:t>1,2</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d>
                      <m:dPr>
                        <m:begChr m:val="["/>
                        <m:endChr m:val="]"/>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𝑙𝑒𝑓𝑡</m:t>
                                </m:r>
                              </m:sub>
                            </m:sSub>
                            <m:r>
                              <a:rPr lang="en-US" b="0" i="1" smtClean="0">
                                <a:latin typeface="Cambria Math" panose="02040503050406030204" pitchFamily="18" charset="0"/>
                              </a:rPr>
                              <m:t>+</m:t>
                            </m:r>
                            <m:r>
                              <a:rPr lang="en-US" b="0" i="1" smtClean="0">
                                <a:latin typeface="Cambria Math" panose="02040503050406030204" pitchFamily="18" charset="0"/>
                              </a:rPr>
                              <m:t>𝛾</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d>
                                  <m:dPr>
                                    <m:ctrlPr>
                                      <a:rPr lang="en-US" b="0" i="1" smtClean="0">
                                        <a:latin typeface="Cambria Math" panose="02040503050406030204" pitchFamily="18" charset="0"/>
                                      </a:rPr>
                                    </m:ctrlPr>
                                  </m:dPr>
                                  <m:e>
                                    <m:r>
                                      <a:rPr lang="en-US" b="0" i="1" smtClean="0">
                                        <a:latin typeface="Cambria Math" panose="02040503050406030204" pitchFamily="18" charset="0"/>
                                      </a:rPr>
                                      <m:t>1</m:t>
                                    </m:r>
                                  </m:e>
                                </m:d>
                              </m:sup>
                            </m:sSup>
                            <m:d>
                              <m:dPr>
                                <m:ctrlPr>
                                  <a:rPr lang="en-US" b="0" i="1" smtClean="0">
                                    <a:latin typeface="Cambria Math" panose="02040503050406030204" pitchFamily="18" charset="0"/>
                                  </a:rPr>
                                </m:ctrlPr>
                              </m:dPr>
                              <m:e>
                                <m:r>
                                  <a:rPr lang="en-US" b="0" i="1" smtClean="0">
                                    <a:latin typeface="Cambria Math" panose="02040503050406030204" pitchFamily="18" charset="0"/>
                                  </a:rPr>
                                  <m:t>1,1</m:t>
                                </m:r>
                              </m:e>
                            </m:d>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𝑟𝑖𝑔h𝑡</m:t>
                                </m:r>
                              </m:sub>
                            </m:sSub>
                            <m:r>
                              <a:rPr lang="en-US" b="0" i="1" smtClean="0">
                                <a:latin typeface="Cambria Math" panose="02040503050406030204" pitchFamily="18" charset="0"/>
                              </a:rPr>
                              <m:t>+</m:t>
                            </m:r>
                            <m:r>
                              <a:rPr lang="en-US" b="0" i="1" smtClean="0">
                                <a:latin typeface="Cambria Math" panose="02040503050406030204" pitchFamily="18" charset="0"/>
                              </a:rPr>
                              <m:t>𝛾</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d>
                                  <m:dPr>
                                    <m:ctrlPr>
                                      <a:rPr lang="en-US" b="0" i="1" smtClean="0">
                                        <a:latin typeface="Cambria Math" panose="02040503050406030204" pitchFamily="18" charset="0"/>
                                      </a:rPr>
                                    </m:ctrlPr>
                                  </m:dPr>
                                  <m:e>
                                    <m:r>
                                      <a:rPr lang="en-US" b="0" i="1" smtClean="0">
                                        <a:latin typeface="Cambria Math" panose="02040503050406030204" pitchFamily="18" charset="0"/>
                                      </a:rPr>
                                      <m:t>1</m:t>
                                    </m:r>
                                  </m:e>
                                </m:d>
                              </m:sup>
                            </m:sSup>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3</m:t>
                                </m:r>
                              </m:e>
                            </m:d>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𝑢𝑝</m:t>
                                </m:r>
                              </m:sub>
                            </m:sSub>
                            <m:r>
                              <a:rPr lang="en-US" b="0" i="1" smtClean="0">
                                <a:latin typeface="Cambria Math" panose="02040503050406030204" pitchFamily="18" charset="0"/>
                              </a:rPr>
                              <m:t>+</m:t>
                            </m:r>
                            <m:r>
                              <a:rPr lang="en-US" b="0" i="1" smtClean="0">
                                <a:latin typeface="Cambria Math" panose="02040503050406030204" pitchFamily="18" charset="0"/>
                              </a:rPr>
                              <m:t>𝛾</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d>
                                  <m:dPr>
                                    <m:ctrlPr>
                                      <a:rPr lang="en-US" b="0" i="1" smtClean="0">
                                        <a:latin typeface="Cambria Math" panose="02040503050406030204" pitchFamily="18" charset="0"/>
                                      </a:rPr>
                                    </m:ctrlPr>
                                  </m:dPr>
                                  <m:e>
                                    <m:r>
                                      <a:rPr lang="en-US" b="0" i="1" smtClean="0">
                                        <a:latin typeface="Cambria Math" panose="02040503050406030204" pitchFamily="18" charset="0"/>
                                      </a:rPr>
                                      <m:t>1</m:t>
                                    </m:r>
                                  </m:e>
                                </m:d>
                              </m:sup>
                            </m:sSup>
                            <m:d>
                              <m:dPr>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2</m:t>
                                </m:r>
                              </m:e>
                            </m:d>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𝑑𝑜𝑤𝑛</m:t>
                                </m:r>
                              </m:sub>
                            </m:sSub>
                            <m:r>
                              <a:rPr lang="en-US" b="0" i="1" smtClean="0">
                                <a:latin typeface="Cambria Math" panose="02040503050406030204" pitchFamily="18" charset="0"/>
                              </a:rPr>
                              <m:t>+</m:t>
                            </m:r>
                            <m:r>
                              <a:rPr lang="en-US" b="0" i="1" smtClean="0">
                                <a:latin typeface="Cambria Math" panose="02040503050406030204" pitchFamily="18" charset="0"/>
                              </a:rPr>
                              <m:t>𝛾</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d>
                                  <m:dPr>
                                    <m:ctrlPr>
                                      <a:rPr lang="en-US" b="0" i="1" smtClean="0">
                                        <a:latin typeface="Cambria Math" panose="02040503050406030204" pitchFamily="18" charset="0"/>
                                      </a:rPr>
                                    </m:ctrlPr>
                                  </m:dPr>
                                  <m:e>
                                    <m:r>
                                      <a:rPr lang="en-US" b="0" i="1" smtClean="0">
                                        <a:latin typeface="Cambria Math" panose="02040503050406030204" pitchFamily="18" charset="0"/>
                                      </a:rPr>
                                      <m:t>1</m:t>
                                    </m:r>
                                  </m:e>
                                </m:d>
                              </m:sup>
                            </m:sSup>
                            <m:d>
                              <m:dPr>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rPr>
                                  <m:t>,</m:t>
                                </m:r>
                                <m:r>
                                  <a:rPr lang="en-US" b="0" i="1" smtClean="0">
                                    <a:latin typeface="Cambria Math" panose="02040503050406030204" pitchFamily="18" charset="0"/>
                                  </a:rPr>
                                  <m:t>2</m:t>
                                </m:r>
                              </m:e>
                            </m:d>
                          </m:e>
                        </m:d>
                      </m:e>
                    </m:d>
                  </m:oMath>
                </a14:m>
                <a:r>
                  <a:rPr lang="en-MY" dirty="0"/>
                  <a:t> </a:t>
                </a:r>
              </a:p>
              <a:p>
                <a:pPr algn="l"/>
                <a:r>
                  <a:rPr lang="en-MY" dirty="0"/>
                  <a:t>Assuming </a:t>
                </a:r>
                <a14:m>
                  <m:oMath xmlns:m="http://schemas.openxmlformats.org/officeDocument/2006/math">
                    <m:r>
                      <a:rPr lang="en-US" b="0" i="1" smtClean="0">
                        <a:latin typeface="Cambria Math" panose="02040503050406030204" pitchFamily="18" charset="0"/>
                      </a:rPr>
                      <m:t>𝛾</m:t>
                    </m:r>
                    <m:r>
                      <a:rPr lang="en-US" b="0" i="1" smtClean="0">
                        <a:latin typeface="Cambria Math" panose="02040503050406030204" pitchFamily="18" charset="0"/>
                      </a:rPr>
                      <m:t>=1</m:t>
                    </m:r>
                  </m:oMath>
                </a14:m>
                <a:r>
                  <a:rPr lang="en-MY" dirty="0"/>
                  <a:t>, the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oMath>
                </a14:m>
                <a:r>
                  <a:rPr lang="en-MY" dirty="0"/>
                  <a:t> is the equal probability</a:t>
                </a:r>
                <a:r>
                  <a:rPr lang="en-MY" baseline="0" dirty="0"/>
                  <a:t> of moving to any direction (0.25)</a:t>
                </a:r>
                <a:endParaRPr lang="en-MY" dirty="0"/>
              </a:p>
              <a:p>
                <a:pPr marL="0" marR="0" lvl="0" indent="0" algn="l" defTabSz="40640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d>
                          <m:dPr>
                            <m:ctrlPr>
                              <a:rPr lang="en-US" b="0" i="1" smtClean="0">
                                <a:latin typeface="Cambria Math" panose="02040503050406030204" pitchFamily="18" charset="0"/>
                              </a:rPr>
                            </m:ctrlPr>
                          </m:dPr>
                          <m:e>
                            <m:r>
                              <a:rPr lang="en-US" b="0" i="1" smtClean="0">
                                <a:latin typeface="Cambria Math" panose="02040503050406030204" pitchFamily="18" charset="0"/>
                              </a:rPr>
                              <m:t>2</m:t>
                            </m:r>
                          </m:e>
                        </m:d>
                      </m:sup>
                    </m:sSup>
                    <m:d>
                      <m:dPr>
                        <m:ctrlPr>
                          <a:rPr lang="en-US" b="0" i="1" smtClean="0">
                            <a:latin typeface="Cambria Math" panose="02040503050406030204" pitchFamily="18" charset="0"/>
                          </a:rPr>
                        </m:ctrlPr>
                      </m:dPr>
                      <m:e>
                        <m:r>
                          <a:rPr lang="en-US" b="0" i="1" smtClean="0">
                            <a:latin typeface="Cambria Math" panose="02040503050406030204" pitchFamily="18" charset="0"/>
                          </a:rPr>
                          <m:t>1,2</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d>
                      <m:dPr>
                        <m:begChr m:val="["/>
                        <m:endChr m:val="]"/>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(0)</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(−1)</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e>
                        </m:d>
                      </m:e>
                    </m:d>
                  </m:oMath>
                </a14:m>
                <a:r>
                  <a:rPr lang="en-MY" dirty="0"/>
                  <a:t> </a:t>
                </a:r>
              </a:p>
              <a:p>
                <a:pPr marL="0" marR="0" lvl="0" indent="0" algn="l" defTabSz="40640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d>
                          <m:dPr>
                            <m:ctrlPr>
                              <a:rPr lang="en-US" b="0" i="1" smtClean="0">
                                <a:latin typeface="Cambria Math" panose="02040503050406030204" pitchFamily="18" charset="0"/>
                              </a:rPr>
                            </m:ctrlPr>
                          </m:dPr>
                          <m:e>
                            <m:r>
                              <a:rPr lang="en-US" b="0" i="1" smtClean="0">
                                <a:latin typeface="Cambria Math" panose="02040503050406030204" pitchFamily="18" charset="0"/>
                              </a:rPr>
                              <m:t>2</m:t>
                            </m:r>
                          </m:e>
                        </m:d>
                      </m:sup>
                    </m:sSup>
                    <m:d>
                      <m:dPr>
                        <m:ctrlPr>
                          <a:rPr lang="en-US" b="0" i="1" smtClean="0">
                            <a:latin typeface="Cambria Math" panose="02040503050406030204" pitchFamily="18" charset="0"/>
                          </a:rPr>
                        </m:ctrlPr>
                      </m:dPr>
                      <m:e>
                        <m:r>
                          <a:rPr lang="en-US" b="0" i="1" smtClean="0">
                            <a:latin typeface="Cambria Math" panose="02040503050406030204" pitchFamily="18" charset="0"/>
                          </a:rPr>
                          <m:t>1,2</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−1−2−2−2</m:t>
                        </m:r>
                      </m:e>
                    </m:d>
                    <m:r>
                      <a:rPr lang="en-US" b="0" i="0" smtClean="0">
                        <a:latin typeface="Cambria Math" panose="02040503050406030204" pitchFamily="18" charset="0"/>
                      </a:rPr>
                      <m:t>=1.75</m:t>
                    </m:r>
                  </m:oMath>
                </a14:m>
                <a:r>
                  <a:rPr lang="en-MY" dirty="0"/>
                  <a:t> </a:t>
                </a:r>
              </a:p>
              <a:p>
                <a:pPr marL="0" marR="0" lvl="0" indent="0" algn="l" defTabSz="406400" eaLnBrk="1" fontAlgn="auto" latinLnBrk="0" hangingPunct="1">
                  <a:lnSpc>
                    <a:spcPct val="100000"/>
                  </a:lnSpc>
                  <a:spcBef>
                    <a:spcPts val="0"/>
                  </a:spcBef>
                  <a:spcAft>
                    <a:spcPts val="0"/>
                  </a:spcAft>
                  <a:buClrTx/>
                  <a:buSzTx/>
                  <a:buFontTx/>
                  <a:buNone/>
                  <a:tabLst/>
                  <a:defRPr/>
                </a:pPr>
                <a:endParaRPr lang="en-MY" dirty="0"/>
              </a:p>
              <a:p>
                <a:pPr algn="l"/>
                <a:endParaRPr lang="en-MY" dirty="0"/>
              </a:p>
            </p:txBody>
          </p:sp>
        </mc:Choice>
        <mc:Fallback>
          <p:sp>
            <p:nvSpPr>
              <p:cNvPr id="3" name="Notes Placeholder 2"/>
              <p:cNvSpPr>
                <a:spLocks noGrp="1"/>
              </p:cNvSpPr>
              <p:nvPr>
                <p:ph type="body" idx="1"/>
              </p:nvPr>
            </p:nvSpPr>
            <p:spPr/>
            <p:txBody>
              <a:bodyPr/>
              <a:lstStyle/>
              <a:p>
                <a:r>
                  <a:rPr lang="en-US" dirty="0"/>
                  <a:t>For example computing </a:t>
                </a:r>
                <a:r>
                  <a:rPr lang="en-US" b="0" i="0">
                    <a:latin typeface="Cambria Math" panose="02040503050406030204" pitchFamily="18" charset="0"/>
                  </a:rPr>
                  <a:t>𝑣^((2) ) (1,2)</a:t>
                </a:r>
                <a:r>
                  <a:rPr lang="en-MY" dirty="0"/>
                  <a:t>:</a:t>
                </a:r>
              </a:p>
              <a:p>
                <a:pPr algn="l"/>
                <a:r>
                  <a:rPr lang="en-US" b="0" i="0">
                    <a:latin typeface="Cambria Math" panose="02040503050406030204" pitchFamily="18" charset="0"/>
                  </a:rPr>
                  <a:t>𝑣^((2) ) (1,2)=1/4 [(𝑅_𝑙𝑒𝑓𝑡+𝛾𝑣^((1) ) (1,1))+(𝑅_𝑟𝑖𝑔ℎ𝑡+𝛾𝑣^((1) ) (1,3))+(𝑅_𝑢𝑝+𝛾𝑣^((1) ) (0,2))+(𝑅_𝑑𝑜𝑤𝑛+𝛾𝑣^((1) ) (2,2))]</a:t>
                </a:r>
                <a:r>
                  <a:rPr lang="en-MY" dirty="0"/>
                  <a:t> </a:t>
                </a:r>
              </a:p>
              <a:p>
                <a:pPr algn="l"/>
                <a:r>
                  <a:rPr lang="en-MY" dirty="0"/>
                  <a:t>Assuming </a:t>
                </a:r>
                <a:r>
                  <a:rPr lang="en-US" b="0" i="0">
                    <a:latin typeface="Cambria Math" panose="02040503050406030204" pitchFamily="18" charset="0"/>
                  </a:rPr>
                  <a:t>𝛾=1</a:t>
                </a:r>
                <a:r>
                  <a:rPr lang="en-MY" dirty="0"/>
                  <a:t>, the </a:t>
                </a:r>
                <a:r>
                  <a:rPr lang="en-US" b="0" i="0">
                    <a:latin typeface="Cambria Math" panose="02040503050406030204" pitchFamily="18" charset="0"/>
                  </a:rPr>
                  <a:t>1/4</a:t>
                </a:r>
                <a:r>
                  <a:rPr lang="en-MY" dirty="0"/>
                  <a:t> is the equal probability</a:t>
                </a:r>
                <a:r>
                  <a:rPr lang="en-MY" baseline="0" dirty="0"/>
                  <a:t> of moving to any direction (0.25)</a:t>
                </a:r>
                <a:endParaRPr lang="en-MY" dirty="0"/>
              </a:p>
              <a:p>
                <a:pPr marL="0" marR="0" lvl="0" indent="0" algn="l" defTabSz="406400" eaLnBrk="1" fontAlgn="auto" latinLnBrk="0" hangingPunct="1">
                  <a:lnSpc>
                    <a:spcPct val="100000"/>
                  </a:lnSpc>
                  <a:spcBef>
                    <a:spcPts val="0"/>
                  </a:spcBef>
                  <a:spcAft>
                    <a:spcPts val="0"/>
                  </a:spcAft>
                  <a:buClrTx/>
                  <a:buSzTx/>
                  <a:buFontTx/>
                  <a:buNone/>
                  <a:tabLst/>
                  <a:defRPr/>
                </a:pPr>
                <a:r>
                  <a:rPr lang="en-US" b="0" i="0">
                    <a:latin typeface="Cambria Math" panose="02040503050406030204" pitchFamily="18" charset="0"/>
                  </a:rPr>
                  <a:t>𝑣^((2) ) (1,2)=1/4 [(−1+(0))+(−1+(−1))+(−1+(−1))+(−1+(−1))]</a:t>
                </a:r>
                <a:r>
                  <a:rPr lang="en-MY" dirty="0"/>
                  <a:t> </a:t>
                </a:r>
              </a:p>
              <a:p>
                <a:pPr marL="0" marR="0" lvl="0" indent="0" algn="l" defTabSz="406400" eaLnBrk="1" fontAlgn="auto" latinLnBrk="0" hangingPunct="1">
                  <a:lnSpc>
                    <a:spcPct val="100000"/>
                  </a:lnSpc>
                  <a:spcBef>
                    <a:spcPts val="0"/>
                  </a:spcBef>
                  <a:spcAft>
                    <a:spcPts val="0"/>
                  </a:spcAft>
                  <a:buClrTx/>
                  <a:buSzTx/>
                  <a:buFontTx/>
                  <a:buNone/>
                  <a:tabLst/>
                  <a:defRPr/>
                </a:pPr>
                <a:r>
                  <a:rPr lang="en-US" b="0" i="0">
                    <a:latin typeface="Cambria Math" panose="02040503050406030204" pitchFamily="18" charset="0"/>
                  </a:rPr>
                  <a:t>𝑣^((2) ) (1,2)=1/4 [−1−2−2−2]=1.75</a:t>
                </a:r>
                <a:r>
                  <a:rPr lang="en-MY" dirty="0"/>
                  <a:t> </a:t>
                </a:r>
              </a:p>
              <a:p>
                <a:pPr marL="0" marR="0" lvl="0" indent="0" algn="l" defTabSz="406400" eaLnBrk="1" fontAlgn="auto" latinLnBrk="0" hangingPunct="1">
                  <a:lnSpc>
                    <a:spcPct val="100000"/>
                  </a:lnSpc>
                  <a:spcBef>
                    <a:spcPts val="0"/>
                  </a:spcBef>
                  <a:spcAft>
                    <a:spcPts val="0"/>
                  </a:spcAft>
                  <a:buClrTx/>
                  <a:buSzTx/>
                  <a:buFontTx/>
                  <a:buNone/>
                  <a:tabLst/>
                  <a:defRPr/>
                </a:pPr>
                <a:endParaRPr lang="en-MY" dirty="0"/>
              </a:p>
              <a:p>
                <a:pPr algn="l"/>
                <a:endParaRPr lang="en-MY" dirty="0"/>
              </a:p>
            </p:txBody>
          </p:sp>
        </mc:Fallback>
      </mc:AlternateContent>
    </p:spTree>
    <p:extLst>
      <p:ext uri="{BB962C8B-B14F-4D97-AF65-F5344CB8AC3E}">
        <p14:creationId xmlns:p14="http://schemas.microsoft.com/office/powerpoint/2010/main" val="11866435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First </a:t>
                </a:r>
                <a:r>
                  <a:rPr lang="en-US" dirty="0" err="1"/>
                  <a:t>Eqn</a:t>
                </a:r>
                <a:r>
                  <a:rPr lang="en-US" dirty="0"/>
                  <a:t>: I want to know what 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m:t>
                        </m:r>
                      </m:sub>
                    </m:sSub>
                  </m:oMath>
                </a14:m>
                <a:r>
                  <a:rPr lang="en-US" dirty="0"/>
                  <a:t> that</a:t>
                </a:r>
                <a:r>
                  <a:rPr lang="en-US" baseline="0" dirty="0"/>
                  <a:t> maximizes the state values over all possible policies. </a:t>
                </a:r>
              </a:p>
              <a:p>
                <a:endParaRPr lang="en-US" baseline="0" dirty="0"/>
              </a:p>
              <a:p>
                <a:r>
                  <a:rPr lang="en-US" baseline="0" dirty="0"/>
                  <a:t>Second </a:t>
                </a:r>
                <a:r>
                  <a:rPr lang="en-US" baseline="0" dirty="0" err="1"/>
                  <a:t>Eqn</a:t>
                </a:r>
                <a:r>
                  <a:rPr lang="en-US" baseline="0" dirty="0"/>
                  <a:t>: the optimal value for a particular state that maximizes the state action value over all possible actions. </a:t>
                </a:r>
              </a:p>
              <a:p>
                <a:endParaRPr lang="en-US" baseline="0" dirty="0"/>
              </a:p>
              <a:p>
                <a:r>
                  <a:rPr lang="en-US" baseline="0" dirty="0"/>
                  <a:t>Third </a:t>
                </a:r>
                <a:r>
                  <a:rPr lang="en-US" baseline="0" dirty="0" err="1"/>
                  <a:t>Eqn</a:t>
                </a:r>
                <a:r>
                  <a:rPr lang="en-US" baseline="0" dirty="0"/>
                  <a:t>: the best state action </a:t>
                </a:r>
                <a14:m>
                  <m:oMath xmlns:m="http://schemas.openxmlformats.org/officeDocument/2006/math">
                    <m:sSub>
                      <m:sSubPr>
                        <m:ctrlPr>
                          <a:rPr lang="en-US" b="0" i="1" baseline="0" smtClean="0">
                            <a:latin typeface="Cambria Math" panose="02040503050406030204" pitchFamily="18" charset="0"/>
                          </a:rPr>
                        </m:ctrlPr>
                      </m:sSubPr>
                      <m:e>
                        <m:r>
                          <a:rPr lang="en-US" b="0" i="1" baseline="0" smtClean="0">
                            <a:latin typeface="Cambria Math" panose="02040503050406030204" pitchFamily="18" charset="0"/>
                          </a:rPr>
                          <m:t>𝑞</m:t>
                        </m:r>
                      </m:e>
                      <m:sub>
                        <m:r>
                          <a:rPr lang="en-US" b="0" i="1" baseline="0" smtClean="0">
                            <a:latin typeface="Cambria Math" panose="02040503050406030204" pitchFamily="18" charset="0"/>
                          </a:rPr>
                          <m:t>∗</m:t>
                        </m:r>
                      </m:sub>
                    </m:sSub>
                  </m:oMath>
                </a14:m>
                <a:r>
                  <a:rPr lang="en-US" dirty="0"/>
                  <a:t> is the maximum of all policies of </a:t>
                </a:r>
                <a14:m>
                  <m:oMath xmlns:m="http://schemas.openxmlformats.org/officeDocument/2006/math">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oMath>
                </a14:m>
                <a:r>
                  <a:rPr lang="en-US" dirty="0"/>
                  <a:t>.</a:t>
                </a:r>
              </a:p>
            </p:txBody>
          </p:sp>
        </mc:Choice>
        <mc:Fallback xmlns="">
          <p:sp>
            <p:nvSpPr>
              <p:cNvPr id="3" name="Notes Placeholder 2"/>
              <p:cNvSpPr>
                <a:spLocks noGrp="1"/>
              </p:cNvSpPr>
              <p:nvPr>
                <p:ph type="body" idx="1"/>
              </p:nvPr>
            </p:nvSpPr>
            <p:spPr/>
            <p:txBody>
              <a:bodyPr/>
              <a:lstStyle/>
              <a:p>
                <a:r>
                  <a:rPr lang="en-US" dirty="0"/>
                  <a:t>First </a:t>
                </a:r>
                <a:r>
                  <a:rPr lang="en-US" dirty="0" err="1"/>
                  <a:t>Eqn</a:t>
                </a:r>
                <a:r>
                  <a:rPr lang="en-US" dirty="0"/>
                  <a:t>: I want to know what is </a:t>
                </a:r>
                <a:r>
                  <a:rPr lang="en-US" b="0" i="0">
                    <a:latin typeface="Cambria Math" panose="02040503050406030204" pitchFamily="18" charset="0"/>
                  </a:rPr>
                  <a:t>𝑣_∗</a:t>
                </a:r>
                <a:r>
                  <a:rPr lang="en-US" dirty="0"/>
                  <a:t> that</a:t>
                </a:r>
                <a:r>
                  <a:rPr lang="en-US" baseline="0" dirty="0"/>
                  <a:t> maximizes the state values over all possible policies. </a:t>
                </a:r>
              </a:p>
              <a:p>
                <a:endParaRPr lang="en-US" baseline="0" dirty="0"/>
              </a:p>
              <a:p>
                <a:r>
                  <a:rPr lang="en-US" baseline="0" dirty="0"/>
                  <a:t>Second </a:t>
                </a:r>
                <a:r>
                  <a:rPr lang="en-US" baseline="0" dirty="0" err="1"/>
                  <a:t>Eqn</a:t>
                </a:r>
                <a:r>
                  <a:rPr lang="en-US" baseline="0" dirty="0"/>
                  <a:t>: the optimal value for a particular state that maximizes the state action value over all possible actions. </a:t>
                </a:r>
              </a:p>
              <a:p>
                <a:endParaRPr lang="en-US" baseline="0" dirty="0"/>
              </a:p>
              <a:p>
                <a:r>
                  <a:rPr lang="en-US" baseline="0" dirty="0"/>
                  <a:t>Third </a:t>
                </a:r>
                <a:r>
                  <a:rPr lang="en-US" baseline="0" dirty="0" err="1"/>
                  <a:t>Eqn</a:t>
                </a:r>
                <a:r>
                  <a:rPr lang="en-US" baseline="0" dirty="0"/>
                  <a:t>: the best state action </a:t>
                </a:r>
                <a:r>
                  <a:rPr lang="en-US" b="0" i="0" baseline="0">
                    <a:latin typeface="Cambria Math" panose="02040503050406030204" pitchFamily="18" charset="0"/>
                  </a:rPr>
                  <a:t>𝑞_∗</a:t>
                </a:r>
                <a:r>
                  <a:rPr lang="en-US" dirty="0"/>
                  <a:t> is the maximum of all policies of </a:t>
                </a:r>
                <a:r>
                  <a:rPr lang="en-US" b="0" i="0">
                    <a:latin typeface="Cambria Math" panose="02040503050406030204" pitchFamily="18" charset="0"/>
                  </a:rPr>
                  <a:t>𝑞(𝑠,𝑎)</a:t>
                </a:r>
                <a:r>
                  <a:rPr lang="en-US" dirty="0"/>
                  <a:t>.</a:t>
                </a:r>
              </a:p>
            </p:txBody>
          </p:sp>
        </mc:Fallback>
      </mc:AlternateContent>
    </p:spTree>
    <p:extLst>
      <p:ext uri="{BB962C8B-B14F-4D97-AF65-F5344CB8AC3E}">
        <p14:creationId xmlns:p14="http://schemas.microsoft.com/office/powerpoint/2010/main" val="12102153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policy is always related to state action values as greedy thing (pick the best one).</a:t>
            </a:r>
          </a:p>
          <a:p>
            <a:endParaRPr lang="en-US" dirty="0"/>
          </a:p>
          <a:p>
            <a:r>
              <a:rPr lang="en-US" dirty="0"/>
              <a:t>The deterministic optimal policy can tell you exactly what action you are supposed to take at any state, the greedy choice over all the state action values. There is no stochastic decisions here, e.g., at prob 0.5 I should be doing this action, and with 0.5 I should do the other action. </a:t>
            </a:r>
          </a:p>
        </p:txBody>
      </p:sp>
    </p:spTree>
    <p:extLst>
      <p:ext uri="{BB962C8B-B14F-4D97-AF65-F5344CB8AC3E}">
        <p14:creationId xmlns:p14="http://schemas.microsoft.com/office/powerpoint/2010/main" val="36234666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make it a little bit less likely to die when “run”, by reducing the dead probability from 0.4 to 0.2. </a:t>
            </a:r>
          </a:p>
        </p:txBody>
      </p:sp>
    </p:spTree>
    <p:extLst>
      <p:ext uri="{BB962C8B-B14F-4D97-AF65-F5344CB8AC3E}">
        <p14:creationId xmlns:p14="http://schemas.microsoft.com/office/powerpoint/2010/main" val="4550543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taking the average of actions, we take the max</a:t>
            </a:r>
          </a:p>
        </p:txBody>
      </p:sp>
    </p:spTree>
    <p:extLst>
      <p:ext uri="{BB962C8B-B14F-4D97-AF65-F5344CB8AC3E}">
        <p14:creationId xmlns:p14="http://schemas.microsoft.com/office/powerpoint/2010/main" val="20509308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BCC0C3"/>
                </a:solidFill>
                <a:effectLst/>
                <a:latin typeface="arial" panose="020B0604020202020204" pitchFamily="34" charset="0"/>
              </a:rPr>
              <a:t>State–action–reward–state–action</a:t>
            </a:r>
            <a:r>
              <a:rPr lang="en-US" b="0" i="0" dirty="0">
                <a:solidFill>
                  <a:srgbClr val="BDC1C6"/>
                </a:solidFill>
                <a:effectLst/>
                <a:latin typeface="arial" panose="020B0604020202020204" pitchFamily="34" charset="0"/>
              </a:rPr>
              <a:t> (</a:t>
            </a:r>
            <a:r>
              <a:rPr lang="en-US" b="1" i="0" dirty="0">
                <a:solidFill>
                  <a:srgbClr val="BCC0C3"/>
                </a:solidFill>
                <a:effectLst/>
                <a:latin typeface="arial" panose="020B0604020202020204" pitchFamily="34" charset="0"/>
              </a:rPr>
              <a:t>SARSA</a:t>
            </a:r>
            <a:r>
              <a:rPr lang="en-US" b="0" i="0" dirty="0">
                <a:solidFill>
                  <a:srgbClr val="BDC1C6"/>
                </a:solidFill>
                <a:effectLst/>
                <a:latin typeface="arial" panose="020B0604020202020204" pitchFamily="34" charset="0"/>
              </a:rPr>
              <a:t>)</a:t>
            </a:r>
            <a:endParaRPr lang="en-US" dirty="0"/>
          </a:p>
        </p:txBody>
      </p:sp>
    </p:spTree>
    <p:extLst>
      <p:ext uri="{BB962C8B-B14F-4D97-AF65-F5344CB8AC3E}">
        <p14:creationId xmlns:p14="http://schemas.microsoft.com/office/powerpoint/2010/main" val="6369104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b="1" dirty="0"/>
                  <a:t>Policy Iteration</a:t>
                </a:r>
              </a:p>
              <a:p>
                <a:pPr>
                  <a:buFont typeface="Arial" panose="020B0604020202020204" pitchFamily="34" charset="0"/>
                  <a:buChar char="•"/>
                </a:pPr>
                <a:r>
                  <a:rPr lang="en-US" b="1" dirty="0"/>
                  <a:t>What It Does</a:t>
                </a:r>
                <a:r>
                  <a:rPr lang="en-US" dirty="0"/>
                  <a:t>: Policy Iteration alternates between policy evaluation (computing the value function for a given policy) and policy improvement (updating the policy based on the value function). This process repeats until the policy converges to the optimal policy.</a:t>
                </a:r>
              </a:p>
              <a:p>
                <a:pPr>
                  <a:buFont typeface="Arial" panose="020B0604020202020204" pitchFamily="34" charset="0"/>
                  <a:buChar char="•"/>
                </a:pPr>
                <a:r>
                  <a:rPr lang="en-US" b="1" dirty="0"/>
                  <a:t>Algorithm</a:t>
                </a:r>
                <a:r>
                  <a:rPr lang="en-US" dirty="0"/>
                  <a:t>:</a:t>
                </a:r>
              </a:p>
              <a:p>
                <a:pPr marL="742950" lvl="1" indent="-285750">
                  <a:buFont typeface="Arial" panose="020B0604020202020204" pitchFamily="34" charset="0"/>
                  <a:buChar char="•"/>
                </a:pPr>
                <a:r>
                  <a:rPr lang="en-US" b="1" dirty="0"/>
                  <a:t>Initialize</a:t>
                </a:r>
                <a:r>
                  <a:rPr lang="en-US" dirty="0"/>
                  <a:t> a policy </a:t>
                </a:r>
                <a14:m>
                  <m:oMath xmlns:m="http://schemas.openxmlformats.org/officeDocument/2006/math">
                    <m:r>
                      <a:rPr lang="en-US" i="1" dirty="0" smtClean="0">
                        <a:latin typeface="Cambria Math" panose="02040503050406030204" pitchFamily="18" charset="0"/>
                      </a:rPr>
                      <m:t>𝜋</m:t>
                    </m:r>
                    <m:r>
                      <a:rPr lang="en-US" i="1" dirty="0" smtClean="0">
                        <a:latin typeface="Cambria Math" panose="02040503050406030204" pitchFamily="18" charset="0"/>
                      </a:rPr>
                      <m:t>(</m:t>
                    </m:r>
                    <m:r>
                      <a:rPr lang="en-US" i="1" dirty="0" smtClean="0">
                        <a:latin typeface="Cambria Math" panose="02040503050406030204" pitchFamily="18" charset="0"/>
                      </a:rPr>
                      <m:t>𝑠</m:t>
                    </m:r>
                    <m:r>
                      <a:rPr lang="en-US" b="0" i="1" dirty="0" smtClean="0">
                        <a:latin typeface="Cambria Math" panose="02040503050406030204" pitchFamily="18" charset="0"/>
                      </a:rPr>
                      <m:t>)</m:t>
                    </m:r>
                    <m:r>
                      <a:rPr lang="en-US" i="1" dirty="0" smtClean="0">
                        <a:latin typeface="Cambria Math" panose="02040503050406030204" pitchFamily="18" charset="0"/>
                      </a:rPr>
                      <m:t> </m:t>
                    </m:r>
                  </m:oMath>
                </a14:m>
                <a:r>
                  <a:rPr lang="en-US" dirty="0"/>
                  <a:t>arbitrarily.</a:t>
                </a:r>
              </a:p>
              <a:p>
                <a:pPr marL="742950" lvl="1" indent="-285750">
                  <a:buFont typeface="Arial" panose="020B0604020202020204" pitchFamily="34" charset="0"/>
                  <a:buChar char="•"/>
                </a:pPr>
                <a:r>
                  <a:rPr lang="en-US" b="1" dirty="0"/>
                  <a:t>Policy Evaluation</a:t>
                </a:r>
                <a:r>
                  <a:rPr lang="en-US" dirty="0"/>
                  <a:t>: Compute the value function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𝑉</m:t>
                        </m:r>
                      </m:e>
                      <m:sup>
                        <m:r>
                          <a:rPr lang="en-US" i="1" dirty="0" smtClean="0">
                            <a:latin typeface="Cambria Math" panose="02040503050406030204" pitchFamily="18" charset="0"/>
                          </a:rPr>
                          <m:t>𝜋</m:t>
                        </m:r>
                      </m:sup>
                    </m:sSup>
                    <m:r>
                      <a:rPr lang="en-US"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m:t>
                    </m:r>
                  </m:oMath>
                </a14:m>
                <a:r>
                  <a:rPr lang="en-US" dirty="0"/>
                  <a:t> for the current policy by solving: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𝑉</m:t>
                        </m:r>
                      </m:e>
                      <m:sup>
                        <m:r>
                          <a:rPr lang="en-US" i="1" dirty="0" smtClean="0">
                            <a:latin typeface="Cambria Math" panose="02040503050406030204" pitchFamily="18" charset="0"/>
                          </a:rPr>
                          <m:t>𝜋</m:t>
                        </m:r>
                      </m:sup>
                    </m:sSup>
                    <m:d>
                      <m:dPr>
                        <m:ctrlPr>
                          <a:rPr lang="en-US" i="1" dirty="0" smtClean="0">
                            <a:latin typeface="Cambria Math" panose="02040503050406030204" pitchFamily="18" charset="0"/>
                          </a:rPr>
                        </m:ctrlPr>
                      </m:dPr>
                      <m:e>
                        <m:r>
                          <a:rPr lang="en-US" i="1" dirty="0" smtClean="0">
                            <a:latin typeface="Cambria Math" panose="02040503050406030204" pitchFamily="18" charset="0"/>
                          </a:rPr>
                          <m:t>𝑠</m:t>
                        </m:r>
                      </m:e>
                    </m:d>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nary>
                          <m:naryPr>
                            <m:chr m:val="∑"/>
                            <m:limLoc m:val="subSup"/>
                            <m:supHide m:val="on"/>
                            <m:ctrlPr>
                              <a:rPr lang="en-US" i="1" dirty="0" smtClean="0">
                                <a:latin typeface="Cambria Math" panose="02040503050406030204" pitchFamily="18" charset="0"/>
                              </a:rPr>
                            </m:ctrlPr>
                          </m:naryPr>
                          <m:sub>
                            <m:d>
                              <m:dPr>
                                <m:begChr m:val="{"/>
                                <m:endChr m:val="}"/>
                                <m:ctrlPr>
                                  <a:rPr lang="en-US" i="1" dirty="0" smtClean="0">
                                    <a:latin typeface="Cambria Math" panose="02040503050406030204" pitchFamily="18" charset="0"/>
                                  </a:rPr>
                                </m:ctrlPr>
                              </m:dPr>
                              <m:e>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𝑠</m:t>
                                    </m:r>
                                  </m:e>
                                  <m:sup>
                                    <m:r>
                                      <a:rPr lang="en-US" i="1" dirty="0" smtClean="0">
                                        <a:latin typeface="Cambria Math" panose="02040503050406030204" pitchFamily="18" charset="0"/>
                                      </a:rPr>
                                      <m:t>′</m:t>
                                    </m:r>
                                  </m:sup>
                                </m:sSup>
                                <m:r>
                                  <a:rPr lang="en-US" i="1" dirty="0" smtClean="0">
                                    <a:latin typeface="Cambria Math" panose="02040503050406030204" pitchFamily="18" charset="0"/>
                                  </a:rPr>
                                  <m:t>, </m:t>
                                </m:r>
                                <m:r>
                                  <a:rPr lang="en-US" i="1" dirty="0" smtClean="0">
                                    <a:latin typeface="Cambria Math" panose="02040503050406030204" pitchFamily="18" charset="0"/>
                                  </a:rPr>
                                  <m:t>𝑟</m:t>
                                </m:r>
                              </m:e>
                            </m:d>
                          </m:sub>
                          <m:sup/>
                          <m:e>
                            <m:r>
                              <a:rPr lang="en-US" i="1" dirty="0" smtClean="0">
                                <a:latin typeface="Cambria Math" panose="02040503050406030204" pitchFamily="18" charset="0"/>
                              </a:rPr>
                              <m:t>𝑃</m:t>
                            </m:r>
                            <m:d>
                              <m:dPr>
                                <m:ctrlPr>
                                  <a:rPr lang="en-US" i="1" dirty="0" smtClean="0">
                                    <a:latin typeface="Cambria Math" panose="02040503050406030204" pitchFamily="18" charset="0"/>
                                  </a:rPr>
                                </m:ctrlPr>
                              </m:dPr>
                              <m:e>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𝑠</m:t>
                                    </m:r>
                                  </m:e>
                                  <m:sup>
                                    <m:r>
                                      <a:rPr lang="en-US" i="1" dirty="0" smtClean="0">
                                        <a:latin typeface="Cambria Math" panose="02040503050406030204" pitchFamily="18" charset="0"/>
                                      </a:rPr>
                                      <m:t>′</m:t>
                                    </m:r>
                                  </m:sup>
                                </m:sSup>
                                <m:r>
                                  <a:rPr lang="en-US" i="1" dirty="0" smtClean="0">
                                    <a:latin typeface="Cambria Math" panose="02040503050406030204" pitchFamily="18" charset="0"/>
                                  </a:rPr>
                                  <m:t>, </m:t>
                                </m:r>
                                <m:r>
                                  <a:rPr lang="en-US" i="1" dirty="0" smtClean="0">
                                    <a:latin typeface="Cambria Math" panose="02040503050406030204" pitchFamily="18" charset="0"/>
                                  </a:rPr>
                                  <m:t>𝑟</m:t>
                                </m:r>
                              </m:e>
                              <m:e>
                                <m:r>
                                  <a:rPr lang="en-US" i="1" dirty="0" smtClean="0">
                                    <a:latin typeface="Cambria Math" panose="02040503050406030204" pitchFamily="18" charset="0"/>
                                  </a:rPr>
                                  <m:t>𝑠</m:t>
                                </m:r>
                                <m:r>
                                  <a:rPr lang="en-US" i="1" dirty="0" smtClean="0">
                                    <a:latin typeface="Cambria Math" panose="02040503050406030204" pitchFamily="18" charset="0"/>
                                  </a:rPr>
                                  <m:t>,</m:t>
                                </m:r>
                                <m:r>
                                  <a:rPr lang="en-US" i="1" dirty="0" smtClean="0">
                                    <a:latin typeface="Cambria Math" panose="02040503050406030204" pitchFamily="18" charset="0"/>
                                  </a:rPr>
                                  <m:t>𝜋</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𝑠</m:t>
                                    </m:r>
                                  </m:e>
                                </m:d>
                              </m:e>
                            </m:d>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 </m:t>
                                </m:r>
                                <m:r>
                                  <a:rPr lang="en-US" i="1" dirty="0" smtClean="0">
                                    <a:latin typeface="Cambria Math" panose="02040503050406030204" pitchFamily="18" charset="0"/>
                                  </a:rPr>
                                  <m:t>𝑟</m:t>
                                </m:r>
                                <m:r>
                                  <a:rPr lang="en-US" i="1" dirty="0" smtClean="0">
                                    <a:latin typeface="Cambria Math" panose="02040503050406030204" pitchFamily="18" charset="0"/>
                                  </a:rPr>
                                  <m:t> +</m:t>
                                </m:r>
                                <m:r>
                                  <a:rPr lang="en-US" i="1" dirty="0" smtClean="0">
                                    <a:latin typeface="Cambria Math" panose="02040503050406030204" pitchFamily="18" charset="0"/>
                                  </a:rPr>
                                  <m:t>𝛾</m:t>
                                </m:r>
                                <m:r>
                                  <a:rPr lang="en-US" i="1" dirty="0" smtClean="0">
                                    <a:latin typeface="Cambria Math" panose="02040503050406030204" pitchFamily="18" charset="0"/>
                                  </a:rPr>
                                  <m:t> </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𝑉</m:t>
                                    </m:r>
                                  </m:e>
                                  <m:sup>
                                    <m:r>
                                      <a:rPr lang="en-US" i="1" dirty="0" smtClean="0">
                                        <a:latin typeface="Cambria Math" panose="02040503050406030204" pitchFamily="18" charset="0"/>
                                      </a:rPr>
                                      <m:t>𝜋</m:t>
                                    </m:r>
                                  </m:sup>
                                </m:sSup>
                                <m:d>
                                  <m:dPr>
                                    <m:ctrlPr>
                                      <a:rPr lang="en-US" i="1" dirty="0" smtClean="0">
                                        <a:latin typeface="Cambria Math" panose="02040503050406030204" pitchFamily="18" charset="0"/>
                                      </a:rPr>
                                    </m:ctrlPr>
                                  </m:dPr>
                                  <m:e>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𝑠</m:t>
                                        </m:r>
                                      </m:e>
                                      <m:sup>
                                        <m:r>
                                          <a:rPr lang="en-US" i="1" dirty="0" smtClean="0">
                                            <a:latin typeface="Cambria Math" panose="02040503050406030204" pitchFamily="18" charset="0"/>
                                          </a:rPr>
                                          <m:t>′</m:t>
                                        </m:r>
                                      </m:sup>
                                    </m:sSup>
                                  </m:e>
                                </m:d>
                              </m:e>
                            </m:d>
                          </m:e>
                        </m:nary>
                      </m:e>
                      <m:sub>
                        <m:r>
                          <a:rPr lang="en-US" b="0" i="1" dirty="0" smtClean="0">
                            <a:latin typeface="Cambria Math" panose="02040503050406030204" pitchFamily="18" charset="0"/>
                          </a:rPr>
                          <m:t> </m:t>
                        </m:r>
                      </m:sub>
                    </m:sSub>
                    <m:r>
                      <a:rPr lang="en-US" b="0" i="1" dirty="0" smtClean="0">
                        <a:latin typeface="Cambria Math" panose="02040503050406030204" pitchFamily="18" charset="0"/>
                      </a:rPr>
                      <m:t> </m:t>
                    </m:r>
                  </m:oMath>
                </a14:m>
                <a:r>
                  <a:rPr lang="en-US" dirty="0"/>
                  <a:t>(This step may require iterative methods if the state space is large.)</a:t>
                </a:r>
              </a:p>
              <a:p>
                <a:pPr marL="742950" lvl="1" indent="-285750">
                  <a:buFont typeface="Arial" panose="020B0604020202020204" pitchFamily="34" charset="0"/>
                  <a:buChar char="•"/>
                </a:pPr>
                <a:r>
                  <a:rPr lang="en-US" b="1" dirty="0"/>
                  <a:t>Policy Improvement</a:t>
                </a:r>
                <a:r>
                  <a:rPr lang="en-US" dirty="0"/>
                  <a:t>: Update the policy: </a:t>
                </a:r>
                <a14:m>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𝜋</m:t>
                        </m:r>
                      </m:e>
                      <m:sup>
                        <m:r>
                          <a:rPr lang="en-US" b="0" i="1" dirty="0" smtClean="0">
                            <a:latin typeface="Cambria Math" panose="02040503050406030204" pitchFamily="18" charset="0"/>
                          </a:rPr>
                          <m:t>′</m:t>
                        </m:r>
                      </m:sup>
                    </m:sSup>
                    <m:r>
                      <a:rPr lang="en-US"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 = </m:t>
                    </m:r>
                    <m:r>
                      <a:rPr lang="en-US" i="1" dirty="0" err="1" smtClean="0">
                        <a:latin typeface="Cambria Math" panose="02040503050406030204" pitchFamily="18" charset="0"/>
                      </a:rPr>
                      <m:t>𝑎𝑟𝑔𝑚𝑎</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𝑥</m:t>
                        </m:r>
                      </m:e>
                      <m:sub>
                        <m:r>
                          <a:rPr lang="en-US" i="1" dirty="0" err="1" smtClean="0">
                            <a:latin typeface="Cambria Math" panose="02040503050406030204" pitchFamily="18" charset="0"/>
                          </a:rPr>
                          <m:t>𝑎</m:t>
                        </m:r>
                      </m:sub>
                    </m:sSub>
                    <m:r>
                      <a:rPr lang="en-US" i="1" dirty="0" smtClean="0">
                        <a:latin typeface="Cambria Math" panose="02040503050406030204" pitchFamily="18" charset="0"/>
                      </a:rPr>
                      <m:t> </m:t>
                    </m:r>
                    <m:nary>
                      <m:naryPr>
                        <m:chr m:val="∑"/>
                        <m:supHide m:val="on"/>
                        <m:ctrlPr>
                          <a:rPr lang="en-US" i="1" dirty="0" smtClean="0">
                            <a:latin typeface="Cambria Math" panose="02040503050406030204" pitchFamily="18" charset="0"/>
                          </a:rPr>
                        </m:ctrlPr>
                      </m:naryPr>
                      <m:sub>
                        <m:r>
                          <a:rPr lang="en-US" i="1" dirty="0" smtClean="0">
                            <a:latin typeface="Cambria Math" panose="02040503050406030204" pitchFamily="18" charset="0"/>
                          </a:rPr>
                          <m:t>𝑠</m:t>
                        </m:r>
                        <m:r>
                          <a:rPr lang="en-US" i="1" dirty="0" smtClean="0">
                            <a:latin typeface="Cambria Math" panose="02040503050406030204" pitchFamily="18" charset="0"/>
                          </a:rPr>
                          <m:t>′, </m:t>
                        </m:r>
                        <m:r>
                          <a:rPr lang="en-US" i="1" dirty="0" smtClean="0">
                            <a:latin typeface="Cambria Math" panose="02040503050406030204" pitchFamily="18" charset="0"/>
                          </a:rPr>
                          <m:t>𝑟</m:t>
                        </m:r>
                      </m:sub>
                      <m:sup/>
                      <m:e>
                        <m:r>
                          <a:rPr lang="en-US" i="1" dirty="0" smtClean="0">
                            <a:latin typeface="Cambria Math" panose="02040503050406030204" pitchFamily="18" charset="0"/>
                          </a:rPr>
                          <m:t>𝑃</m:t>
                        </m:r>
                        <m:d>
                          <m:dPr>
                            <m:ctrlPr>
                              <a:rPr lang="en-US" i="1" dirty="0" smtClean="0">
                                <a:latin typeface="Cambria Math" panose="02040503050406030204" pitchFamily="18" charset="0"/>
                              </a:rPr>
                            </m:ctrlPr>
                          </m:dPr>
                          <m:e>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𝑠</m:t>
                                </m:r>
                              </m:e>
                              <m:sup>
                                <m:r>
                                  <a:rPr lang="en-US" i="1" dirty="0" smtClean="0">
                                    <a:latin typeface="Cambria Math" panose="02040503050406030204" pitchFamily="18" charset="0"/>
                                  </a:rPr>
                                  <m:t>′</m:t>
                                </m:r>
                              </m:sup>
                            </m:sSup>
                            <m:r>
                              <a:rPr lang="en-US" i="1" dirty="0" smtClean="0">
                                <a:latin typeface="Cambria Math" panose="02040503050406030204" pitchFamily="18" charset="0"/>
                              </a:rPr>
                              <m:t>, </m:t>
                            </m:r>
                            <m:r>
                              <a:rPr lang="en-US" i="1" dirty="0" smtClean="0">
                                <a:latin typeface="Cambria Math" panose="02040503050406030204" pitchFamily="18" charset="0"/>
                              </a:rPr>
                              <m:t>𝑟</m:t>
                            </m:r>
                          </m:e>
                          <m:e>
                            <m:r>
                              <a:rPr lang="en-US" i="1" dirty="0" smtClean="0">
                                <a:latin typeface="Cambria Math" panose="02040503050406030204" pitchFamily="18" charset="0"/>
                              </a:rPr>
                              <m:t>𝑠</m:t>
                            </m:r>
                            <m:r>
                              <a:rPr lang="en-US" i="1" dirty="0" smtClean="0">
                                <a:latin typeface="Cambria Math" panose="02040503050406030204" pitchFamily="18" charset="0"/>
                              </a:rPr>
                              <m:t>,</m:t>
                            </m:r>
                            <m:r>
                              <a:rPr lang="en-US" i="1" dirty="0" smtClean="0">
                                <a:latin typeface="Cambria Math" panose="02040503050406030204" pitchFamily="18" charset="0"/>
                              </a:rPr>
                              <m:t>𝑎</m:t>
                            </m:r>
                          </m:e>
                        </m:d>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 </m:t>
                            </m:r>
                            <m:r>
                              <a:rPr lang="en-US" i="1" dirty="0" smtClean="0">
                                <a:latin typeface="Cambria Math" panose="02040503050406030204" pitchFamily="18" charset="0"/>
                              </a:rPr>
                              <m:t>𝑟</m:t>
                            </m:r>
                            <m:r>
                              <a:rPr lang="en-US" i="1" dirty="0" smtClean="0">
                                <a:latin typeface="Cambria Math" panose="02040503050406030204" pitchFamily="18" charset="0"/>
                              </a:rPr>
                              <m:t> +</m:t>
                            </m:r>
                            <m:r>
                              <a:rPr lang="en-US" i="1" dirty="0" smtClean="0">
                                <a:latin typeface="Cambria Math" panose="02040503050406030204" pitchFamily="18" charset="0"/>
                              </a:rPr>
                              <m:t>𝛾</m:t>
                            </m:r>
                            <m:r>
                              <a:rPr lang="en-US" i="1" dirty="0" smtClean="0">
                                <a:latin typeface="Cambria Math" panose="02040503050406030204" pitchFamily="18" charset="0"/>
                              </a:rPr>
                              <m:t> </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𝑉</m:t>
                                </m:r>
                              </m:e>
                              <m:sup>
                                <m:r>
                                  <a:rPr lang="en-US" i="1" dirty="0" smtClean="0">
                                    <a:latin typeface="Cambria Math" panose="02040503050406030204" pitchFamily="18" charset="0"/>
                                  </a:rPr>
                                  <m:t>𝜋</m:t>
                                </m:r>
                              </m:sup>
                            </m:sSup>
                            <m:d>
                              <m:dPr>
                                <m:ctrlPr>
                                  <a:rPr lang="en-US" i="1" dirty="0" smtClean="0">
                                    <a:latin typeface="Cambria Math" panose="02040503050406030204" pitchFamily="18" charset="0"/>
                                  </a:rPr>
                                </m:ctrlPr>
                              </m:dPr>
                              <m:e>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𝑠</m:t>
                                    </m:r>
                                  </m:e>
                                  <m:sup>
                                    <m:r>
                                      <a:rPr lang="en-US" i="1" dirty="0" smtClean="0">
                                        <a:latin typeface="Cambria Math" panose="02040503050406030204" pitchFamily="18" charset="0"/>
                                      </a:rPr>
                                      <m:t>′</m:t>
                                    </m:r>
                                  </m:sup>
                                </m:sSup>
                              </m:e>
                            </m:d>
                          </m:e>
                        </m:d>
                      </m:e>
                    </m:nary>
                    <m:r>
                      <a:rPr lang="en-US" i="1" dirty="0" smtClean="0">
                        <a:latin typeface="Cambria Math" panose="02040503050406030204" pitchFamily="18" charset="0"/>
                      </a:rPr>
                      <m:t> </m:t>
                    </m:r>
                  </m:oMath>
                </a14:m>
                <a:endParaRPr lang="en-US" b="1" dirty="0"/>
              </a:p>
              <a:p>
                <a:pPr marL="742950" lvl="1" indent="-285750">
                  <a:buFont typeface="Arial" panose="020B0604020202020204" pitchFamily="34" charset="0"/>
                  <a:buChar char="•"/>
                </a:pPr>
                <a:r>
                  <a:rPr lang="en-US" b="1" dirty="0"/>
                  <a:t>Convergence</a:t>
                </a:r>
                <a:r>
                  <a:rPr lang="en-US" dirty="0"/>
                  <a:t>: Repeat the process until the policy stabilizes (i.e., policy no longer changes).</a:t>
                </a:r>
              </a:p>
              <a:p>
                <a:pPr>
                  <a:buFont typeface="Arial" panose="020B0604020202020204" pitchFamily="34" charset="0"/>
                  <a:buChar char="•"/>
                </a:pPr>
                <a:r>
                  <a:rPr lang="en-US" b="1" dirty="0"/>
                  <a:t>Characteristics</a:t>
                </a:r>
                <a:r>
                  <a:rPr lang="en-US" dirty="0"/>
                  <a:t>:</a:t>
                </a:r>
              </a:p>
              <a:p>
                <a:pPr marL="742950" lvl="1" indent="-285750">
                  <a:buFont typeface="Arial" panose="020B0604020202020204" pitchFamily="34" charset="0"/>
                  <a:buChar char="•"/>
                </a:pPr>
                <a:r>
                  <a:rPr lang="en-US" dirty="0"/>
                  <a:t>It explicitly maintains and updates a policy at each iteration.</a:t>
                </a:r>
              </a:p>
              <a:p>
                <a:pPr marL="742950" lvl="1" indent="-285750">
                  <a:buFont typeface="Arial" panose="020B0604020202020204" pitchFamily="34" charset="0"/>
                  <a:buChar char="•"/>
                </a:pPr>
                <a:r>
                  <a:rPr lang="en-US" dirty="0"/>
                  <a:t>It tends to converge faster in terms of iterations compared to value iteration, especially in larger MDPs.</a:t>
                </a:r>
              </a:p>
              <a:p>
                <a:pPr marL="742950" lvl="1" indent="-285750">
                  <a:buFont typeface="Arial" panose="020B0604020202020204" pitchFamily="34" charset="0"/>
                  <a:buChar char="•"/>
                </a:pPr>
                <a:r>
                  <a:rPr lang="en-US" dirty="0"/>
                  <a:t>It often requires more computation per iteration because of the policy evaluation step.</a:t>
                </a:r>
              </a:p>
              <a:p>
                <a:endParaRPr lang="en-MY" dirty="0"/>
              </a:p>
            </p:txBody>
          </p:sp>
        </mc:Choice>
        <mc:Fallback>
          <p:sp>
            <p:nvSpPr>
              <p:cNvPr id="3" name="Notes Placeholder 2"/>
              <p:cNvSpPr>
                <a:spLocks noGrp="1"/>
              </p:cNvSpPr>
              <p:nvPr>
                <p:ph type="body" idx="1"/>
              </p:nvPr>
            </p:nvSpPr>
            <p:spPr/>
            <p:txBody>
              <a:bodyPr/>
              <a:lstStyle/>
              <a:p>
                <a:r>
                  <a:rPr lang="en-US" b="1" dirty="0"/>
                  <a:t>Policy Iteration</a:t>
                </a:r>
              </a:p>
              <a:p>
                <a:pPr>
                  <a:buFont typeface="Arial" panose="020B0604020202020204" pitchFamily="34" charset="0"/>
                  <a:buChar char="•"/>
                </a:pPr>
                <a:r>
                  <a:rPr lang="en-US" b="1" dirty="0"/>
                  <a:t>What It Does</a:t>
                </a:r>
                <a:r>
                  <a:rPr lang="en-US" dirty="0"/>
                  <a:t>: Policy Iteration alternates between policy evaluation (computing the value function for a given policy) and policy improvement (updating the policy based on the value function). This process repeats until the policy converges to the optimal policy.</a:t>
                </a:r>
              </a:p>
              <a:p>
                <a:pPr>
                  <a:buFont typeface="Arial" panose="020B0604020202020204" pitchFamily="34" charset="0"/>
                  <a:buChar char="•"/>
                </a:pPr>
                <a:r>
                  <a:rPr lang="en-US" b="1" dirty="0"/>
                  <a:t>Algorithm</a:t>
                </a:r>
                <a:r>
                  <a:rPr lang="en-US" dirty="0"/>
                  <a:t>:</a:t>
                </a:r>
              </a:p>
              <a:p>
                <a:pPr marL="742950" lvl="1" indent="-285750">
                  <a:buFont typeface="Arial" panose="020B0604020202020204" pitchFamily="34" charset="0"/>
                  <a:buChar char="•"/>
                </a:pPr>
                <a:r>
                  <a:rPr lang="en-US" b="1" dirty="0"/>
                  <a:t>Initialize</a:t>
                </a:r>
                <a:r>
                  <a:rPr lang="en-US" dirty="0"/>
                  <a:t> a policy </a:t>
                </a:r>
                <a:r>
                  <a:rPr lang="en-US" i="0" dirty="0">
                    <a:latin typeface="Cambria Math" panose="02040503050406030204" pitchFamily="18" charset="0"/>
                  </a:rPr>
                  <a:t>𝜋(𝑠</a:t>
                </a:r>
                <a:r>
                  <a:rPr lang="en-US" b="0" i="0" dirty="0">
                    <a:latin typeface="Cambria Math" panose="02040503050406030204" pitchFamily="18" charset="0"/>
                  </a:rPr>
                  <a:t>)</a:t>
                </a:r>
                <a:r>
                  <a:rPr lang="en-US" i="0" dirty="0">
                    <a:latin typeface="Cambria Math" panose="02040503050406030204" pitchFamily="18" charset="0"/>
                  </a:rPr>
                  <a:t> </a:t>
                </a:r>
                <a:r>
                  <a:rPr lang="en-US" dirty="0"/>
                  <a:t>arbitrarily.</a:t>
                </a:r>
              </a:p>
              <a:p>
                <a:pPr marL="742950" lvl="1" indent="-285750">
                  <a:buFont typeface="Arial" panose="020B0604020202020204" pitchFamily="34" charset="0"/>
                  <a:buChar char="•"/>
                </a:pPr>
                <a:r>
                  <a:rPr lang="en-US" b="1" dirty="0"/>
                  <a:t>Policy Evaluation</a:t>
                </a:r>
                <a:r>
                  <a:rPr lang="en-US" dirty="0"/>
                  <a:t>: Compute the value function </a:t>
                </a:r>
                <a:r>
                  <a:rPr lang="en-US" i="0" dirty="0">
                    <a:latin typeface="Cambria Math" panose="02040503050406030204" pitchFamily="18" charset="0"/>
                  </a:rPr>
                  <a:t>𝑉^𝜋 (𝑠)</a:t>
                </a:r>
                <a:r>
                  <a:rPr lang="en-US" dirty="0"/>
                  <a:t> for the current policy by solving: </a:t>
                </a:r>
                <a:r>
                  <a:rPr lang="en-US" i="0" dirty="0">
                    <a:latin typeface="Cambria Math" panose="02040503050406030204" pitchFamily="18" charset="0"/>
                  </a:rPr>
                  <a:t>𝑉^𝜋 (𝑠)= ∑10_{𝑠^′, 𝑟}▒〖𝑃(𝑠^′, 𝑟│𝑠,𝜋(𝑠) )[ 𝑟 +𝛾 𝑉^𝜋 (𝑠^′ )] 〗_</a:t>
                </a:r>
                <a:r>
                  <a:rPr lang="en-US" b="0" i="0" dirty="0">
                    <a:latin typeface="Cambria Math" panose="02040503050406030204" pitchFamily="18" charset="0"/>
                  </a:rPr>
                  <a:t>   </a:t>
                </a:r>
                <a:r>
                  <a:rPr lang="en-US" dirty="0"/>
                  <a:t>(This step may require iterative methods if the state space is large.)</a:t>
                </a:r>
              </a:p>
              <a:p>
                <a:pPr marL="742950" lvl="1" indent="-285750">
                  <a:buFont typeface="Arial" panose="020B0604020202020204" pitchFamily="34" charset="0"/>
                  <a:buChar char="•"/>
                </a:pPr>
                <a:r>
                  <a:rPr lang="en-US" b="1" dirty="0"/>
                  <a:t>Policy Improvement</a:t>
                </a:r>
                <a:r>
                  <a:rPr lang="en-US" dirty="0"/>
                  <a:t>: Update the policy: </a:t>
                </a:r>
                <a:r>
                  <a:rPr lang="en-US" i="0" dirty="0">
                    <a:latin typeface="Cambria Math" panose="02040503050406030204" pitchFamily="18" charset="0"/>
                  </a:rPr>
                  <a:t>𝜋</a:t>
                </a:r>
                <a:r>
                  <a:rPr lang="en-US" b="0" i="0" dirty="0">
                    <a:latin typeface="Cambria Math" panose="02040503050406030204" pitchFamily="18" charset="0"/>
                  </a:rPr>
                  <a:t>^′ </a:t>
                </a:r>
                <a:r>
                  <a:rPr lang="en-US" i="0" dirty="0">
                    <a:latin typeface="Cambria Math" panose="02040503050406030204" pitchFamily="18" charset="0"/>
                  </a:rPr>
                  <a:t>(𝑠) = </a:t>
                </a:r>
                <a:r>
                  <a:rPr lang="en-US" i="0" dirty="0" err="1">
                    <a:latin typeface="Cambria Math" panose="02040503050406030204" pitchFamily="18" charset="0"/>
                  </a:rPr>
                  <a:t>𝑎𝑟𝑔𝑚𝑎𝑥_𝑎</a:t>
                </a:r>
                <a:r>
                  <a:rPr lang="en-US" i="0" dirty="0">
                    <a:latin typeface="Cambria Math" panose="02040503050406030204" pitchFamily="18" charset="0"/>
                  </a:rPr>
                  <a:t>  ∑8_(𝑠′, 𝑟)▒〖𝑃(𝑠^′, 𝑟│𝑠,𝑎)[ 𝑟 +𝛾 𝑉^𝜋 (𝑠^′ )] 〗  </a:t>
                </a:r>
                <a:endParaRPr lang="en-US" b="1" dirty="0"/>
              </a:p>
              <a:p>
                <a:pPr marL="742950" lvl="1" indent="-285750">
                  <a:buFont typeface="Arial" panose="020B0604020202020204" pitchFamily="34" charset="0"/>
                  <a:buChar char="•"/>
                </a:pPr>
                <a:r>
                  <a:rPr lang="en-US" b="1" dirty="0"/>
                  <a:t>Convergence</a:t>
                </a:r>
                <a:r>
                  <a:rPr lang="en-US" dirty="0"/>
                  <a:t>: Repeat the process until the policy stabilizes (i.e., policy no longer changes).</a:t>
                </a:r>
              </a:p>
              <a:p>
                <a:pPr>
                  <a:buFont typeface="Arial" panose="020B0604020202020204" pitchFamily="34" charset="0"/>
                  <a:buChar char="•"/>
                </a:pPr>
                <a:r>
                  <a:rPr lang="en-US" b="1" dirty="0"/>
                  <a:t>Characteristics</a:t>
                </a:r>
                <a:r>
                  <a:rPr lang="en-US" dirty="0"/>
                  <a:t>:</a:t>
                </a:r>
              </a:p>
              <a:p>
                <a:pPr marL="742950" lvl="1" indent="-285750">
                  <a:buFont typeface="Arial" panose="020B0604020202020204" pitchFamily="34" charset="0"/>
                  <a:buChar char="•"/>
                </a:pPr>
                <a:r>
                  <a:rPr lang="en-US" dirty="0"/>
                  <a:t>It explicitly maintains and updates a policy at each iteration.</a:t>
                </a:r>
              </a:p>
              <a:p>
                <a:pPr marL="742950" lvl="1" indent="-285750">
                  <a:buFont typeface="Arial" panose="020B0604020202020204" pitchFamily="34" charset="0"/>
                  <a:buChar char="•"/>
                </a:pPr>
                <a:r>
                  <a:rPr lang="en-US" dirty="0"/>
                  <a:t>It tends to converge faster in terms of iterations compared to value iteration, especially in larger MDPs.</a:t>
                </a:r>
              </a:p>
              <a:p>
                <a:pPr marL="742950" lvl="1" indent="-285750">
                  <a:buFont typeface="Arial" panose="020B0604020202020204" pitchFamily="34" charset="0"/>
                  <a:buChar char="•"/>
                </a:pPr>
                <a:r>
                  <a:rPr lang="en-US" dirty="0"/>
                  <a:t>It often requires more computation per iteration because of the policy evaluation step.</a:t>
                </a:r>
              </a:p>
              <a:p>
                <a:endParaRPr lang="en-MY" dirty="0"/>
              </a:p>
            </p:txBody>
          </p:sp>
        </mc:Fallback>
      </mc:AlternateContent>
    </p:spTree>
    <p:extLst>
      <p:ext uri="{BB962C8B-B14F-4D97-AF65-F5344CB8AC3E}">
        <p14:creationId xmlns:p14="http://schemas.microsoft.com/office/powerpoint/2010/main" val="8427169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330360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b="1" dirty="0"/>
                  <a:t>Value Iteration</a:t>
                </a:r>
              </a:p>
              <a:p>
                <a:pPr>
                  <a:buFont typeface="Arial" panose="020B0604020202020204" pitchFamily="34" charset="0"/>
                  <a:buChar char="•"/>
                </a:pPr>
                <a:r>
                  <a:rPr lang="en-US" b="1" dirty="0"/>
                  <a:t>What It Does</a:t>
                </a:r>
                <a:r>
                  <a:rPr lang="en-US" dirty="0"/>
                  <a:t>: Value Iteration combines the processes of policy evaluation and policy improvement into a single step. It iteratively updates the value function until it converges, and then derives the optimal policy from the final value function.</a:t>
                </a:r>
              </a:p>
              <a:p>
                <a:pPr>
                  <a:buFont typeface="Arial" panose="020B0604020202020204" pitchFamily="34" charset="0"/>
                  <a:buChar char="•"/>
                </a:pPr>
                <a:r>
                  <a:rPr lang="en-US" b="1" dirty="0"/>
                  <a:t>Algorithm</a:t>
                </a:r>
                <a:r>
                  <a:rPr lang="en-US" dirty="0"/>
                  <a:t>:</a:t>
                </a:r>
              </a:p>
              <a:p>
                <a:pPr marL="742950" lvl="1" indent="-285750">
                  <a:buFont typeface="Arial" panose="020B0604020202020204" pitchFamily="34" charset="0"/>
                  <a:buChar char="•"/>
                </a:pPr>
                <a:r>
                  <a:rPr lang="en-US" b="1" dirty="0"/>
                  <a:t>Initialize</a:t>
                </a:r>
                <a:r>
                  <a:rPr lang="en-US" dirty="0"/>
                  <a:t> the value function </a:t>
                </a:r>
                <a14:m>
                  <m:oMath xmlns:m="http://schemas.openxmlformats.org/officeDocument/2006/math">
                    <m:r>
                      <a:rPr lang="en-US" b="0" i="1" dirty="0" smtClean="0">
                        <a:latin typeface="Cambria Math" panose="02040503050406030204" pitchFamily="18" charset="0"/>
                      </a:rPr>
                      <m:t>𝑣</m:t>
                    </m:r>
                    <m:r>
                      <a:rPr lang="en-US"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 </m:t>
                    </m:r>
                  </m:oMath>
                </a14:m>
                <a:r>
                  <a:rPr lang="en-US" dirty="0"/>
                  <a:t>arbitrarily (usually to 0 for all states).</a:t>
                </a:r>
              </a:p>
              <a:p>
                <a:pPr marL="742950" lvl="1" indent="-285750">
                  <a:buFont typeface="Arial" panose="020B0604020202020204" pitchFamily="34" charset="0"/>
                  <a:buChar char="•"/>
                </a:pPr>
                <a:r>
                  <a:rPr lang="en-US" b="1" dirty="0"/>
                  <a:t>Iterate</a:t>
                </a:r>
                <a:r>
                  <a:rPr lang="en-US" dirty="0"/>
                  <a:t>: </a:t>
                </a:r>
                <a14:m>
                  <m:oMath xmlns:m="http://schemas.openxmlformats.org/officeDocument/2006/math">
                    <m:r>
                      <a:rPr lang="en-US" b="0" i="1" dirty="0" smtClean="0">
                        <a:latin typeface="Cambria Math" panose="02040503050406030204" pitchFamily="18" charset="0"/>
                      </a:rPr>
                      <m:t>𝑣</m:t>
                    </m:r>
                    <m:r>
                      <a:rPr lang="en-US"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m:t>
                    </m:r>
                    <m:func>
                      <m:funcPr>
                        <m:ctrlPr>
                          <a:rPr lang="en-US" i="1" dirty="0" err="1" smtClean="0">
                            <a:latin typeface="Cambria Math" panose="02040503050406030204" pitchFamily="18" charset="0"/>
                          </a:rPr>
                        </m:ctrlPr>
                      </m:funcPr>
                      <m:fName>
                        <m:limLow>
                          <m:limLowPr>
                            <m:ctrlPr>
                              <a:rPr lang="en-US" i="1" dirty="0" err="1" smtClean="0">
                                <a:latin typeface="Cambria Math" panose="02040503050406030204" pitchFamily="18" charset="0"/>
                              </a:rPr>
                            </m:ctrlPr>
                          </m:limLowPr>
                          <m:e>
                            <m:r>
                              <m:rPr>
                                <m:sty m:val="p"/>
                              </m:rPr>
                              <a:rPr lang="en-US" i="0" dirty="0" err="1" smtClean="0">
                                <a:latin typeface="Cambria Math" panose="02040503050406030204" pitchFamily="18" charset="0"/>
                              </a:rPr>
                              <m:t>max</m:t>
                            </m:r>
                          </m:e>
                          <m:lim>
                            <m:r>
                              <a:rPr lang="en-US" i="1" dirty="0" err="1" smtClean="0">
                                <a:latin typeface="Cambria Math" panose="02040503050406030204" pitchFamily="18" charset="0"/>
                              </a:rPr>
                              <m:t>𝑎</m:t>
                            </m:r>
                          </m:lim>
                        </m:limLow>
                      </m:fName>
                      <m:e>
                        <m:nary>
                          <m:naryPr>
                            <m:chr m:val="∑"/>
                            <m:supHide m:val="on"/>
                            <m:ctrlPr>
                              <a:rPr lang="en-US" i="1" dirty="0" smtClean="0">
                                <a:latin typeface="Cambria Math" panose="02040503050406030204" pitchFamily="18" charset="0"/>
                              </a:rPr>
                            </m:ctrlPr>
                          </m:naryPr>
                          <m:sub>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𝑠</m:t>
                                </m:r>
                              </m:e>
                              <m:sup>
                                <m:r>
                                  <a:rPr lang="en-US" i="1" dirty="0" smtClean="0">
                                    <a:latin typeface="Cambria Math" panose="02040503050406030204" pitchFamily="18" charset="0"/>
                                  </a:rPr>
                                  <m:t>′</m:t>
                                </m:r>
                              </m:sup>
                            </m:sSup>
                          </m:sub>
                          <m:sup/>
                          <m:e>
                            <m:r>
                              <a:rPr lang="en-US" i="1" dirty="0" smtClean="0">
                                <a:latin typeface="Cambria Math" panose="02040503050406030204" pitchFamily="18" charset="0"/>
                              </a:rPr>
                              <m:t>𝑃</m:t>
                            </m:r>
                            <m:d>
                              <m:dPr>
                                <m:ctrlPr>
                                  <a:rPr lang="en-US" i="1" dirty="0" smtClean="0">
                                    <a:latin typeface="Cambria Math" panose="02040503050406030204" pitchFamily="18" charset="0"/>
                                  </a:rPr>
                                </m:ctrlPr>
                              </m:dPr>
                              <m:e>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𝑠</m:t>
                                    </m:r>
                                  </m:e>
                                  <m:sup>
                                    <m:r>
                                      <a:rPr lang="en-US" i="1" dirty="0" smtClean="0">
                                        <a:latin typeface="Cambria Math" panose="02040503050406030204" pitchFamily="18" charset="0"/>
                                      </a:rPr>
                                      <m:t>′</m:t>
                                    </m:r>
                                  </m:sup>
                                </m:sSup>
                              </m:e>
                              <m:e>
                                <m:r>
                                  <a:rPr lang="en-US" i="1" dirty="0" err="1" smtClean="0">
                                    <a:latin typeface="Cambria Math" panose="02040503050406030204" pitchFamily="18" charset="0"/>
                                  </a:rPr>
                                  <m:t>𝑠</m:t>
                                </m:r>
                                <m:r>
                                  <a:rPr lang="en-US" i="1" dirty="0" err="1" smtClean="0">
                                    <a:latin typeface="Cambria Math" panose="02040503050406030204" pitchFamily="18" charset="0"/>
                                  </a:rPr>
                                  <m:t>,</m:t>
                                </m:r>
                                <m:r>
                                  <a:rPr lang="en-US" i="1" dirty="0" err="1" smtClean="0">
                                    <a:latin typeface="Cambria Math" panose="02040503050406030204" pitchFamily="18" charset="0"/>
                                  </a:rPr>
                                  <m:t>𝑎</m:t>
                                </m:r>
                              </m:e>
                            </m:d>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𝑅</m:t>
                                </m:r>
                                <m:d>
                                  <m:dPr>
                                    <m:ctrlPr>
                                      <a:rPr lang="en-US" i="1" dirty="0" smtClean="0">
                                        <a:latin typeface="Cambria Math" panose="02040503050406030204" pitchFamily="18" charset="0"/>
                                      </a:rPr>
                                    </m:ctrlPr>
                                  </m:dPr>
                                  <m:e>
                                    <m:r>
                                      <a:rPr lang="en-US" i="1" dirty="0" err="1" smtClean="0">
                                        <a:latin typeface="Cambria Math" panose="02040503050406030204" pitchFamily="18" charset="0"/>
                                      </a:rPr>
                                      <m:t>𝑠</m:t>
                                    </m:r>
                                    <m:r>
                                      <a:rPr lang="en-US" i="1" dirty="0" err="1" smtClean="0">
                                        <a:latin typeface="Cambria Math" panose="02040503050406030204" pitchFamily="18" charset="0"/>
                                      </a:rPr>
                                      <m:t>,</m:t>
                                    </m:r>
                                    <m:r>
                                      <a:rPr lang="en-US" i="1" dirty="0" err="1" smtClean="0">
                                        <a:latin typeface="Cambria Math" panose="02040503050406030204" pitchFamily="18" charset="0"/>
                                      </a:rPr>
                                      <m:t>𝑎</m:t>
                                    </m:r>
                                    <m:r>
                                      <a:rPr lang="en-US" i="1" dirty="0" err="1" smtClean="0">
                                        <a:latin typeface="Cambria Math" panose="02040503050406030204" pitchFamily="18" charset="0"/>
                                      </a:rPr>
                                      <m:t>,</m:t>
                                    </m:r>
                                    <m:sSup>
                                      <m:sSupPr>
                                        <m:ctrlPr>
                                          <a:rPr lang="en-US" i="1" dirty="0" smtClean="0">
                                            <a:latin typeface="Cambria Math" panose="02040503050406030204" pitchFamily="18" charset="0"/>
                                          </a:rPr>
                                        </m:ctrlPr>
                                      </m:sSupPr>
                                      <m:e>
                                        <m:r>
                                          <a:rPr lang="en-US" i="1" dirty="0" err="1" smtClean="0">
                                            <a:latin typeface="Cambria Math" panose="02040503050406030204" pitchFamily="18" charset="0"/>
                                          </a:rPr>
                                          <m:t>𝑠</m:t>
                                        </m:r>
                                      </m:e>
                                      <m:sup>
                                        <m:r>
                                          <a:rPr lang="en-US" i="1" dirty="0" smtClean="0">
                                            <a:latin typeface="Cambria Math" panose="02040503050406030204" pitchFamily="18" charset="0"/>
                                          </a:rPr>
                                          <m:t>′</m:t>
                                        </m:r>
                                      </m:sup>
                                    </m:sSup>
                                  </m:e>
                                </m:d>
                                <m:r>
                                  <a:rPr lang="en-US" i="1" dirty="0" smtClean="0">
                                    <a:latin typeface="Cambria Math" panose="02040503050406030204" pitchFamily="18" charset="0"/>
                                  </a:rPr>
                                  <m:t>+</m:t>
                                </m:r>
                                <m:r>
                                  <a:rPr lang="en-US" i="1" dirty="0" smtClean="0">
                                    <a:latin typeface="Cambria Math" panose="02040503050406030204" pitchFamily="18" charset="0"/>
                                  </a:rPr>
                                  <m:t>𝛾</m:t>
                                </m:r>
                                <m:r>
                                  <a:rPr lang="en-US" i="1" dirty="0" smtClean="0">
                                    <a:latin typeface="Cambria Math" panose="02040503050406030204" pitchFamily="18" charset="0"/>
                                  </a:rPr>
                                  <m:t> </m:t>
                                </m:r>
                                <m:r>
                                  <a:rPr lang="en-US" b="0" i="1" dirty="0" smtClean="0">
                                    <a:latin typeface="Cambria Math" panose="02040503050406030204" pitchFamily="18" charset="0"/>
                                  </a:rPr>
                                  <m:t>𝑣</m:t>
                                </m:r>
                                <m:d>
                                  <m:dPr>
                                    <m:ctrlPr>
                                      <a:rPr lang="en-US" i="1" dirty="0" smtClean="0">
                                        <a:latin typeface="Cambria Math" panose="02040503050406030204" pitchFamily="18" charset="0"/>
                                      </a:rPr>
                                    </m:ctrlPr>
                                  </m:dPr>
                                  <m:e>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𝑠</m:t>
                                        </m:r>
                                      </m:e>
                                      <m:sup>
                                        <m:r>
                                          <a:rPr lang="en-US" i="1" dirty="0" smtClean="0">
                                            <a:latin typeface="Cambria Math" panose="02040503050406030204" pitchFamily="18" charset="0"/>
                                          </a:rPr>
                                          <m:t>′</m:t>
                                        </m:r>
                                      </m:sup>
                                    </m:sSup>
                                  </m:e>
                                </m:d>
                              </m:e>
                            </m:d>
                          </m:e>
                        </m:nary>
                      </m:e>
                    </m:func>
                  </m:oMath>
                </a14:m>
                <a:endParaRPr lang="en-US" dirty="0"/>
              </a:p>
              <a:p>
                <a:pPr marL="742950" lvl="1" indent="-285750">
                  <a:buFont typeface="Arial" panose="020B0604020202020204" pitchFamily="34" charset="0"/>
                  <a:buChar char="•"/>
                </a:pPr>
                <a:r>
                  <a:rPr lang="en-US" b="1" dirty="0"/>
                  <a:t>Convergence</a:t>
                </a:r>
                <a:r>
                  <a:rPr lang="en-US" dirty="0"/>
                  <a:t>: Repeat until </a:t>
                </a:r>
                <a14:m>
                  <m:oMath xmlns:m="http://schemas.openxmlformats.org/officeDocument/2006/math">
                    <m:r>
                      <a:rPr lang="en-US" b="0" i="1" dirty="0" smtClean="0">
                        <a:latin typeface="Cambria Math" panose="02040503050406030204" pitchFamily="18" charset="0"/>
                      </a:rPr>
                      <m:t>𝑣</m:t>
                    </m:r>
                    <m:r>
                      <a:rPr lang="en-US"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 </m:t>
                    </m:r>
                  </m:oMath>
                </a14:m>
                <a:r>
                  <a:rPr lang="en-US" dirty="0"/>
                  <a:t>converges to a stable value function.</a:t>
                </a:r>
              </a:p>
              <a:p>
                <a:pPr marL="742950" lvl="1" indent="-285750">
                  <a:buFont typeface="Arial" panose="020B0604020202020204" pitchFamily="34" charset="0"/>
                  <a:buChar char="•"/>
                </a:pPr>
                <a:r>
                  <a:rPr lang="en-US" b="1" dirty="0"/>
                  <a:t>Derive Policy</a:t>
                </a:r>
                <a:r>
                  <a:rPr lang="en-US" dirty="0"/>
                  <a:t>: The optimal policy is then given by choosing actions that maximize the value: </a:t>
                </a:r>
                <a14:m>
                  <m:oMath xmlns:m="http://schemas.openxmlformats.org/officeDocument/2006/math">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𝜋</m:t>
                        </m:r>
                      </m:e>
                      <m:sup>
                        <m:r>
                          <a:rPr lang="en-US" b="0" i="1" dirty="0" smtClean="0">
                            <a:latin typeface="Cambria Math" panose="02040503050406030204" pitchFamily="18" charset="0"/>
                          </a:rPr>
                          <m:t>∗</m:t>
                        </m:r>
                      </m:sup>
                    </m:sSup>
                    <m:d>
                      <m:dPr>
                        <m:ctrlPr>
                          <a:rPr lang="en-US" b="0" i="1" dirty="0" smtClean="0">
                            <a:latin typeface="Cambria Math" panose="02040503050406030204" pitchFamily="18" charset="0"/>
                          </a:rPr>
                        </m:ctrlPr>
                      </m:dPr>
                      <m:e>
                        <m:r>
                          <a:rPr lang="en-US" i="1" dirty="0" smtClean="0">
                            <a:latin typeface="Cambria Math" panose="02040503050406030204" pitchFamily="18" charset="0"/>
                          </a:rPr>
                          <m:t>𝑠</m:t>
                        </m:r>
                      </m:e>
                    </m:d>
                    <m:r>
                      <a:rPr lang="en-US" i="1" dirty="0" smtClean="0">
                        <a:latin typeface="Cambria Math" panose="02040503050406030204" pitchFamily="18" charset="0"/>
                      </a:rPr>
                      <m:t>= </m:t>
                    </m:r>
                    <m:r>
                      <a:rPr lang="en-US" i="1" dirty="0" err="1" smtClean="0">
                        <a:latin typeface="Cambria Math" panose="02040503050406030204" pitchFamily="18" charset="0"/>
                      </a:rPr>
                      <m:t>𝑎𝑟𝑔𝑚𝑎</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𝑥</m:t>
                        </m:r>
                      </m:e>
                      <m:sub>
                        <m:r>
                          <a:rPr lang="en-US" i="1" dirty="0" err="1" smtClean="0">
                            <a:latin typeface="Cambria Math" panose="02040503050406030204" pitchFamily="18" charset="0"/>
                          </a:rPr>
                          <m:t>𝑎</m:t>
                        </m:r>
                      </m:sub>
                    </m:sSub>
                    <m:nary>
                      <m:naryPr>
                        <m:chr m:val="∑"/>
                        <m:supHide m:val="on"/>
                        <m:ctrlPr>
                          <a:rPr lang="en-US" i="1" dirty="0" smtClean="0">
                            <a:latin typeface="Cambria Math" panose="02040503050406030204" pitchFamily="18" charset="0"/>
                          </a:rPr>
                        </m:ctrlPr>
                      </m:naryPr>
                      <m:sub>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𝑠</m:t>
                            </m:r>
                          </m:e>
                          <m:sup>
                            <m:r>
                              <a:rPr lang="en-US" i="1" dirty="0" smtClean="0">
                                <a:latin typeface="Cambria Math" panose="02040503050406030204" pitchFamily="18" charset="0"/>
                              </a:rPr>
                              <m:t>′</m:t>
                            </m:r>
                          </m:sup>
                        </m:sSup>
                      </m:sub>
                      <m:sup/>
                      <m:e>
                        <m:r>
                          <a:rPr lang="en-US" i="1" dirty="0" smtClean="0">
                            <a:latin typeface="Cambria Math" panose="02040503050406030204" pitchFamily="18" charset="0"/>
                          </a:rPr>
                          <m:t>𝑃</m:t>
                        </m:r>
                        <m:r>
                          <a:rPr lang="en-US"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m:t>
                        </m:r>
                        <m:r>
                          <a:rPr lang="en-US" i="1" dirty="0" err="1" smtClean="0">
                            <a:latin typeface="Cambria Math" panose="02040503050406030204" pitchFamily="18" charset="0"/>
                          </a:rPr>
                          <m:t>𝑠</m:t>
                        </m:r>
                        <m:r>
                          <a:rPr lang="en-US" i="1" dirty="0" err="1" smtClean="0">
                            <a:latin typeface="Cambria Math" panose="02040503050406030204" pitchFamily="18" charset="0"/>
                          </a:rPr>
                          <m:t>,</m:t>
                        </m:r>
                        <m:r>
                          <a:rPr lang="en-US" i="1" dirty="0" err="1" smtClean="0">
                            <a:latin typeface="Cambria Math" panose="02040503050406030204" pitchFamily="18" charset="0"/>
                          </a:rPr>
                          <m:t>𝑎</m:t>
                        </m:r>
                        <m:r>
                          <a:rPr lang="en-US" i="1" dirty="0" smtClean="0">
                            <a:latin typeface="Cambria Math" panose="02040503050406030204" pitchFamily="18" charset="0"/>
                          </a:rPr>
                          <m:t>) </m:t>
                        </m:r>
                        <m:r>
                          <m:rPr>
                            <m:lit/>
                          </m:rPr>
                          <a:rPr lang="en-US" i="1" dirty="0" smtClean="0">
                            <a:latin typeface="Cambria Math" panose="02040503050406030204" pitchFamily="18" charset="0"/>
                          </a:rPr>
                          <m:t>[</m:t>
                        </m:r>
                        <m:r>
                          <a:rPr lang="en-US" i="1" dirty="0" smtClean="0">
                            <a:latin typeface="Cambria Math" panose="02040503050406030204" pitchFamily="18" charset="0"/>
                          </a:rPr>
                          <m:t>𝑅</m:t>
                        </m:r>
                        <m:r>
                          <a:rPr lang="en-US" i="1" dirty="0" smtClean="0">
                            <a:latin typeface="Cambria Math" panose="02040503050406030204" pitchFamily="18" charset="0"/>
                          </a:rPr>
                          <m:t>(</m:t>
                        </m:r>
                        <m:r>
                          <a:rPr lang="en-US" i="1" dirty="0" err="1" smtClean="0">
                            <a:latin typeface="Cambria Math" panose="02040503050406030204" pitchFamily="18" charset="0"/>
                          </a:rPr>
                          <m:t>𝑠</m:t>
                        </m:r>
                        <m:r>
                          <a:rPr lang="en-US" i="1" dirty="0" err="1" smtClean="0">
                            <a:latin typeface="Cambria Math" panose="02040503050406030204" pitchFamily="18" charset="0"/>
                          </a:rPr>
                          <m:t>,</m:t>
                        </m:r>
                        <m:r>
                          <a:rPr lang="en-US" i="1" dirty="0" err="1" smtClean="0">
                            <a:latin typeface="Cambria Math" panose="02040503050406030204" pitchFamily="18" charset="0"/>
                          </a:rPr>
                          <m:t>𝑎</m:t>
                        </m:r>
                        <m:r>
                          <a:rPr lang="en-US" i="1" dirty="0" err="1" smtClean="0">
                            <a:latin typeface="Cambria Math" panose="02040503050406030204" pitchFamily="18" charset="0"/>
                          </a:rPr>
                          <m:t>,</m:t>
                        </m:r>
                        <m:r>
                          <a:rPr lang="en-US" i="1" dirty="0" err="1" smtClean="0">
                            <a:latin typeface="Cambria Math" panose="02040503050406030204" pitchFamily="18" charset="0"/>
                          </a:rPr>
                          <m:t>𝑠</m:t>
                        </m:r>
                        <m:r>
                          <a:rPr lang="en-US" i="1" dirty="0" smtClean="0">
                            <a:latin typeface="Cambria Math" panose="02040503050406030204" pitchFamily="18" charset="0"/>
                          </a:rPr>
                          <m:t>′) +</m:t>
                        </m:r>
                        <m:r>
                          <a:rPr lang="en-US" i="1" dirty="0" smtClean="0">
                            <a:latin typeface="Cambria Math" panose="02040503050406030204" pitchFamily="18" charset="0"/>
                          </a:rPr>
                          <m:t>𝛾</m:t>
                        </m:r>
                        <m:r>
                          <a:rPr lang="en-US" i="1" dirty="0" smtClean="0">
                            <a:latin typeface="Cambria Math" panose="02040503050406030204" pitchFamily="18" charset="0"/>
                          </a:rPr>
                          <m:t> </m:t>
                        </m:r>
                        <m:r>
                          <a:rPr lang="en-US" b="0" i="1" dirty="0" smtClean="0">
                            <a:latin typeface="Cambria Math" panose="02040503050406030204" pitchFamily="18" charset="0"/>
                          </a:rPr>
                          <m:t>𝑣</m:t>
                        </m:r>
                        <m:r>
                          <a:rPr lang="en-US"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 </m:t>
                        </m:r>
                      </m:e>
                    </m:nary>
                  </m:oMath>
                </a14:m>
                <a:endParaRPr lang="en-US" dirty="0"/>
              </a:p>
              <a:p>
                <a:pPr>
                  <a:buFont typeface="Arial" panose="020B0604020202020204" pitchFamily="34" charset="0"/>
                  <a:buChar char="•"/>
                </a:pPr>
                <a:r>
                  <a:rPr lang="en-US" b="1" dirty="0"/>
                  <a:t>Characteristics</a:t>
                </a:r>
                <a:r>
                  <a:rPr lang="en-US" dirty="0"/>
                  <a:t>:</a:t>
                </a:r>
              </a:p>
              <a:p>
                <a:pPr marL="742950" lvl="1" indent="-285750">
                  <a:buFont typeface="Arial" panose="020B0604020202020204" pitchFamily="34" charset="0"/>
                  <a:buChar char="•"/>
                </a:pPr>
                <a:r>
                  <a:rPr lang="en-US" dirty="0"/>
                  <a:t>It directly computes the optimal value function.</a:t>
                </a:r>
              </a:p>
              <a:p>
                <a:pPr marL="742950" lvl="1" indent="-285750">
                  <a:buFont typeface="Arial" panose="020B0604020202020204" pitchFamily="34" charset="0"/>
                  <a:buChar char="•"/>
                </a:pPr>
                <a:r>
                  <a:rPr lang="en-US" dirty="0"/>
                  <a:t>The optimal policy is derived from this value function after convergence.</a:t>
                </a:r>
              </a:p>
              <a:p>
                <a:pPr marL="742950" lvl="1" indent="-285750">
                  <a:buFont typeface="Arial" panose="020B0604020202020204" pitchFamily="34" charset="0"/>
                  <a:buChar char="•"/>
                </a:pPr>
                <a:r>
                  <a:rPr lang="en-US" dirty="0"/>
                  <a:t>It is generally faster for small or well-structured MDPs.</a:t>
                </a:r>
              </a:p>
            </p:txBody>
          </p:sp>
        </mc:Choice>
        <mc:Fallback>
          <p:sp>
            <p:nvSpPr>
              <p:cNvPr id="3" name="Notes Placeholder 2"/>
              <p:cNvSpPr>
                <a:spLocks noGrp="1"/>
              </p:cNvSpPr>
              <p:nvPr>
                <p:ph type="body" idx="1"/>
              </p:nvPr>
            </p:nvSpPr>
            <p:spPr/>
            <p:txBody>
              <a:bodyPr/>
              <a:lstStyle/>
              <a:p>
                <a:r>
                  <a:rPr lang="en-US" b="1" dirty="0"/>
                  <a:t>Value Iteration</a:t>
                </a:r>
              </a:p>
              <a:p>
                <a:pPr>
                  <a:buFont typeface="Arial" panose="020B0604020202020204" pitchFamily="34" charset="0"/>
                  <a:buChar char="•"/>
                </a:pPr>
                <a:r>
                  <a:rPr lang="en-US" b="1" dirty="0"/>
                  <a:t>What It Does</a:t>
                </a:r>
                <a:r>
                  <a:rPr lang="en-US" dirty="0"/>
                  <a:t>: Value Iteration combines the processes of policy evaluation and policy improvement into a single step. It iteratively updates the value function until it converges, and then derives the optimal policy from the final value function.</a:t>
                </a:r>
              </a:p>
              <a:p>
                <a:pPr>
                  <a:buFont typeface="Arial" panose="020B0604020202020204" pitchFamily="34" charset="0"/>
                  <a:buChar char="•"/>
                </a:pPr>
                <a:r>
                  <a:rPr lang="en-US" b="1" dirty="0"/>
                  <a:t>Algorithm</a:t>
                </a:r>
                <a:r>
                  <a:rPr lang="en-US" dirty="0"/>
                  <a:t>:</a:t>
                </a:r>
              </a:p>
              <a:p>
                <a:pPr marL="742950" lvl="1" indent="-285750">
                  <a:buFont typeface="Arial" panose="020B0604020202020204" pitchFamily="34" charset="0"/>
                  <a:buChar char="•"/>
                </a:pPr>
                <a:r>
                  <a:rPr lang="en-US" b="1" dirty="0"/>
                  <a:t>Initialize</a:t>
                </a:r>
                <a:r>
                  <a:rPr lang="en-US" dirty="0"/>
                  <a:t> the value function </a:t>
                </a:r>
                <a:r>
                  <a:rPr lang="en-US" b="0" i="0" dirty="0">
                    <a:latin typeface="Cambria Math" panose="02040503050406030204" pitchFamily="18" charset="0"/>
                  </a:rPr>
                  <a:t>𝑣</a:t>
                </a:r>
                <a:r>
                  <a:rPr lang="en-US" i="0" dirty="0">
                    <a:latin typeface="Cambria Math" panose="02040503050406030204" pitchFamily="18" charset="0"/>
                  </a:rPr>
                  <a:t>(𝑠) </a:t>
                </a:r>
                <a:r>
                  <a:rPr lang="en-US" dirty="0"/>
                  <a:t>arbitrarily (usually to 0 for all states).</a:t>
                </a:r>
              </a:p>
              <a:p>
                <a:pPr marL="742950" lvl="1" indent="-285750">
                  <a:buFont typeface="Arial" panose="020B0604020202020204" pitchFamily="34" charset="0"/>
                  <a:buChar char="•"/>
                </a:pPr>
                <a:r>
                  <a:rPr lang="en-US" b="1" dirty="0"/>
                  <a:t>Iterate</a:t>
                </a:r>
                <a:r>
                  <a:rPr lang="en-US" dirty="0"/>
                  <a:t>: </a:t>
                </a:r>
                <a:r>
                  <a:rPr lang="en-US" b="0" i="0" dirty="0">
                    <a:latin typeface="Cambria Math" panose="02040503050406030204" pitchFamily="18" charset="0"/>
                  </a:rPr>
                  <a:t>𝑣</a:t>
                </a:r>
                <a:r>
                  <a:rPr lang="en-US" i="0" dirty="0">
                    <a:latin typeface="Cambria Math" panose="02040503050406030204" pitchFamily="18" charset="0"/>
                  </a:rPr>
                  <a:t>(𝑠)←</a:t>
                </a:r>
                <a:r>
                  <a:rPr lang="en-US" i="0" dirty="0" err="1">
                    <a:latin typeface="Cambria Math" panose="02040503050406030204" pitchFamily="18" charset="0"/>
                  </a:rPr>
                  <a:t>max_𝑎⁡</a:t>
                </a:r>
                <a:r>
                  <a:rPr lang="en-US" i="0" dirty="0">
                    <a:latin typeface="Cambria Math" panose="02040503050406030204" pitchFamily="18" charset="0"/>
                  </a:rPr>
                  <a:t>∑8_(𝑠^′)▒〖𝑃(𝑠^′│</a:t>
                </a:r>
                <a:r>
                  <a:rPr lang="en-US" i="0" dirty="0" err="1">
                    <a:latin typeface="Cambria Math" panose="02040503050406030204" pitchFamily="18" charset="0"/>
                  </a:rPr>
                  <a:t>𝑠,𝑎</a:t>
                </a:r>
                <a:r>
                  <a:rPr lang="en-US" i="0" dirty="0">
                    <a:latin typeface="Cambria Math" panose="02040503050406030204" pitchFamily="18" charset="0"/>
                  </a:rPr>
                  <a:t>)[𝑅(</a:t>
                </a:r>
                <a:r>
                  <a:rPr lang="en-US" i="0" dirty="0" err="1">
                    <a:latin typeface="Cambria Math" panose="02040503050406030204" pitchFamily="18" charset="0"/>
                  </a:rPr>
                  <a:t>𝑠,𝑎,𝑠</a:t>
                </a:r>
                <a:r>
                  <a:rPr lang="en-US" i="0" dirty="0">
                    <a:latin typeface="Cambria Math" panose="02040503050406030204" pitchFamily="18" charset="0"/>
                  </a:rPr>
                  <a:t>^′ )+𝛾 </a:t>
                </a:r>
                <a:r>
                  <a:rPr lang="en-US" b="0" i="0" dirty="0">
                    <a:latin typeface="Cambria Math" panose="02040503050406030204" pitchFamily="18" charset="0"/>
                  </a:rPr>
                  <a:t>𝑣(</a:t>
                </a:r>
                <a:r>
                  <a:rPr lang="en-US" i="0" dirty="0">
                    <a:latin typeface="Cambria Math" panose="02040503050406030204" pitchFamily="18" charset="0"/>
                  </a:rPr>
                  <a:t>𝑠^′</a:t>
                </a:r>
                <a:r>
                  <a:rPr lang="en-US" b="0" i="0" dirty="0">
                    <a:latin typeface="Cambria Math" panose="02040503050406030204" pitchFamily="18" charset="0"/>
                  </a:rPr>
                  <a:t> )] 〗</a:t>
                </a:r>
                <a:endParaRPr lang="en-US" dirty="0"/>
              </a:p>
              <a:p>
                <a:pPr marL="742950" lvl="1" indent="-285750">
                  <a:buFont typeface="Arial" panose="020B0604020202020204" pitchFamily="34" charset="0"/>
                  <a:buChar char="•"/>
                </a:pPr>
                <a:r>
                  <a:rPr lang="en-US" b="1" dirty="0"/>
                  <a:t>Convergence</a:t>
                </a:r>
                <a:r>
                  <a:rPr lang="en-US" dirty="0"/>
                  <a:t>: Repeat until </a:t>
                </a:r>
                <a:r>
                  <a:rPr lang="en-US" b="0" i="0" dirty="0">
                    <a:latin typeface="Cambria Math" panose="02040503050406030204" pitchFamily="18" charset="0"/>
                  </a:rPr>
                  <a:t>𝑣</a:t>
                </a:r>
                <a:r>
                  <a:rPr lang="en-US" i="0" dirty="0">
                    <a:latin typeface="Cambria Math" panose="02040503050406030204" pitchFamily="18" charset="0"/>
                  </a:rPr>
                  <a:t>(𝑠) </a:t>
                </a:r>
                <a:r>
                  <a:rPr lang="en-US" dirty="0"/>
                  <a:t>converges to a stable value function.</a:t>
                </a:r>
              </a:p>
              <a:p>
                <a:pPr marL="742950" lvl="1" indent="-285750">
                  <a:buFont typeface="Arial" panose="020B0604020202020204" pitchFamily="34" charset="0"/>
                  <a:buChar char="•"/>
                </a:pPr>
                <a:r>
                  <a:rPr lang="en-US" b="1" dirty="0"/>
                  <a:t>Derive Policy</a:t>
                </a:r>
                <a:r>
                  <a:rPr lang="en-US" dirty="0"/>
                  <a:t>: The optimal policy is then given by choosing actions that maximize the value: </a:t>
                </a:r>
                <a:r>
                  <a:rPr lang="en-US" b="0" i="0" dirty="0">
                    <a:latin typeface="Cambria Math" panose="02040503050406030204" pitchFamily="18" charset="0"/>
                  </a:rPr>
                  <a:t>𝜋^∗ (</a:t>
                </a:r>
                <a:r>
                  <a:rPr lang="en-US" i="0" dirty="0">
                    <a:latin typeface="Cambria Math" panose="02040503050406030204" pitchFamily="18" charset="0"/>
                  </a:rPr>
                  <a:t>𝑠)= </a:t>
                </a:r>
                <a:r>
                  <a:rPr lang="en-US" i="0" dirty="0" err="1">
                    <a:latin typeface="Cambria Math" panose="02040503050406030204" pitchFamily="18" charset="0"/>
                  </a:rPr>
                  <a:t>𝑎𝑟𝑔𝑚𝑎𝑥_𝑎</a:t>
                </a:r>
                <a:r>
                  <a:rPr lang="en-US" i="0" dirty="0">
                    <a:latin typeface="Cambria Math" panose="02040503050406030204" pitchFamily="18" charset="0"/>
                  </a:rPr>
                  <a:t> ∑8_(𝑠^′)▒〖𝑃(𝑠′|</a:t>
                </a:r>
                <a:r>
                  <a:rPr lang="en-US" i="0" dirty="0" err="1">
                    <a:latin typeface="Cambria Math" panose="02040503050406030204" pitchFamily="18" charset="0"/>
                  </a:rPr>
                  <a:t>𝑠,𝑎</a:t>
                </a:r>
                <a:r>
                  <a:rPr lang="en-US" i="0" dirty="0">
                    <a:latin typeface="Cambria Math" panose="02040503050406030204" pitchFamily="18" charset="0"/>
                  </a:rPr>
                  <a:t>) \[𝑅(</a:t>
                </a:r>
                <a:r>
                  <a:rPr lang="en-US" i="0" dirty="0" err="1">
                    <a:latin typeface="Cambria Math" panose="02040503050406030204" pitchFamily="18" charset="0"/>
                  </a:rPr>
                  <a:t>𝑠,𝑎,𝑠</a:t>
                </a:r>
                <a:r>
                  <a:rPr lang="en-US" i="0" dirty="0">
                    <a:latin typeface="Cambria Math" panose="02040503050406030204" pitchFamily="18" charset="0"/>
                  </a:rPr>
                  <a:t>′) +𝛾 </a:t>
                </a:r>
                <a:r>
                  <a:rPr lang="en-US" b="0" i="0" dirty="0">
                    <a:latin typeface="Cambria Math" panose="02040503050406030204" pitchFamily="18" charset="0"/>
                  </a:rPr>
                  <a:t>𝑣</a:t>
                </a:r>
                <a:r>
                  <a:rPr lang="en-US" i="0" dirty="0">
                    <a:latin typeface="Cambria Math" panose="02040503050406030204" pitchFamily="18" charset="0"/>
                  </a:rPr>
                  <a:t>(𝑠′)]</a:t>
                </a:r>
                <a:r>
                  <a:rPr lang="en-US" b="0" i="0" dirty="0">
                    <a:latin typeface="Cambria Math" panose="02040503050406030204" pitchFamily="18" charset="0"/>
                  </a:rPr>
                  <a:t> 〗</a:t>
                </a:r>
                <a:endParaRPr lang="en-US" dirty="0"/>
              </a:p>
              <a:p>
                <a:pPr>
                  <a:buFont typeface="Arial" panose="020B0604020202020204" pitchFamily="34" charset="0"/>
                  <a:buChar char="•"/>
                </a:pPr>
                <a:r>
                  <a:rPr lang="en-US" b="1" dirty="0"/>
                  <a:t>Characteristics</a:t>
                </a:r>
                <a:r>
                  <a:rPr lang="en-US" dirty="0"/>
                  <a:t>:</a:t>
                </a:r>
              </a:p>
              <a:p>
                <a:pPr marL="742950" lvl="1" indent="-285750">
                  <a:buFont typeface="Arial" panose="020B0604020202020204" pitchFamily="34" charset="0"/>
                  <a:buChar char="•"/>
                </a:pPr>
                <a:r>
                  <a:rPr lang="en-US" dirty="0"/>
                  <a:t>It directly computes the optimal value function.</a:t>
                </a:r>
              </a:p>
              <a:p>
                <a:pPr marL="742950" lvl="1" indent="-285750">
                  <a:buFont typeface="Arial" panose="020B0604020202020204" pitchFamily="34" charset="0"/>
                  <a:buChar char="•"/>
                </a:pPr>
                <a:r>
                  <a:rPr lang="en-US" dirty="0"/>
                  <a:t>The optimal policy is derived from this value function after convergence.</a:t>
                </a:r>
              </a:p>
              <a:p>
                <a:pPr marL="742950" lvl="1" indent="-285750">
                  <a:buFont typeface="Arial" panose="020B0604020202020204" pitchFamily="34" charset="0"/>
                  <a:buChar char="•"/>
                </a:pPr>
                <a:r>
                  <a:rPr lang="en-US" dirty="0"/>
                  <a:t>It is generally faster for small or well-structured MDPs.</a:t>
                </a:r>
              </a:p>
            </p:txBody>
          </p:sp>
        </mc:Fallback>
      </mc:AlternateContent>
    </p:spTree>
    <p:extLst>
      <p:ext uri="{BB962C8B-B14F-4D97-AF65-F5344CB8AC3E}">
        <p14:creationId xmlns:p14="http://schemas.microsoft.com/office/powerpoint/2010/main" val="26114540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In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a14:m>
                <a:r>
                  <a:rPr lang="en-MY" dirty="0"/>
                  <a:t>, how to</a:t>
                </a:r>
                <a:r>
                  <a:rPr lang="en-MY" baseline="0" dirty="0"/>
                  <a:t> compute </a:t>
                </a:r>
                <a14:m>
                  <m:oMath xmlns:m="http://schemas.openxmlformats.org/officeDocument/2006/math">
                    <m:r>
                      <a:rPr lang="en-US" b="0" i="1" baseline="0" smtClean="0">
                        <a:latin typeface="Cambria Math" panose="02040503050406030204" pitchFamily="18" charset="0"/>
                      </a:rPr>
                      <m:t>𝑣</m:t>
                    </m:r>
                    <m:r>
                      <a:rPr lang="en-US" b="0" i="1" baseline="0" smtClean="0">
                        <a:latin typeface="Cambria Math" panose="02040503050406030204" pitchFamily="18" charset="0"/>
                      </a:rPr>
                      <m:t>(2, 3)</m:t>
                    </m:r>
                  </m:oMath>
                </a14:m>
                <a:r>
                  <a:rPr lang="en-MY" dirty="0"/>
                  <a:t>?</a:t>
                </a:r>
              </a:p>
              <a:p>
                <a:pPr marL="285750" indent="-285750">
                  <a:buFont typeface="Arial" panose="020B0604020202020204" pitchFamily="34" charset="0"/>
                  <a:buChar char="•"/>
                </a:pPr>
                <a:r>
                  <a:rPr lang="en-MY" dirty="0"/>
                  <a:t>Right: moves to (2,4) = -5</a:t>
                </a:r>
              </a:p>
              <a:p>
                <a:pPr marL="285750" indent="-285750">
                  <a:buFont typeface="Arial" panose="020B0604020202020204" pitchFamily="34" charset="0"/>
                  <a:buChar char="•"/>
                </a:pPr>
                <a:r>
                  <a:rPr lang="en-MY" dirty="0"/>
                  <a:t>Left: moves to (2,2) = -5</a:t>
                </a:r>
              </a:p>
              <a:p>
                <a:pPr marL="285750" indent="-285750">
                  <a:buFont typeface="Arial" panose="020B0604020202020204" pitchFamily="34" charset="0"/>
                  <a:buChar char="•"/>
                </a:pPr>
                <a:r>
                  <a:rPr lang="en-MY" dirty="0"/>
                  <a:t>Up: moves to (1,3) = -5</a:t>
                </a:r>
              </a:p>
              <a:p>
                <a:pPr marL="285750" indent="-285750">
                  <a:buFont typeface="Arial" panose="020B0604020202020204" pitchFamily="34" charset="0"/>
                  <a:buChar char="•"/>
                </a:pPr>
                <a:r>
                  <a:rPr lang="en-MY" dirty="0"/>
                  <a:t>Down: moves to (3,3) = -3</a:t>
                </a:r>
              </a:p>
              <a:p>
                <a:pPr marL="285750" indent="-285750">
                  <a:buFont typeface="Arial" panose="020B0604020202020204" pitchFamily="34" charset="0"/>
                  <a:buChar char="•"/>
                </a:pPr>
                <a:endParaRPr lang="en-MY" dirty="0"/>
              </a:p>
              <a:p>
                <a:pPr marL="0" indent="0">
                  <a:buFont typeface="Arial" panose="020B0604020202020204" pitchFamily="34" charset="0"/>
                  <a:buNone/>
                </a:pPr>
                <a:r>
                  <a:rPr lang="en-MY" dirty="0"/>
                  <a:t>Assuming</a:t>
                </a:r>
                <a:r>
                  <a:rPr lang="en-MY" baseline="0" dirty="0"/>
                  <a:t> </a:t>
                </a:r>
                <a14:m>
                  <m:oMath xmlns:m="http://schemas.openxmlformats.org/officeDocument/2006/math">
                    <m:r>
                      <a:rPr lang="en-US" b="0" i="1" baseline="0" smtClean="0">
                        <a:latin typeface="Cambria Math" panose="02040503050406030204" pitchFamily="18" charset="0"/>
                      </a:rPr>
                      <m:t>𝛾</m:t>
                    </m:r>
                    <m:r>
                      <a:rPr lang="en-US" b="0" i="1" baseline="0" smtClean="0">
                        <a:latin typeface="Cambria Math" panose="02040503050406030204" pitchFamily="18" charset="0"/>
                      </a:rPr>
                      <m:t>=1</m:t>
                    </m:r>
                  </m:oMath>
                </a14:m>
                <a:r>
                  <a:rPr lang="en-MY" dirty="0"/>
                  <a:t>, the updated </a:t>
                </a:r>
                <a14:m>
                  <m:oMath xmlns:m="http://schemas.openxmlformats.org/officeDocument/2006/math">
                    <m:r>
                      <a:rPr lang="en-US" b="0" i="1" baseline="0" smtClean="0">
                        <a:latin typeface="Cambria Math" panose="02040503050406030204" pitchFamily="18" charset="0"/>
                      </a:rPr>
                      <m:t>𝑣</m:t>
                    </m:r>
                    <m:d>
                      <m:dPr>
                        <m:ctrlPr>
                          <a:rPr lang="en-US" b="0" i="1" baseline="0" smtClean="0">
                            <a:latin typeface="Cambria Math" panose="02040503050406030204" pitchFamily="18" charset="0"/>
                          </a:rPr>
                        </m:ctrlPr>
                      </m:dPr>
                      <m:e>
                        <m:r>
                          <a:rPr lang="en-US" b="0" i="1" baseline="0" smtClean="0">
                            <a:latin typeface="Cambria Math" panose="02040503050406030204" pitchFamily="18" charset="0"/>
                          </a:rPr>
                          <m:t>2, 3</m:t>
                        </m:r>
                      </m:e>
                    </m:d>
                    <m:r>
                      <a:rPr lang="en-US" b="0" i="0" baseline="0" smtClean="0">
                        <a:latin typeface="Cambria Math" panose="02040503050406030204" pitchFamily="18" charset="0"/>
                      </a:rPr>
                      <m:t>=</m:t>
                    </m:r>
                    <m:r>
                      <m:rPr>
                        <m:sty m:val="p"/>
                      </m:rPr>
                      <a:rPr lang="en-US" b="0" i="0" baseline="0" smtClean="0">
                        <a:latin typeface="Cambria Math" panose="02040503050406030204" pitchFamily="18" charset="0"/>
                      </a:rPr>
                      <m:t>max</m:t>
                    </m:r>
                    <m:d>
                      <m:dPr>
                        <m:begChr m:val="{"/>
                        <m:endChr m:val="}"/>
                        <m:ctrlPr>
                          <a:rPr lang="en-US" b="0" i="0" baseline="0" smtClean="0">
                            <a:latin typeface="Cambria Math" panose="02040503050406030204" pitchFamily="18" charset="0"/>
                          </a:rPr>
                        </m:ctrlPr>
                      </m:dPr>
                      <m:e>
                        <m:d>
                          <m:dPr>
                            <m:ctrlPr>
                              <a:rPr lang="en-US" b="0" i="1" baseline="0" smtClean="0">
                                <a:latin typeface="Cambria Math" panose="02040503050406030204" pitchFamily="18" charset="0"/>
                              </a:rPr>
                            </m:ctrlPr>
                          </m:dPr>
                          <m:e>
                            <m:r>
                              <a:rPr lang="en-US" b="0" i="1" baseline="0" smtClean="0">
                                <a:latin typeface="Cambria Math" panose="02040503050406030204" pitchFamily="18" charset="0"/>
                              </a:rPr>
                              <m:t>−1+</m:t>
                            </m:r>
                            <m:r>
                              <a:rPr lang="en-US" b="0" i="1" baseline="0" smtClean="0">
                                <a:latin typeface="Cambria Math" panose="02040503050406030204" pitchFamily="18" charset="0"/>
                              </a:rPr>
                              <m:t>𝛾</m:t>
                            </m:r>
                            <m:r>
                              <a:rPr lang="en-US" b="0" i="1" baseline="0" smtClean="0">
                                <a:latin typeface="Cambria Math" panose="02040503050406030204" pitchFamily="18" charset="0"/>
                              </a:rPr>
                              <m:t>(−5)</m:t>
                            </m:r>
                          </m:e>
                        </m:d>
                        <m:r>
                          <a:rPr lang="en-US" b="0" i="1" baseline="0" smtClean="0">
                            <a:latin typeface="Cambria Math" panose="02040503050406030204" pitchFamily="18" charset="0"/>
                          </a:rPr>
                          <m:t>,</m:t>
                        </m:r>
                        <m:d>
                          <m:dPr>
                            <m:ctrlPr>
                              <a:rPr lang="en-US" b="0" i="1" baseline="0" smtClean="0">
                                <a:latin typeface="Cambria Math" panose="02040503050406030204" pitchFamily="18" charset="0"/>
                              </a:rPr>
                            </m:ctrlPr>
                          </m:dPr>
                          <m:e>
                            <m:r>
                              <a:rPr lang="en-US" b="0" i="1" baseline="0" smtClean="0">
                                <a:latin typeface="Cambria Math" panose="02040503050406030204" pitchFamily="18" charset="0"/>
                              </a:rPr>
                              <m:t>−1+</m:t>
                            </m:r>
                            <m:r>
                              <a:rPr lang="en-US" b="0" i="1" baseline="0" smtClean="0">
                                <a:latin typeface="Cambria Math" panose="02040503050406030204" pitchFamily="18" charset="0"/>
                              </a:rPr>
                              <m:t>𝛾</m:t>
                            </m:r>
                            <m:r>
                              <a:rPr lang="en-US" b="0" i="1" baseline="0" smtClean="0">
                                <a:latin typeface="Cambria Math" panose="02040503050406030204" pitchFamily="18" charset="0"/>
                              </a:rPr>
                              <m:t>(−5)</m:t>
                            </m:r>
                          </m:e>
                        </m:d>
                        <m:r>
                          <a:rPr lang="en-US" b="0" i="1" baseline="0" smtClean="0">
                            <a:latin typeface="Cambria Math" panose="02040503050406030204" pitchFamily="18" charset="0"/>
                          </a:rPr>
                          <m:t>,</m:t>
                        </m:r>
                        <m:d>
                          <m:dPr>
                            <m:ctrlPr>
                              <a:rPr lang="en-US" b="0" i="1" baseline="0" smtClean="0">
                                <a:latin typeface="Cambria Math" panose="02040503050406030204" pitchFamily="18" charset="0"/>
                              </a:rPr>
                            </m:ctrlPr>
                          </m:dPr>
                          <m:e>
                            <m:r>
                              <a:rPr lang="en-US" b="0" i="1" baseline="0" smtClean="0">
                                <a:latin typeface="Cambria Math" panose="02040503050406030204" pitchFamily="18" charset="0"/>
                              </a:rPr>
                              <m:t>−1+</m:t>
                            </m:r>
                            <m:r>
                              <a:rPr lang="en-US" b="0" i="1" baseline="0" smtClean="0">
                                <a:latin typeface="Cambria Math" panose="02040503050406030204" pitchFamily="18" charset="0"/>
                              </a:rPr>
                              <m:t>𝛾</m:t>
                            </m:r>
                            <m:r>
                              <a:rPr lang="en-US" b="0" i="1" baseline="0" smtClean="0">
                                <a:latin typeface="Cambria Math" panose="02040503050406030204" pitchFamily="18" charset="0"/>
                              </a:rPr>
                              <m:t>(−5)</m:t>
                            </m:r>
                          </m:e>
                        </m:d>
                        <m:r>
                          <a:rPr lang="en-US" b="0" i="1" baseline="0" smtClean="0">
                            <a:latin typeface="Cambria Math" panose="02040503050406030204" pitchFamily="18" charset="0"/>
                          </a:rPr>
                          <m:t>,</m:t>
                        </m:r>
                        <m:d>
                          <m:dPr>
                            <m:ctrlPr>
                              <a:rPr lang="en-US" b="0" i="1" baseline="0" smtClean="0">
                                <a:latin typeface="Cambria Math" panose="02040503050406030204" pitchFamily="18" charset="0"/>
                              </a:rPr>
                            </m:ctrlPr>
                          </m:dPr>
                          <m:e>
                            <m:r>
                              <a:rPr lang="en-US" b="0" i="1" baseline="0" smtClean="0">
                                <a:latin typeface="Cambria Math" panose="02040503050406030204" pitchFamily="18" charset="0"/>
                              </a:rPr>
                              <m:t>−1+</m:t>
                            </m:r>
                            <m:r>
                              <a:rPr lang="en-US" b="0" i="1" baseline="0" smtClean="0">
                                <a:latin typeface="Cambria Math" panose="02040503050406030204" pitchFamily="18" charset="0"/>
                              </a:rPr>
                              <m:t>𝛾</m:t>
                            </m:r>
                            <m:r>
                              <a:rPr lang="en-US" b="0" i="1" baseline="0" smtClean="0">
                                <a:latin typeface="Cambria Math" panose="02040503050406030204" pitchFamily="18" charset="0"/>
                              </a:rPr>
                              <m:t>(−3)</m:t>
                            </m:r>
                          </m:e>
                        </m:d>
                      </m:e>
                    </m:d>
                    <m:r>
                      <a:rPr lang="en-US" b="0" i="1" baseline="0" smtClean="0">
                        <a:latin typeface="Cambria Math" panose="02040503050406030204" pitchFamily="18" charset="0"/>
                      </a:rPr>
                      <m:t>=−4</m:t>
                    </m:r>
                  </m:oMath>
                </a14:m>
                <a:endParaRPr lang="en-MY" dirty="0"/>
              </a:p>
            </p:txBody>
          </p:sp>
        </mc:Choice>
        <mc:Fallback>
          <p:sp>
            <p:nvSpPr>
              <p:cNvPr id="3" name="Notes Placeholder 2"/>
              <p:cNvSpPr>
                <a:spLocks noGrp="1"/>
              </p:cNvSpPr>
              <p:nvPr>
                <p:ph type="body" idx="1"/>
              </p:nvPr>
            </p:nvSpPr>
            <p:spPr/>
            <p:txBody>
              <a:bodyPr/>
              <a:lstStyle/>
              <a:p>
                <a:r>
                  <a:rPr lang="en-US" dirty="0"/>
                  <a:t>In </a:t>
                </a:r>
                <a:r>
                  <a:rPr lang="en-US" b="0" i="0">
                    <a:latin typeface="Cambria Math" panose="02040503050406030204" pitchFamily="18" charset="0"/>
                  </a:rPr>
                  <a:t>𝑣_5</a:t>
                </a:r>
                <a:r>
                  <a:rPr lang="en-MY" dirty="0"/>
                  <a:t>, how to</a:t>
                </a:r>
                <a:r>
                  <a:rPr lang="en-MY" baseline="0" dirty="0"/>
                  <a:t> compute </a:t>
                </a:r>
                <a:r>
                  <a:rPr lang="en-US" b="0" i="0" baseline="0">
                    <a:latin typeface="Cambria Math" panose="02040503050406030204" pitchFamily="18" charset="0"/>
                  </a:rPr>
                  <a:t>𝑣(2, 3)</a:t>
                </a:r>
                <a:r>
                  <a:rPr lang="en-MY" dirty="0"/>
                  <a:t>?</a:t>
                </a:r>
              </a:p>
              <a:p>
                <a:pPr marL="285750" indent="-285750">
                  <a:buFont typeface="Arial" panose="020B0604020202020204" pitchFamily="34" charset="0"/>
                  <a:buChar char="•"/>
                </a:pPr>
                <a:r>
                  <a:rPr lang="en-MY" dirty="0"/>
                  <a:t>Right: moves to (2,4) = -5</a:t>
                </a:r>
              </a:p>
              <a:p>
                <a:pPr marL="285750" indent="-285750">
                  <a:buFont typeface="Arial" panose="020B0604020202020204" pitchFamily="34" charset="0"/>
                  <a:buChar char="•"/>
                </a:pPr>
                <a:r>
                  <a:rPr lang="en-MY" dirty="0"/>
                  <a:t>Left: moves to (2,2) = -5</a:t>
                </a:r>
              </a:p>
              <a:p>
                <a:pPr marL="285750" indent="-285750">
                  <a:buFont typeface="Arial" panose="020B0604020202020204" pitchFamily="34" charset="0"/>
                  <a:buChar char="•"/>
                </a:pPr>
                <a:r>
                  <a:rPr lang="en-MY" dirty="0"/>
                  <a:t>Up: moves to (1,3) = -5</a:t>
                </a:r>
              </a:p>
              <a:p>
                <a:pPr marL="285750" indent="-285750">
                  <a:buFont typeface="Arial" panose="020B0604020202020204" pitchFamily="34" charset="0"/>
                  <a:buChar char="•"/>
                </a:pPr>
                <a:r>
                  <a:rPr lang="en-MY" dirty="0"/>
                  <a:t>Down: moves to (3,3) = -3</a:t>
                </a:r>
              </a:p>
              <a:p>
                <a:pPr marL="285750" indent="-285750">
                  <a:buFont typeface="Arial" panose="020B0604020202020204" pitchFamily="34" charset="0"/>
                  <a:buChar char="•"/>
                </a:pPr>
                <a:endParaRPr lang="en-MY" dirty="0"/>
              </a:p>
              <a:p>
                <a:pPr marL="0" indent="0">
                  <a:buFont typeface="Arial" panose="020B0604020202020204" pitchFamily="34" charset="0"/>
                  <a:buNone/>
                </a:pPr>
                <a:r>
                  <a:rPr lang="en-MY" dirty="0"/>
                  <a:t>Assuming</a:t>
                </a:r>
                <a:r>
                  <a:rPr lang="en-MY" baseline="0" dirty="0"/>
                  <a:t> </a:t>
                </a:r>
                <a:r>
                  <a:rPr lang="en-US" b="0" i="0" baseline="0">
                    <a:latin typeface="Cambria Math" panose="02040503050406030204" pitchFamily="18" charset="0"/>
                  </a:rPr>
                  <a:t>𝛾=1</a:t>
                </a:r>
                <a:r>
                  <a:rPr lang="en-MY" dirty="0"/>
                  <a:t>, the updated </a:t>
                </a:r>
                <a:r>
                  <a:rPr lang="en-US" b="0" i="0" baseline="0">
                    <a:latin typeface="Cambria Math" panose="02040503050406030204" pitchFamily="18" charset="0"/>
                  </a:rPr>
                  <a:t>𝑣(2, 3)=max{(−1+𝛾(−5)),(−1+𝛾(−5)),(−1+𝛾(−5)),(−1+𝛾(−3))}=−4</a:t>
                </a:r>
                <a:endParaRPr lang="en-MY" dirty="0"/>
              </a:p>
            </p:txBody>
          </p:sp>
        </mc:Fallback>
      </mc:AlternateContent>
    </p:spTree>
    <p:extLst>
      <p:ext uri="{BB962C8B-B14F-4D97-AF65-F5344CB8AC3E}">
        <p14:creationId xmlns:p14="http://schemas.microsoft.com/office/powerpoint/2010/main" val="6688068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my first action is optimal, then I follow an optimal policy from next state, then the overall behavior is optimal. </a:t>
            </a:r>
          </a:p>
        </p:txBody>
      </p:sp>
    </p:spTree>
    <p:extLst>
      <p:ext uri="{BB962C8B-B14F-4D97-AF65-F5344CB8AC3E}">
        <p14:creationId xmlns:p14="http://schemas.microsoft.com/office/powerpoint/2010/main" val="10786130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www.monash.edu.au"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www.monash.edu.au" TargetMode="Externa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www.monash.edu.au" TargetMode="Externa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small footer">
    <p:spTree>
      <p:nvGrpSpPr>
        <p:cNvPr id="1" name=""/>
        <p:cNvGrpSpPr/>
        <p:nvPr/>
      </p:nvGrpSpPr>
      <p:grpSpPr>
        <a:xfrm>
          <a:off x="0" y="0"/>
          <a:ext cx="0" cy="0"/>
          <a:chOff x="0" y="0"/>
          <a:chExt cx="0" cy="0"/>
        </a:xfrm>
      </p:grpSpPr>
      <p:grpSp>
        <p:nvGrpSpPr>
          <p:cNvPr id="30" name="Group"/>
          <p:cNvGrpSpPr/>
          <p:nvPr/>
        </p:nvGrpSpPr>
        <p:grpSpPr>
          <a:xfrm>
            <a:off x="0" y="2636837"/>
            <a:ext cx="8515351" cy="3744914"/>
            <a:chOff x="0" y="0"/>
            <a:chExt cx="8515350" cy="3744912"/>
          </a:xfrm>
        </p:grpSpPr>
        <p:sp>
          <p:nvSpPr>
            <p:cNvPr id="27" name="Rectangle"/>
            <p:cNvSpPr/>
            <p:nvPr/>
          </p:nvSpPr>
          <p:spPr>
            <a:xfrm>
              <a:off x="0" y="0"/>
              <a:ext cx="8515350" cy="3202172"/>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8" name="Rounded Rectangle"/>
            <p:cNvSpPr/>
            <p:nvPr/>
          </p:nvSpPr>
          <p:spPr>
            <a:xfrm>
              <a:off x="3043837" y="2333786"/>
              <a:ext cx="5471514" cy="1411127"/>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9" name="Rectangle"/>
            <p:cNvSpPr/>
            <p:nvPr/>
          </p:nvSpPr>
          <p:spPr>
            <a:xfrm>
              <a:off x="0" y="922659"/>
              <a:ext cx="3783231" cy="2822254"/>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31" name="www.monash.edu.au"/>
          <p:cNvSpPr txBox="1"/>
          <p:nvPr/>
        </p:nvSpPr>
        <p:spPr>
          <a:xfrm>
            <a:off x="248562" y="6473180"/>
            <a:ext cx="2041288" cy="323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r>
              <a:t>www.monash.edu.au</a:t>
            </a:r>
          </a:p>
        </p:txBody>
      </p:sp>
      <p:sp>
        <p:nvSpPr>
          <p:cNvPr id="32" name="Line"/>
          <p:cNvSpPr/>
          <p:nvPr/>
        </p:nvSpPr>
        <p:spPr>
          <a:xfrm>
            <a:off x="0" y="24542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pic>
        <p:nvPicPr>
          <p:cNvPr id="33" name="A4 Mast_IT.jpg" descr="A4 Mast_IT.jpg"/>
          <p:cNvPicPr>
            <a:picLocks/>
          </p:cNvPicPr>
          <p:nvPr/>
        </p:nvPicPr>
        <p:blipFill>
          <a:blip r:embed="rId2"/>
          <a:stretch>
            <a:fillRect/>
          </a:stretch>
        </p:blipFill>
        <p:spPr>
          <a:xfrm>
            <a:off x="0" y="0"/>
            <a:ext cx="8847138" cy="1177925"/>
          </a:xfrm>
          <a:prstGeom prst="rect">
            <a:avLst/>
          </a:prstGeom>
          <a:ln w="12700">
            <a:miter lim="400000"/>
          </a:ln>
        </p:spPr>
      </p:pic>
      <p:sp>
        <p:nvSpPr>
          <p:cNvPr id="34" name="Bernd Meyer, June 2022"/>
          <p:cNvSpPr txBox="1"/>
          <p:nvPr/>
        </p:nvSpPr>
        <p:spPr>
          <a:xfrm>
            <a:off x="6224239" y="6473973"/>
            <a:ext cx="2369008" cy="323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r>
              <a:t>Bernd Meyer, June 2022</a:t>
            </a:r>
          </a:p>
        </p:txBody>
      </p:sp>
      <p:sp>
        <p:nvSpPr>
          <p:cNvPr id="35" name="Title Text"/>
          <p:cNvSpPr txBox="1">
            <a:spLocks noGrp="1"/>
          </p:cNvSpPr>
          <p:nvPr>
            <p:ph type="title"/>
          </p:nvPr>
        </p:nvSpPr>
        <p:spPr>
          <a:prstGeom prst="rect">
            <a:avLst/>
          </a:prstGeom>
        </p:spPr>
        <p:txBody>
          <a:bodyPr/>
          <a:lstStyle/>
          <a:p>
            <a:r>
              <a:t>Title Text</a:t>
            </a:r>
          </a:p>
        </p:txBody>
      </p:sp>
      <p:sp>
        <p:nvSpPr>
          <p:cNvPr id="36"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7" name="Slide Number"/>
          <p:cNvSpPr txBox="1">
            <a:spLocks noGrp="1"/>
          </p:cNvSpPr>
          <p:nvPr>
            <p:ph type="sldNum" sz="quarter" idx="2"/>
          </p:nvPr>
        </p:nvSpPr>
        <p:spPr>
          <a:xfrm>
            <a:off x="4407098" y="6388100"/>
            <a:ext cx="329804" cy="393700"/>
          </a:xfrm>
          <a:prstGeom prst="rect">
            <a:avLst/>
          </a:prstGeom>
        </p:spPr>
        <p:txBody>
          <a:bodyPr/>
          <a:lstStyle>
            <a:lvl1pPr>
              <a:defRPr sz="1600">
                <a:latin typeface="Comic Sans MS"/>
                <a:ea typeface="Comic Sans MS"/>
                <a:cs typeface="Comic Sans MS"/>
                <a:sym typeface="Comic Sans MS"/>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mp; Subtitle">
    <p:spTree>
      <p:nvGrpSpPr>
        <p:cNvPr id="1" name=""/>
        <p:cNvGrpSpPr/>
        <p:nvPr/>
      </p:nvGrpSpPr>
      <p:grpSpPr>
        <a:xfrm>
          <a:off x="0" y="0"/>
          <a:ext cx="0" cy="0"/>
          <a:chOff x="0" y="0"/>
          <a:chExt cx="0" cy="0"/>
        </a:xfrm>
      </p:grpSpPr>
      <p:sp>
        <p:nvSpPr>
          <p:cNvPr id="44" name="Title Text"/>
          <p:cNvSpPr txBox="1">
            <a:spLocks noGrp="1"/>
          </p:cNvSpPr>
          <p:nvPr>
            <p:ph type="title"/>
          </p:nvPr>
        </p:nvSpPr>
        <p:spPr>
          <a:xfrm>
            <a:off x="889000" y="1155700"/>
            <a:ext cx="7353300" cy="2324100"/>
          </a:xfrm>
          <a:prstGeom prst="rect">
            <a:avLst/>
          </a:prstGeom>
        </p:spPr>
        <p:txBody>
          <a:bodyPr anchor="b"/>
          <a:lstStyle>
            <a:lvl1pPr marL="0" marR="0" indent="0" algn="ctr" defTabSz="406400">
              <a:defRPr sz="5800">
                <a:uFillTx/>
                <a:latin typeface="+mj-lt"/>
                <a:ea typeface="+mj-ea"/>
                <a:cs typeface="+mj-cs"/>
                <a:sym typeface="Gill Sans"/>
              </a:defRPr>
            </a:lvl1pPr>
          </a:lstStyle>
          <a:p>
            <a:r>
              <a:t>Title Text</a:t>
            </a:r>
          </a:p>
        </p:txBody>
      </p:sp>
      <p:sp>
        <p:nvSpPr>
          <p:cNvPr id="45" name="Body Level One…"/>
          <p:cNvSpPr txBox="1">
            <a:spLocks noGrp="1"/>
          </p:cNvSpPr>
          <p:nvPr>
            <p:ph type="body" sz="quarter" idx="1"/>
          </p:nvPr>
        </p:nvSpPr>
        <p:spPr>
          <a:xfrm>
            <a:off x="889000" y="3530600"/>
            <a:ext cx="7353300" cy="800100"/>
          </a:xfrm>
          <a:prstGeom prst="rect">
            <a:avLst/>
          </a:prstGeom>
        </p:spPr>
        <p:txBody>
          <a:bodyPr/>
          <a:lstStyle>
            <a:lvl1pPr marL="0" marR="0" indent="0" algn="ctr" defTabSz="406400">
              <a:spcBef>
                <a:spcPts val="0"/>
              </a:spcBef>
              <a:buSzTx/>
              <a:buNone/>
              <a:defRPr sz="2400" b="0">
                <a:solidFill>
                  <a:srgbClr val="000000"/>
                </a:solidFill>
                <a:uFillTx/>
                <a:latin typeface="+mj-lt"/>
                <a:ea typeface="+mj-ea"/>
                <a:cs typeface="+mj-cs"/>
                <a:sym typeface="Gill Sans"/>
              </a:defRPr>
            </a:lvl1pPr>
            <a:lvl2pPr marL="0" marR="0" indent="0" algn="ctr" defTabSz="406400">
              <a:spcBef>
                <a:spcPts val="0"/>
              </a:spcBef>
              <a:buSzTx/>
              <a:buNone/>
              <a:defRPr sz="2400">
                <a:uFillTx/>
                <a:latin typeface="+mj-lt"/>
                <a:ea typeface="+mj-ea"/>
                <a:cs typeface="+mj-cs"/>
                <a:sym typeface="Gill Sans"/>
              </a:defRPr>
            </a:lvl2pPr>
            <a:lvl3pPr marL="0" marR="0" indent="0" algn="ctr" defTabSz="406400">
              <a:spcBef>
                <a:spcPts val="0"/>
              </a:spcBef>
              <a:buClrTx/>
              <a:buSzTx/>
              <a:buFontTx/>
              <a:buNone/>
              <a:defRPr>
                <a:uFillTx/>
                <a:latin typeface="+mj-lt"/>
                <a:ea typeface="+mj-ea"/>
                <a:cs typeface="+mj-cs"/>
                <a:sym typeface="Gill Sans"/>
              </a:defRPr>
            </a:lvl3pPr>
            <a:lvl4pPr marL="0" marR="0" indent="0" algn="ctr" defTabSz="406400">
              <a:spcBef>
                <a:spcPts val="0"/>
              </a:spcBef>
              <a:buSzTx/>
              <a:buNone/>
              <a:defRPr sz="2400">
                <a:uFillTx/>
                <a:latin typeface="+mj-lt"/>
                <a:ea typeface="+mj-ea"/>
                <a:cs typeface="+mj-cs"/>
                <a:sym typeface="Gill Sans"/>
              </a:defRPr>
            </a:lvl4pPr>
            <a:lvl5pPr marL="0" marR="0" indent="0" algn="ctr" defTabSz="406400">
              <a:spcBef>
                <a:spcPts val="0"/>
              </a:spcBef>
              <a:buSzTx/>
              <a:buNone/>
              <a:defRPr sz="2400">
                <a:uFillTx/>
                <a:latin typeface="+mj-lt"/>
                <a:ea typeface="+mj-ea"/>
                <a:cs typeface="+mj-c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46" name="Slide Number"/>
          <p:cNvSpPr txBox="1">
            <a:spLocks noGrp="1"/>
          </p:cNvSpPr>
          <p:nvPr>
            <p:ph type="sldNum" sz="quarter" idx="2"/>
          </p:nvPr>
        </p:nvSpPr>
        <p:spPr>
          <a:xfrm>
            <a:off x="4432300" y="6489700"/>
            <a:ext cx="266700" cy="279400"/>
          </a:xfrm>
          <a:prstGeom prst="rect">
            <a:avLst/>
          </a:prstGeom>
        </p:spPr>
        <p:txBody>
          <a:bodyPr/>
          <a:lstStyle>
            <a:lvl1pPr defTabSz="406400">
              <a:defRPr sz="1200">
                <a:uFillTx/>
                <a:latin typeface="+mj-lt"/>
                <a:ea typeface="+mj-ea"/>
                <a:cs typeface="+mj-cs"/>
                <a:sym typeface="Gill Sans"/>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normal - no footer">
    <p:spTree>
      <p:nvGrpSpPr>
        <p:cNvPr id="1" name=""/>
        <p:cNvGrpSpPr/>
        <p:nvPr/>
      </p:nvGrpSpPr>
      <p:grpSpPr>
        <a:xfrm>
          <a:off x="0" y="0"/>
          <a:ext cx="0" cy="0"/>
          <a:chOff x="0" y="0"/>
          <a:chExt cx="0" cy="0"/>
        </a:xfrm>
      </p:grpSpPr>
      <p:sp>
        <p:nvSpPr>
          <p:cNvPr id="53" name="Body Level One…"/>
          <p:cNvSpPr txBox="1">
            <a:spLocks noGrp="1"/>
          </p:cNvSpPr>
          <p:nvPr>
            <p:ph type="body" idx="1"/>
          </p:nvPr>
        </p:nvSpPr>
        <p:spPr>
          <a:xfrm>
            <a:off x="488156" y="1844675"/>
            <a:ext cx="7607301" cy="5013325"/>
          </a:xfrm>
          <a:prstGeom prst="rect">
            <a:avLst/>
          </a:prstGeom>
        </p:spPr>
        <p:txBody>
          <a:bodyPr/>
          <a:lstStyle>
            <a:lvl1pPr marL="457472" indent="-318407">
              <a:defRPr sz="2600">
                <a:solidFill>
                  <a:srgbClr val="000000"/>
                </a:solidFill>
              </a:defRPr>
            </a:lvl1pPr>
            <a:lvl2pPr marL="925121" indent="-263769">
              <a:defRPr sz="2400"/>
            </a:lvl2pPr>
            <a:lvl3pPr marL="1336039" indent="-209550">
              <a:defRPr sz="2200"/>
            </a:lvl3pPr>
            <a:lvl4pPr marL="1740217" indent="-205739">
              <a:defRPr sz="1800"/>
            </a:lvl4pPr>
            <a:lvl5pPr marL="2148204" indent="-205739">
              <a:defRPr sz="1800"/>
            </a:lvl5pPr>
          </a:lstStyle>
          <a:p>
            <a:r>
              <a:t>Body Level One</a:t>
            </a:r>
          </a:p>
          <a:p>
            <a:pPr lvl="1"/>
            <a:r>
              <a:t>Body Level Two</a:t>
            </a:r>
          </a:p>
          <a:p>
            <a:pPr lvl="2"/>
            <a:r>
              <a:t>Body Level Three</a:t>
            </a:r>
          </a:p>
          <a:p>
            <a:pPr lvl="3"/>
            <a:r>
              <a:t>Body Level Four</a:t>
            </a:r>
          </a:p>
          <a:p>
            <a:pPr lvl="4"/>
            <a:r>
              <a:t>Body Level Five</a:t>
            </a:r>
          </a:p>
        </p:txBody>
      </p:sp>
      <p:sp>
        <p:nvSpPr>
          <p:cNvPr id="54" name="Title Text"/>
          <p:cNvSpPr txBox="1">
            <a:spLocks noGrp="1"/>
          </p:cNvSpPr>
          <p:nvPr>
            <p:ph type="title"/>
          </p:nvPr>
        </p:nvSpPr>
        <p:spPr>
          <a:xfrm>
            <a:off x="455414" y="-1"/>
            <a:ext cx="8229601" cy="1535114"/>
          </a:xfrm>
          <a:prstGeom prst="rect">
            <a:avLst/>
          </a:prstGeom>
        </p:spPr>
        <p:txBody>
          <a:bodyPr/>
          <a:lstStyle>
            <a:lvl1pPr>
              <a:defRPr sz="3000"/>
            </a:lvl1pPr>
          </a:lstStyle>
          <a:p>
            <a:r>
              <a:t>Title Text</a:t>
            </a:r>
          </a:p>
        </p:txBody>
      </p:sp>
      <p:sp>
        <p:nvSpPr>
          <p:cNvPr id="55" name="Line"/>
          <p:cNvSpPr/>
          <p:nvPr/>
        </p:nvSpPr>
        <p:spPr>
          <a:xfrm>
            <a:off x="565397" y="1257795"/>
            <a:ext cx="8013205" cy="1"/>
          </a:xfrm>
          <a:prstGeom prst="line">
            <a:avLst/>
          </a:prstGeom>
          <a:ln w="3175">
            <a:solidFill>
              <a:srgbClr val="000000"/>
            </a:solidFill>
            <a:miter lim="400000"/>
          </a:ln>
        </p:spPr>
        <p:txBody>
          <a:bodyPr lIns="50800" tIns="50800" rIns="50800" bIns="50800" anchor="ctr"/>
          <a:lstStyle/>
          <a:p>
            <a:pPr>
              <a:defRPr sz="2600">
                <a:solidFill>
                  <a:srgbClr val="FFFFFF"/>
                </a:solidFill>
                <a:effectLst>
                  <a:outerShdw blurRad="38100" dist="12700" dir="5400000" rotWithShape="0">
                    <a:srgbClr val="000000">
                      <a:alpha val="50000"/>
                    </a:srgbClr>
                  </a:outerShdw>
                </a:effectLst>
              </a:defRPr>
            </a:pPr>
            <a:endParaRPr/>
          </a:p>
        </p:txBody>
      </p:sp>
      <p:sp>
        <p:nvSpPr>
          <p:cNvPr id="56" name="Slide Number"/>
          <p:cNvSpPr txBox="1">
            <a:spLocks noGrp="1"/>
          </p:cNvSpPr>
          <p:nvPr>
            <p:ph type="sldNum" sz="quarter" idx="2"/>
          </p:nvPr>
        </p:nvSpPr>
        <p:spPr>
          <a:xfrm>
            <a:off x="8862980" y="6587419"/>
            <a:ext cx="320602" cy="318036"/>
          </a:xfrm>
          <a:prstGeom prst="rect">
            <a:avLst/>
          </a:prstGeom>
        </p:spPr>
        <p:txBody>
          <a:bodyPr/>
          <a:lstStyle>
            <a:lvl1pPr defTabSz="584200">
              <a:defRPr sz="1400">
                <a:solidFill>
                  <a:schemeClr val="tx1"/>
                </a:solidFill>
              </a:defRPr>
            </a:lvl1pPr>
          </a:lstStyle>
          <a:p>
            <a:fld id="{86CB4B4D-7CA3-9044-876B-883B54F8677D}" type="slidenum">
              <a:rPr lang="en-US" smtClean="0"/>
              <a:pPr/>
              <a:t>‹#›</a:t>
            </a:fld>
            <a:endParaRPr lang="en-US"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normal">
    <p:spTree>
      <p:nvGrpSpPr>
        <p:cNvPr id="1" name=""/>
        <p:cNvGrpSpPr/>
        <p:nvPr/>
      </p:nvGrpSpPr>
      <p:grpSpPr>
        <a:xfrm>
          <a:off x="0" y="0"/>
          <a:ext cx="0" cy="0"/>
          <a:chOff x="0" y="0"/>
          <a:chExt cx="0" cy="0"/>
        </a:xfrm>
      </p:grpSpPr>
      <p:grpSp>
        <p:nvGrpSpPr>
          <p:cNvPr id="66" name="Group"/>
          <p:cNvGrpSpPr/>
          <p:nvPr/>
        </p:nvGrpSpPr>
        <p:grpSpPr>
          <a:xfrm>
            <a:off x="0" y="1362075"/>
            <a:ext cx="8515351" cy="4659313"/>
            <a:chOff x="0" y="0"/>
            <a:chExt cx="8515350" cy="4659312"/>
          </a:xfrm>
        </p:grpSpPr>
        <p:sp>
          <p:nvSpPr>
            <p:cNvPr id="63" name="Rectangle"/>
            <p:cNvSpPr/>
            <p:nvPr/>
          </p:nvSpPr>
          <p:spPr>
            <a:xfrm>
              <a:off x="0" y="0"/>
              <a:ext cx="8515350" cy="3984050"/>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64"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65" name="Rectangle"/>
            <p:cNvSpPr/>
            <p:nvPr/>
          </p:nvSpPr>
          <p:spPr>
            <a:xfrm>
              <a:off x="0" y="1147946"/>
              <a:ext cx="3783231" cy="351136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67" name="www.monash.edu.au"/>
          <p:cNvSpPr txBox="1"/>
          <p:nvPr/>
        </p:nvSpPr>
        <p:spPr>
          <a:xfrm>
            <a:off x="6806947" y="6090443"/>
            <a:ext cx="1805494" cy="30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400" u="sng">
                <a:uFill>
                  <a:solidFill>
                    <a:srgbClr val="000000"/>
                  </a:solidFill>
                </a:uFill>
                <a:latin typeface="+mn-lt"/>
                <a:ea typeface="+mn-ea"/>
                <a:cs typeface="+mn-cs"/>
                <a:sym typeface="Arial"/>
                <a:hlinkClick r:id="rId2"/>
              </a:defRPr>
            </a:lvl1pPr>
          </a:lstStyle>
          <a:p>
            <a:pPr>
              <a:defRPr u="none"/>
            </a:pPr>
            <a:r>
              <a:rPr u="sng">
                <a:hlinkClick r:id="rId2"/>
              </a:rPr>
              <a:t>www.monash.edu.au</a:t>
            </a:r>
          </a:p>
        </p:txBody>
      </p:sp>
      <p:sp>
        <p:nvSpPr>
          <p:cNvPr id="68" name="Line"/>
          <p:cNvSpPr/>
          <p:nvPr/>
        </p:nvSpPr>
        <p:spPr>
          <a:xfrm>
            <a:off x="0" y="1323975"/>
            <a:ext cx="8515350" cy="1588"/>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pic>
        <p:nvPicPr>
          <p:cNvPr id="69" name="Monash_IT_C.jpg" descr="Monash_IT_C.jpg"/>
          <p:cNvPicPr>
            <a:picLocks/>
          </p:cNvPicPr>
          <p:nvPr/>
        </p:nvPicPr>
        <p:blipFill>
          <a:blip r:embed="rId3"/>
          <a:stretch>
            <a:fillRect/>
          </a:stretch>
        </p:blipFill>
        <p:spPr>
          <a:xfrm>
            <a:off x="568325" y="6203950"/>
            <a:ext cx="2936875" cy="460375"/>
          </a:xfrm>
          <a:prstGeom prst="rect">
            <a:avLst/>
          </a:prstGeom>
          <a:ln w="12700">
            <a:miter lim="400000"/>
          </a:ln>
        </p:spPr>
      </p:pic>
      <p:sp>
        <p:nvSpPr>
          <p:cNvPr id="70" name="Title Text"/>
          <p:cNvSpPr txBox="1">
            <a:spLocks noGrp="1"/>
          </p:cNvSpPr>
          <p:nvPr>
            <p:ph type="title"/>
          </p:nvPr>
        </p:nvSpPr>
        <p:spPr>
          <a:prstGeom prst="rect">
            <a:avLst/>
          </a:prstGeom>
        </p:spPr>
        <p:txBody>
          <a:bodyPr/>
          <a:lstStyle/>
          <a:p>
            <a:r>
              <a:t>Title Text</a:t>
            </a:r>
          </a:p>
        </p:txBody>
      </p:sp>
      <p:sp>
        <p:nvSpPr>
          <p:cNvPr id="7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30AB6918-3722-B44C-B546-9F5EA570800D}"/>
              </a:ext>
            </a:extLst>
          </p:cNvPr>
          <p:cNvSpPr txBox="1">
            <a:spLocks noGrp="1"/>
          </p:cNvSpPr>
          <p:nvPr>
            <p:ph type="sldNum" sz="quarter" idx="2"/>
          </p:nvPr>
        </p:nvSpPr>
        <p:spPr>
          <a:xfrm>
            <a:off x="8878209" y="6633139"/>
            <a:ext cx="290144" cy="287258"/>
          </a:xfrm>
          <a:prstGeom prst="rect">
            <a:avLst/>
          </a:prstGeom>
        </p:spPr>
        <p:txBody>
          <a:bodyPr/>
          <a:lstStyle>
            <a:lvl1pPr defTabSz="584200">
              <a:defRPr sz="1200">
                <a:solidFill>
                  <a:schemeClr val="tx1"/>
                </a:solidFill>
              </a:defRPr>
            </a:lvl1pPr>
          </a:lstStyle>
          <a:p>
            <a:fld id="{86CB4B4D-7CA3-9044-876B-883B54F8677D}" type="slidenum">
              <a:rPr lang="en-US" smtClean="0"/>
              <a:pPr/>
              <a:t>‹#›</a:t>
            </a:fld>
            <a:endParaRPr lang="en-US"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 Center">
    <p:spTree>
      <p:nvGrpSpPr>
        <p:cNvPr id="1" name=""/>
        <p:cNvGrpSpPr/>
        <p:nvPr/>
      </p:nvGrpSpPr>
      <p:grpSpPr>
        <a:xfrm>
          <a:off x="0" y="0"/>
          <a:ext cx="0" cy="0"/>
          <a:chOff x="0" y="0"/>
          <a:chExt cx="0" cy="0"/>
        </a:xfrm>
      </p:grpSpPr>
      <p:sp>
        <p:nvSpPr>
          <p:cNvPr id="79" name="Title Text"/>
          <p:cNvSpPr txBox="1">
            <a:spLocks noGrp="1"/>
          </p:cNvSpPr>
          <p:nvPr>
            <p:ph type="title"/>
          </p:nvPr>
        </p:nvSpPr>
        <p:spPr>
          <a:xfrm>
            <a:off x="1812726" y="2558355"/>
            <a:ext cx="5518548" cy="1741290"/>
          </a:xfrm>
          <a:prstGeom prst="rect">
            <a:avLst/>
          </a:prstGeom>
        </p:spPr>
        <p:txBody>
          <a:bodyPr lIns="26789" tIns="26789" rIns="26789" bIns="26789">
            <a:normAutofit/>
          </a:bodyPr>
          <a:lstStyle>
            <a:lvl1pPr marL="0" marR="0" indent="0" algn="ctr" defTabSz="410765">
              <a:defRPr sz="5600">
                <a:uFillTx/>
                <a:latin typeface="Helvetica Light"/>
                <a:ea typeface="Helvetica Light"/>
                <a:cs typeface="Helvetica Light"/>
                <a:sym typeface="Helvetica Light"/>
              </a:defRPr>
            </a:lvl1pPr>
          </a:lstStyle>
          <a:p>
            <a:r>
              <a:t>Title Text</a:t>
            </a:r>
          </a:p>
        </p:txBody>
      </p:sp>
      <p:sp>
        <p:nvSpPr>
          <p:cNvPr id="80" name="Slide Number"/>
          <p:cNvSpPr txBox="1">
            <a:spLocks noGrp="1"/>
          </p:cNvSpPr>
          <p:nvPr>
            <p:ph type="sldNum" sz="quarter" idx="2"/>
          </p:nvPr>
        </p:nvSpPr>
        <p:spPr>
          <a:xfrm>
            <a:off x="4450777" y="5736208"/>
            <a:ext cx="235748" cy="231379"/>
          </a:xfrm>
          <a:prstGeom prst="rect">
            <a:avLst/>
          </a:prstGeom>
        </p:spPr>
        <p:txBody>
          <a:bodyPr lIns="26789" tIns="26789" rIns="26789" bIns="26789"/>
          <a:lstStyle>
            <a:lvl1pPr defTabSz="410765">
              <a:defRPr sz="1200">
                <a:uFillTx/>
                <a:latin typeface="Helvetica Light"/>
                <a:ea typeface="Helvetica Light"/>
                <a:cs typeface="Helvetica Light"/>
                <a:sym typeface="Helvetica Light"/>
              </a:defRPr>
            </a:lvl1p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87" name="Title Text"/>
          <p:cNvSpPr txBox="1">
            <a:spLocks noGrp="1"/>
          </p:cNvSpPr>
          <p:nvPr>
            <p:ph type="title"/>
          </p:nvPr>
        </p:nvSpPr>
        <p:spPr>
          <a:xfrm>
            <a:off x="669726" y="26789"/>
            <a:ext cx="7804548" cy="1134838"/>
          </a:xfrm>
          <a:prstGeom prst="rect">
            <a:avLst/>
          </a:prstGeom>
        </p:spPr>
        <p:txBody>
          <a:bodyPr lIns="35718" tIns="35718" rIns="35718" bIns="35718">
            <a:normAutofit/>
          </a:bodyPr>
          <a:lstStyle>
            <a:lvl1pPr marL="0" marR="0" indent="0" algn="ctr" defTabSz="410765">
              <a:defRPr sz="4400" b="1">
                <a:uFillTx/>
                <a:latin typeface="Helvetica"/>
                <a:ea typeface="Helvetica"/>
                <a:cs typeface="Helvetica"/>
                <a:sym typeface="Helvetica"/>
              </a:defRPr>
            </a:lvl1pPr>
          </a:lstStyle>
          <a:p>
            <a:r>
              <a:t>Title Text</a:t>
            </a:r>
          </a:p>
        </p:txBody>
      </p:sp>
      <p:sp>
        <p:nvSpPr>
          <p:cNvPr id="88" name="Slide Number"/>
          <p:cNvSpPr txBox="1">
            <a:spLocks noGrp="1"/>
          </p:cNvSpPr>
          <p:nvPr>
            <p:ph type="sldNum" sz="quarter" idx="2"/>
          </p:nvPr>
        </p:nvSpPr>
        <p:spPr>
          <a:xfrm>
            <a:off x="4440732" y="6505277"/>
            <a:ext cx="253607" cy="249238"/>
          </a:xfrm>
          <a:prstGeom prst="rect">
            <a:avLst/>
          </a:prstGeom>
        </p:spPr>
        <p:txBody>
          <a:bodyPr lIns="35718" tIns="35718" rIns="35718" bIns="35718"/>
          <a:lstStyle>
            <a:lvl1pPr defTabSz="410765">
              <a:defRPr sz="1200">
                <a:uFillTx/>
                <a:latin typeface="Helvetica Light"/>
                <a:ea typeface="Helvetica Light"/>
                <a:cs typeface="Helvetica Light"/>
                <a:sym typeface="Helvetica Light"/>
              </a:defRPr>
            </a:lvl1p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small footer">
    <p:spTree>
      <p:nvGrpSpPr>
        <p:cNvPr id="1" name=""/>
        <p:cNvGrpSpPr/>
        <p:nvPr/>
      </p:nvGrpSpPr>
      <p:grpSpPr>
        <a:xfrm>
          <a:off x="0" y="0"/>
          <a:ext cx="0" cy="0"/>
          <a:chOff x="0" y="0"/>
          <a:chExt cx="0" cy="0"/>
        </a:xfrm>
      </p:grpSpPr>
      <p:grpSp>
        <p:nvGrpSpPr>
          <p:cNvPr id="30" name="Group"/>
          <p:cNvGrpSpPr/>
          <p:nvPr/>
        </p:nvGrpSpPr>
        <p:grpSpPr>
          <a:xfrm>
            <a:off x="0" y="2636837"/>
            <a:ext cx="8515351" cy="3744914"/>
            <a:chOff x="0" y="0"/>
            <a:chExt cx="8515350" cy="3744912"/>
          </a:xfrm>
        </p:grpSpPr>
        <p:sp>
          <p:nvSpPr>
            <p:cNvPr id="27" name="Rectangle"/>
            <p:cNvSpPr/>
            <p:nvPr/>
          </p:nvSpPr>
          <p:spPr>
            <a:xfrm>
              <a:off x="0" y="0"/>
              <a:ext cx="8515350" cy="3202172"/>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8" name="Rounded Rectangle"/>
            <p:cNvSpPr/>
            <p:nvPr/>
          </p:nvSpPr>
          <p:spPr>
            <a:xfrm>
              <a:off x="3043837" y="2333786"/>
              <a:ext cx="5471514" cy="1411127"/>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9" name="Rectangle"/>
            <p:cNvSpPr/>
            <p:nvPr/>
          </p:nvSpPr>
          <p:spPr>
            <a:xfrm>
              <a:off x="0" y="922659"/>
              <a:ext cx="3783231" cy="2822254"/>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31" name="www.monash.edu.au"/>
          <p:cNvSpPr txBox="1"/>
          <p:nvPr/>
        </p:nvSpPr>
        <p:spPr>
          <a:xfrm>
            <a:off x="248562" y="6473180"/>
            <a:ext cx="2041288" cy="323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r>
              <a:t>www.monash.edu.au</a:t>
            </a:r>
          </a:p>
        </p:txBody>
      </p:sp>
      <p:sp>
        <p:nvSpPr>
          <p:cNvPr id="32" name="Line"/>
          <p:cNvSpPr/>
          <p:nvPr/>
        </p:nvSpPr>
        <p:spPr>
          <a:xfrm>
            <a:off x="0" y="24542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pic>
        <p:nvPicPr>
          <p:cNvPr id="33" name="A4 Mast_IT.jpg" descr="A4 Mast_IT.jpg"/>
          <p:cNvPicPr>
            <a:picLocks/>
          </p:cNvPicPr>
          <p:nvPr/>
        </p:nvPicPr>
        <p:blipFill>
          <a:blip r:embed="rId2"/>
          <a:stretch>
            <a:fillRect/>
          </a:stretch>
        </p:blipFill>
        <p:spPr>
          <a:xfrm>
            <a:off x="0" y="0"/>
            <a:ext cx="8847138" cy="1177925"/>
          </a:xfrm>
          <a:prstGeom prst="rect">
            <a:avLst/>
          </a:prstGeom>
          <a:ln w="12700">
            <a:miter lim="400000"/>
          </a:ln>
        </p:spPr>
      </p:pic>
      <p:sp>
        <p:nvSpPr>
          <p:cNvPr id="34" name="Bernd Meyer, July 2023"/>
          <p:cNvSpPr txBox="1"/>
          <p:nvPr/>
        </p:nvSpPr>
        <p:spPr>
          <a:xfrm>
            <a:off x="6252616" y="6473973"/>
            <a:ext cx="2312254" cy="323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r>
              <a:t>Bernd Meyer, July 2023</a:t>
            </a:r>
          </a:p>
        </p:txBody>
      </p:sp>
      <p:sp>
        <p:nvSpPr>
          <p:cNvPr id="35" name="Title Text"/>
          <p:cNvSpPr txBox="1">
            <a:spLocks noGrp="1"/>
          </p:cNvSpPr>
          <p:nvPr>
            <p:ph type="title"/>
          </p:nvPr>
        </p:nvSpPr>
        <p:spPr>
          <a:prstGeom prst="rect">
            <a:avLst/>
          </a:prstGeom>
        </p:spPr>
        <p:txBody>
          <a:bodyPr/>
          <a:lstStyle/>
          <a:p>
            <a:r>
              <a:t>Title Text</a:t>
            </a:r>
          </a:p>
        </p:txBody>
      </p:sp>
      <p:sp>
        <p:nvSpPr>
          <p:cNvPr id="36"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7" name="Slide Number"/>
          <p:cNvSpPr txBox="1">
            <a:spLocks noGrp="1"/>
          </p:cNvSpPr>
          <p:nvPr>
            <p:ph type="sldNum" sz="quarter" idx="2"/>
          </p:nvPr>
        </p:nvSpPr>
        <p:spPr>
          <a:xfrm>
            <a:off x="4407098" y="6388100"/>
            <a:ext cx="329804" cy="393700"/>
          </a:xfrm>
          <a:prstGeom prst="rect">
            <a:avLst/>
          </a:prstGeom>
        </p:spPr>
        <p:txBody>
          <a:bodyPr/>
          <a:lstStyle>
            <a:lvl1pPr>
              <a:defRPr sz="1600">
                <a:latin typeface="Comic Sans MS"/>
                <a:ea typeface="Comic Sans MS"/>
                <a:cs typeface="Comic Sans MS"/>
                <a:sym typeface="Comic Sans MS"/>
              </a:defRPr>
            </a:lvl1pPr>
          </a:lstStyle>
          <a:p>
            <a:fld id="{86CB4B4D-7CA3-9044-876B-883B54F8677D}" type="slidenum">
              <a:t>‹#›</a:t>
            </a:fld>
            <a:endParaRPr/>
          </a:p>
        </p:txBody>
      </p:sp>
    </p:spTree>
    <p:extLst>
      <p:ext uri="{BB962C8B-B14F-4D97-AF65-F5344CB8AC3E}">
        <p14:creationId xmlns:p14="http://schemas.microsoft.com/office/powerpoint/2010/main" val="2301591294"/>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Title &amp; Subtitle">
    <p:spTree>
      <p:nvGrpSpPr>
        <p:cNvPr id="1" name=""/>
        <p:cNvGrpSpPr/>
        <p:nvPr/>
      </p:nvGrpSpPr>
      <p:grpSpPr>
        <a:xfrm>
          <a:off x="0" y="0"/>
          <a:ext cx="0" cy="0"/>
          <a:chOff x="0" y="0"/>
          <a:chExt cx="0" cy="0"/>
        </a:xfrm>
      </p:grpSpPr>
      <p:sp>
        <p:nvSpPr>
          <p:cNvPr id="44" name="Title Text"/>
          <p:cNvSpPr txBox="1">
            <a:spLocks noGrp="1"/>
          </p:cNvSpPr>
          <p:nvPr>
            <p:ph type="title"/>
          </p:nvPr>
        </p:nvSpPr>
        <p:spPr>
          <a:xfrm>
            <a:off x="889000" y="1155700"/>
            <a:ext cx="7353300" cy="2324100"/>
          </a:xfrm>
          <a:prstGeom prst="rect">
            <a:avLst/>
          </a:prstGeom>
        </p:spPr>
        <p:txBody>
          <a:bodyPr anchor="b"/>
          <a:lstStyle>
            <a:lvl1pPr marL="0" marR="0" indent="0" algn="ctr" defTabSz="406400">
              <a:defRPr sz="5800">
                <a:uFillTx/>
                <a:latin typeface="+mj-lt"/>
                <a:ea typeface="+mj-ea"/>
                <a:cs typeface="+mj-cs"/>
                <a:sym typeface="Gill Sans"/>
              </a:defRPr>
            </a:lvl1pPr>
          </a:lstStyle>
          <a:p>
            <a:r>
              <a:t>Title Text</a:t>
            </a:r>
          </a:p>
        </p:txBody>
      </p:sp>
      <p:sp>
        <p:nvSpPr>
          <p:cNvPr id="45" name="Body Level One…"/>
          <p:cNvSpPr txBox="1">
            <a:spLocks noGrp="1"/>
          </p:cNvSpPr>
          <p:nvPr>
            <p:ph type="body" sz="quarter" idx="1"/>
          </p:nvPr>
        </p:nvSpPr>
        <p:spPr>
          <a:xfrm>
            <a:off x="889000" y="3530600"/>
            <a:ext cx="7353300" cy="800100"/>
          </a:xfrm>
          <a:prstGeom prst="rect">
            <a:avLst/>
          </a:prstGeom>
        </p:spPr>
        <p:txBody>
          <a:bodyPr/>
          <a:lstStyle>
            <a:lvl1pPr marL="0" marR="0" indent="0" algn="ctr" defTabSz="406400">
              <a:spcBef>
                <a:spcPts val="0"/>
              </a:spcBef>
              <a:buSzTx/>
              <a:buNone/>
              <a:defRPr sz="2400" b="0">
                <a:solidFill>
                  <a:srgbClr val="000000"/>
                </a:solidFill>
                <a:uFillTx/>
                <a:latin typeface="+mj-lt"/>
                <a:ea typeface="+mj-ea"/>
                <a:cs typeface="+mj-cs"/>
                <a:sym typeface="Gill Sans"/>
              </a:defRPr>
            </a:lvl1pPr>
            <a:lvl2pPr marL="0" marR="0" indent="0" algn="ctr" defTabSz="406400">
              <a:spcBef>
                <a:spcPts val="0"/>
              </a:spcBef>
              <a:buSzTx/>
              <a:buNone/>
              <a:defRPr sz="2400">
                <a:uFillTx/>
                <a:latin typeface="+mj-lt"/>
                <a:ea typeface="+mj-ea"/>
                <a:cs typeface="+mj-cs"/>
                <a:sym typeface="Gill Sans"/>
              </a:defRPr>
            </a:lvl2pPr>
            <a:lvl3pPr marL="0" marR="0" indent="0" algn="ctr" defTabSz="406400">
              <a:spcBef>
                <a:spcPts val="0"/>
              </a:spcBef>
              <a:buClrTx/>
              <a:buSzTx/>
              <a:buFontTx/>
              <a:buNone/>
              <a:defRPr>
                <a:uFillTx/>
                <a:latin typeface="+mj-lt"/>
                <a:ea typeface="+mj-ea"/>
                <a:cs typeface="+mj-cs"/>
                <a:sym typeface="Gill Sans"/>
              </a:defRPr>
            </a:lvl3pPr>
            <a:lvl4pPr marL="0" marR="0" indent="0" algn="ctr" defTabSz="406400">
              <a:spcBef>
                <a:spcPts val="0"/>
              </a:spcBef>
              <a:buSzTx/>
              <a:buNone/>
              <a:defRPr sz="2400">
                <a:uFillTx/>
                <a:latin typeface="+mj-lt"/>
                <a:ea typeface="+mj-ea"/>
                <a:cs typeface="+mj-cs"/>
                <a:sym typeface="Gill Sans"/>
              </a:defRPr>
            </a:lvl4pPr>
            <a:lvl5pPr marL="0" marR="0" indent="0" algn="ctr" defTabSz="406400">
              <a:spcBef>
                <a:spcPts val="0"/>
              </a:spcBef>
              <a:buSzTx/>
              <a:buNone/>
              <a:defRPr sz="2400">
                <a:uFillTx/>
                <a:latin typeface="+mj-lt"/>
                <a:ea typeface="+mj-ea"/>
                <a:cs typeface="+mj-c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46" name="Slide Number"/>
          <p:cNvSpPr txBox="1">
            <a:spLocks noGrp="1"/>
          </p:cNvSpPr>
          <p:nvPr>
            <p:ph type="sldNum" sz="quarter" idx="2"/>
          </p:nvPr>
        </p:nvSpPr>
        <p:spPr>
          <a:xfrm>
            <a:off x="4432300" y="6489700"/>
            <a:ext cx="266700" cy="279400"/>
          </a:xfrm>
          <a:prstGeom prst="rect">
            <a:avLst/>
          </a:prstGeom>
        </p:spPr>
        <p:txBody>
          <a:bodyPr/>
          <a:lstStyle>
            <a:lvl1pPr defTabSz="406400">
              <a:defRPr sz="1200">
                <a:uFillTx/>
                <a:latin typeface="+mj-lt"/>
                <a:ea typeface="+mj-ea"/>
                <a:cs typeface="+mj-cs"/>
                <a:sym typeface="Gill Sans"/>
              </a:defRPr>
            </a:lvl1pPr>
          </a:lstStyle>
          <a:p>
            <a:fld id="{86CB4B4D-7CA3-9044-876B-883B54F8677D}" type="slidenum">
              <a:t>‹#›</a:t>
            </a:fld>
            <a:endParaRPr/>
          </a:p>
        </p:txBody>
      </p:sp>
    </p:spTree>
    <p:extLst>
      <p:ext uri="{BB962C8B-B14F-4D97-AF65-F5344CB8AC3E}">
        <p14:creationId xmlns:p14="http://schemas.microsoft.com/office/powerpoint/2010/main" val="2675621423"/>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normal - no footer">
    <p:spTree>
      <p:nvGrpSpPr>
        <p:cNvPr id="1" name=""/>
        <p:cNvGrpSpPr/>
        <p:nvPr/>
      </p:nvGrpSpPr>
      <p:grpSpPr>
        <a:xfrm>
          <a:off x="0" y="0"/>
          <a:ext cx="0" cy="0"/>
          <a:chOff x="0" y="0"/>
          <a:chExt cx="0" cy="0"/>
        </a:xfrm>
      </p:grpSpPr>
      <p:sp>
        <p:nvSpPr>
          <p:cNvPr id="53" name="Body Level One…"/>
          <p:cNvSpPr txBox="1">
            <a:spLocks noGrp="1"/>
          </p:cNvSpPr>
          <p:nvPr>
            <p:ph type="body" idx="1"/>
          </p:nvPr>
        </p:nvSpPr>
        <p:spPr>
          <a:xfrm>
            <a:off x="488156" y="1844675"/>
            <a:ext cx="7607301" cy="5013325"/>
          </a:xfrm>
          <a:prstGeom prst="rect">
            <a:avLst/>
          </a:prstGeom>
        </p:spPr>
        <p:txBody>
          <a:bodyPr/>
          <a:lstStyle>
            <a:lvl1pPr marL="457472" indent="-318407">
              <a:defRPr sz="2600">
                <a:solidFill>
                  <a:srgbClr val="000000"/>
                </a:solidFill>
              </a:defRPr>
            </a:lvl1pPr>
            <a:lvl2pPr marL="925121" indent="-263769">
              <a:defRPr sz="2400"/>
            </a:lvl2pPr>
            <a:lvl3pPr marL="1336039" indent="-209550">
              <a:defRPr sz="2200"/>
            </a:lvl3pPr>
            <a:lvl4pPr marL="1740217" indent="-205739">
              <a:defRPr sz="1800"/>
            </a:lvl4pPr>
            <a:lvl5pPr marL="2148204" indent="-205739">
              <a:defRPr sz="1800"/>
            </a:lvl5pPr>
          </a:lstStyle>
          <a:p>
            <a:r>
              <a:t>Body Level One</a:t>
            </a:r>
          </a:p>
          <a:p>
            <a:pPr lvl="1"/>
            <a:r>
              <a:t>Body Level Two</a:t>
            </a:r>
          </a:p>
          <a:p>
            <a:pPr lvl="2"/>
            <a:r>
              <a:t>Body Level Three</a:t>
            </a:r>
          </a:p>
          <a:p>
            <a:pPr lvl="3"/>
            <a:r>
              <a:t>Body Level Four</a:t>
            </a:r>
          </a:p>
          <a:p>
            <a:pPr lvl="4"/>
            <a:r>
              <a:t>Body Level Five</a:t>
            </a:r>
          </a:p>
        </p:txBody>
      </p:sp>
      <p:sp>
        <p:nvSpPr>
          <p:cNvPr id="54" name="Title Text"/>
          <p:cNvSpPr txBox="1">
            <a:spLocks noGrp="1"/>
          </p:cNvSpPr>
          <p:nvPr>
            <p:ph type="title"/>
          </p:nvPr>
        </p:nvSpPr>
        <p:spPr>
          <a:xfrm>
            <a:off x="455414" y="-1"/>
            <a:ext cx="8229601" cy="1535114"/>
          </a:xfrm>
          <a:prstGeom prst="rect">
            <a:avLst/>
          </a:prstGeom>
        </p:spPr>
        <p:txBody>
          <a:bodyPr/>
          <a:lstStyle>
            <a:lvl1pPr>
              <a:defRPr sz="3000"/>
            </a:lvl1pPr>
          </a:lstStyle>
          <a:p>
            <a:r>
              <a:t>Title Text</a:t>
            </a:r>
          </a:p>
        </p:txBody>
      </p:sp>
      <p:sp>
        <p:nvSpPr>
          <p:cNvPr id="55" name="Line"/>
          <p:cNvSpPr/>
          <p:nvPr/>
        </p:nvSpPr>
        <p:spPr>
          <a:xfrm>
            <a:off x="565397" y="1257795"/>
            <a:ext cx="8013205" cy="1"/>
          </a:xfrm>
          <a:prstGeom prst="line">
            <a:avLst/>
          </a:prstGeom>
          <a:ln w="3175">
            <a:solidFill>
              <a:srgbClr val="000000"/>
            </a:solidFill>
            <a:miter lim="400000"/>
          </a:ln>
        </p:spPr>
        <p:txBody>
          <a:bodyPr lIns="50800" tIns="50800" rIns="50800" bIns="50800" anchor="ctr"/>
          <a:lstStyle/>
          <a:p>
            <a:pPr>
              <a:defRPr sz="2600">
                <a:solidFill>
                  <a:srgbClr val="FFFFFF"/>
                </a:solidFill>
                <a:effectLst>
                  <a:outerShdw blurRad="38100" dist="12700" dir="5400000" rotWithShape="0">
                    <a:srgbClr val="000000">
                      <a:alpha val="50000"/>
                    </a:srgbClr>
                  </a:outerShdw>
                </a:effectLst>
              </a:defRPr>
            </a:pPr>
            <a:endParaRPr/>
          </a:p>
        </p:txBody>
      </p:sp>
      <p:sp>
        <p:nvSpPr>
          <p:cNvPr id="56" name="Slide Number"/>
          <p:cNvSpPr txBox="1">
            <a:spLocks noGrp="1"/>
          </p:cNvSpPr>
          <p:nvPr>
            <p:ph type="sldNum" sz="quarter" idx="2"/>
          </p:nvPr>
        </p:nvSpPr>
        <p:spPr>
          <a:xfrm>
            <a:off x="7537381" y="6400800"/>
            <a:ext cx="241438" cy="224861"/>
          </a:xfrm>
          <a:prstGeom prst="rect">
            <a:avLst/>
          </a:prstGeom>
        </p:spPr>
        <p:txBody>
          <a:bodyPr/>
          <a:lstStyle>
            <a:lvl1pPr defTabSz="584200">
              <a:defRPr sz="900"/>
            </a:lvl1pPr>
          </a:lstStyle>
          <a:p>
            <a:fld id="{86CB4B4D-7CA3-9044-876B-883B54F8677D}" type="slidenum">
              <a:t>‹#›</a:t>
            </a:fld>
            <a:endParaRPr/>
          </a:p>
        </p:txBody>
      </p:sp>
    </p:spTree>
    <p:extLst>
      <p:ext uri="{BB962C8B-B14F-4D97-AF65-F5344CB8AC3E}">
        <p14:creationId xmlns:p14="http://schemas.microsoft.com/office/powerpoint/2010/main" val="2019219543"/>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normal">
    <p:spTree>
      <p:nvGrpSpPr>
        <p:cNvPr id="1" name=""/>
        <p:cNvGrpSpPr/>
        <p:nvPr/>
      </p:nvGrpSpPr>
      <p:grpSpPr>
        <a:xfrm>
          <a:off x="0" y="0"/>
          <a:ext cx="0" cy="0"/>
          <a:chOff x="0" y="0"/>
          <a:chExt cx="0" cy="0"/>
        </a:xfrm>
      </p:grpSpPr>
      <p:grpSp>
        <p:nvGrpSpPr>
          <p:cNvPr id="66" name="Group"/>
          <p:cNvGrpSpPr/>
          <p:nvPr/>
        </p:nvGrpSpPr>
        <p:grpSpPr>
          <a:xfrm>
            <a:off x="0" y="1362075"/>
            <a:ext cx="8515351" cy="4659313"/>
            <a:chOff x="0" y="0"/>
            <a:chExt cx="8515350" cy="4659312"/>
          </a:xfrm>
        </p:grpSpPr>
        <p:sp>
          <p:nvSpPr>
            <p:cNvPr id="63" name="Rectangle"/>
            <p:cNvSpPr/>
            <p:nvPr/>
          </p:nvSpPr>
          <p:spPr>
            <a:xfrm>
              <a:off x="0" y="0"/>
              <a:ext cx="8515350" cy="3984050"/>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64"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65" name="Rectangle"/>
            <p:cNvSpPr/>
            <p:nvPr/>
          </p:nvSpPr>
          <p:spPr>
            <a:xfrm>
              <a:off x="0" y="1147946"/>
              <a:ext cx="3783231" cy="351136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67" name="www.monash.edu.au"/>
          <p:cNvSpPr txBox="1"/>
          <p:nvPr/>
        </p:nvSpPr>
        <p:spPr>
          <a:xfrm>
            <a:off x="6806947" y="6090443"/>
            <a:ext cx="1805494" cy="30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400" u="sng">
                <a:uFill>
                  <a:solidFill>
                    <a:srgbClr val="000000"/>
                  </a:solidFill>
                </a:uFill>
                <a:latin typeface="+mn-lt"/>
                <a:ea typeface="+mn-ea"/>
                <a:cs typeface="+mn-cs"/>
                <a:sym typeface="Arial"/>
                <a:hlinkClick r:id="" action="ppaction://noaction"/>
              </a:defRPr>
            </a:lvl1pPr>
          </a:lstStyle>
          <a:p>
            <a:pPr>
              <a:defRPr u="none"/>
            </a:pPr>
            <a:r>
              <a:rPr u="sng">
                <a:hlinkClick r:id="rId2"/>
              </a:rPr>
              <a:t>www.monash.edu.au</a:t>
            </a:r>
          </a:p>
        </p:txBody>
      </p:sp>
      <p:sp>
        <p:nvSpPr>
          <p:cNvPr id="68" name="Line"/>
          <p:cNvSpPr/>
          <p:nvPr/>
        </p:nvSpPr>
        <p:spPr>
          <a:xfrm>
            <a:off x="0" y="1323975"/>
            <a:ext cx="8515350" cy="1588"/>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pic>
        <p:nvPicPr>
          <p:cNvPr id="69" name="Monash_IT_C.jpg" descr="Monash_IT_C.jpg"/>
          <p:cNvPicPr>
            <a:picLocks/>
          </p:cNvPicPr>
          <p:nvPr/>
        </p:nvPicPr>
        <p:blipFill>
          <a:blip r:embed="rId3"/>
          <a:stretch>
            <a:fillRect/>
          </a:stretch>
        </p:blipFill>
        <p:spPr>
          <a:xfrm>
            <a:off x="568325" y="6203950"/>
            <a:ext cx="2936875" cy="460375"/>
          </a:xfrm>
          <a:prstGeom prst="rect">
            <a:avLst/>
          </a:prstGeom>
          <a:ln w="12700">
            <a:miter lim="400000"/>
          </a:ln>
        </p:spPr>
      </p:pic>
      <p:sp>
        <p:nvSpPr>
          <p:cNvPr id="70" name="Title Text"/>
          <p:cNvSpPr txBox="1">
            <a:spLocks noGrp="1"/>
          </p:cNvSpPr>
          <p:nvPr>
            <p:ph type="title"/>
          </p:nvPr>
        </p:nvSpPr>
        <p:spPr>
          <a:prstGeom prst="rect">
            <a:avLst/>
          </a:prstGeom>
        </p:spPr>
        <p:txBody>
          <a:bodyPr/>
          <a:lstStyle/>
          <a:p>
            <a:r>
              <a:t>Title Text</a:t>
            </a:r>
          </a:p>
        </p:txBody>
      </p:sp>
      <p:sp>
        <p:nvSpPr>
          <p:cNvPr id="7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800152537"/>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normal blank">
    <p:spTree>
      <p:nvGrpSpPr>
        <p:cNvPr id="1" name=""/>
        <p:cNvGrpSpPr/>
        <p:nvPr/>
      </p:nvGrpSpPr>
      <p:grpSpPr>
        <a:xfrm>
          <a:off x="0" y="0"/>
          <a:ext cx="0" cy="0"/>
          <a:chOff x="0" y="0"/>
          <a:chExt cx="0" cy="0"/>
        </a:xfrm>
      </p:grpSpPr>
      <p:grpSp>
        <p:nvGrpSpPr>
          <p:cNvPr id="82" name="Group"/>
          <p:cNvGrpSpPr/>
          <p:nvPr/>
        </p:nvGrpSpPr>
        <p:grpSpPr>
          <a:xfrm>
            <a:off x="0" y="1362075"/>
            <a:ext cx="8515351" cy="4659313"/>
            <a:chOff x="0" y="0"/>
            <a:chExt cx="8515350" cy="4659312"/>
          </a:xfrm>
        </p:grpSpPr>
        <p:sp>
          <p:nvSpPr>
            <p:cNvPr id="79" name="Rectangle"/>
            <p:cNvSpPr/>
            <p:nvPr/>
          </p:nvSpPr>
          <p:spPr>
            <a:xfrm>
              <a:off x="0" y="0"/>
              <a:ext cx="8515350" cy="3984050"/>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80"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81" name="Rectangle"/>
            <p:cNvSpPr/>
            <p:nvPr/>
          </p:nvSpPr>
          <p:spPr>
            <a:xfrm>
              <a:off x="0" y="1147946"/>
              <a:ext cx="3783231" cy="351136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83" name="www.monash.edu.au"/>
          <p:cNvSpPr txBox="1"/>
          <p:nvPr/>
        </p:nvSpPr>
        <p:spPr>
          <a:xfrm>
            <a:off x="6806947" y="6090443"/>
            <a:ext cx="1805494" cy="30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400" u="sng">
                <a:uFill>
                  <a:solidFill>
                    <a:srgbClr val="000000"/>
                  </a:solidFill>
                </a:uFill>
                <a:latin typeface="+mn-lt"/>
                <a:ea typeface="+mn-ea"/>
                <a:cs typeface="+mn-cs"/>
                <a:sym typeface="Arial"/>
                <a:hlinkClick r:id="" action="ppaction://noaction"/>
              </a:defRPr>
            </a:lvl1pPr>
          </a:lstStyle>
          <a:p>
            <a:pPr>
              <a:defRPr u="none"/>
            </a:pPr>
            <a:r>
              <a:rPr u="sng">
                <a:hlinkClick r:id="rId2"/>
              </a:rPr>
              <a:t>www.monash.edu.au</a:t>
            </a:r>
          </a:p>
        </p:txBody>
      </p:sp>
      <p:sp>
        <p:nvSpPr>
          <p:cNvPr id="84" name="Line"/>
          <p:cNvSpPr/>
          <p:nvPr/>
        </p:nvSpPr>
        <p:spPr>
          <a:xfrm>
            <a:off x="0" y="1323975"/>
            <a:ext cx="8515350" cy="1588"/>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pic>
        <p:nvPicPr>
          <p:cNvPr id="85" name="Monash_IT_C.jpg" descr="Monash_IT_C.jpg"/>
          <p:cNvPicPr>
            <a:picLocks/>
          </p:cNvPicPr>
          <p:nvPr/>
        </p:nvPicPr>
        <p:blipFill>
          <a:blip r:embed="rId3"/>
          <a:stretch>
            <a:fillRect/>
          </a:stretch>
        </p:blipFill>
        <p:spPr>
          <a:xfrm>
            <a:off x="568325" y="6203950"/>
            <a:ext cx="2936875" cy="460375"/>
          </a:xfrm>
          <a:prstGeom prst="rect">
            <a:avLst/>
          </a:prstGeom>
          <a:ln w="12700">
            <a:miter lim="400000"/>
          </a:ln>
        </p:spPr>
      </p:pic>
      <p:sp>
        <p:nvSpPr>
          <p:cNvPr id="86" name="Title Text"/>
          <p:cNvSpPr txBox="1">
            <a:spLocks noGrp="1"/>
          </p:cNvSpPr>
          <p:nvPr>
            <p:ph type="title"/>
          </p:nvPr>
        </p:nvSpPr>
        <p:spPr>
          <a:prstGeom prst="rect">
            <a:avLst/>
          </a:prstGeom>
        </p:spPr>
        <p:txBody>
          <a:bodyPr/>
          <a:lstStyle/>
          <a:p>
            <a:r>
              <a:t>Title Text</a:t>
            </a:r>
          </a:p>
        </p:txBody>
      </p:sp>
      <p:sp>
        <p:nvSpPr>
          <p:cNvPr id="8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982081581"/>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Default">
    <p:bg>
      <p:bgPr>
        <a:solidFill>
          <a:srgbClr val="8C735A"/>
        </a:solidFill>
        <a:effectLst/>
      </p:bgPr>
    </p:bg>
    <p:spTree>
      <p:nvGrpSpPr>
        <p:cNvPr id="1" name=""/>
        <p:cNvGrpSpPr/>
        <p:nvPr/>
      </p:nvGrpSpPr>
      <p:grpSpPr>
        <a:xfrm>
          <a:off x="0" y="0"/>
          <a:ext cx="0" cy="0"/>
          <a:chOff x="0" y="0"/>
          <a:chExt cx="0" cy="0"/>
        </a:xfrm>
      </p:grpSpPr>
      <p:grpSp>
        <p:nvGrpSpPr>
          <p:cNvPr id="109" name="Group"/>
          <p:cNvGrpSpPr/>
          <p:nvPr/>
        </p:nvGrpSpPr>
        <p:grpSpPr>
          <a:xfrm>
            <a:off x="0" y="0"/>
            <a:ext cx="8872538" cy="6858000"/>
            <a:chOff x="0" y="0"/>
            <a:chExt cx="8872537" cy="6858000"/>
          </a:xfrm>
        </p:grpSpPr>
        <p:sp>
          <p:nvSpPr>
            <p:cNvPr id="107" name="Rectangle"/>
            <p:cNvSpPr/>
            <p:nvPr/>
          </p:nvSpPr>
          <p:spPr>
            <a:xfrm>
              <a:off x="533400" y="238124"/>
              <a:ext cx="8339138" cy="6391277"/>
            </a:xfrm>
            <a:prstGeom prst="rect">
              <a:avLst/>
            </a:prstGeom>
            <a:blipFill rotWithShape="1">
              <a:blip r:embed="rId2"/>
              <a:srcRect/>
              <a:tile tx="0" ty="0" sx="100000" sy="100000" flip="none" algn="tl"/>
            </a:blipFill>
            <a:ln w="12700" cap="flat">
              <a:noFill/>
              <a:miter lim="400000"/>
            </a:ln>
            <a:effectLst/>
          </p:spPr>
          <p:txBody>
            <a:bodyPr wrap="square" lIns="45719" tIns="45719" rIns="45719" bIns="45719" numCol="1" anchor="ctr">
              <a:noAutofit/>
            </a:bodyPr>
            <a:lstStyle/>
            <a:p>
              <a:pPr algn="l" defTabSz="914400">
                <a:defRPr sz="2400">
                  <a:solidFill>
                    <a:srgbClr val="402000"/>
                  </a:solidFill>
                  <a:latin typeface="Times New Roman"/>
                  <a:ea typeface="Times New Roman"/>
                  <a:cs typeface="Times New Roman"/>
                  <a:sym typeface="Times New Roman"/>
                </a:defRPr>
              </a:pPr>
              <a:endParaRPr/>
            </a:p>
          </p:txBody>
        </p:sp>
        <p:pic>
          <p:nvPicPr>
            <p:cNvPr id="108" name="minispir.png" descr="minispir.png"/>
            <p:cNvPicPr>
              <a:picLocks noChangeAspect="1"/>
            </p:cNvPicPr>
            <p:nvPr/>
          </p:nvPicPr>
          <p:blipFill>
            <a:blip r:embed="rId3"/>
            <a:stretch>
              <a:fillRect/>
            </a:stretch>
          </p:blipFill>
          <p:spPr>
            <a:xfrm>
              <a:off x="0" y="0"/>
              <a:ext cx="1063625" cy="6858000"/>
            </a:xfrm>
            <a:prstGeom prst="rect">
              <a:avLst/>
            </a:prstGeom>
            <a:ln w="12700" cap="flat">
              <a:noFill/>
              <a:miter lim="400000"/>
            </a:ln>
            <a:effectLst/>
          </p:spPr>
        </p:pic>
      </p:grpSp>
      <p:sp>
        <p:nvSpPr>
          <p:cNvPr id="110" name="Title Text"/>
          <p:cNvSpPr txBox="1">
            <a:spLocks noGrp="1"/>
          </p:cNvSpPr>
          <p:nvPr>
            <p:ph type="title"/>
          </p:nvPr>
        </p:nvSpPr>
        <p:spPr>
          <a:xfrm>
            <a:off x="962025" y="1925637"/>
            <a:ext cx="7772400" cy="1143001"/>
          </a:xfrm>
          <a:prstGeom prst="rect">
            <a:avLst/>
          </a:prstGeom>
        </p:spPr>
        <p:txBody>
          <a:bodyPr lIns="45719" tIns="45719" rIns="45719" bIns="45719">
            <a:normAutofit/>
          </a:bodyPr>
          <a:lstStyle>
            <a:lvl1pPr marL="0" marR="0" indent="0" algn="ctr">
              <a:defRPr sz="4400">
                <a:solidFill>
                  <a:srgbClr val="996633"/>
                </a:solidFill>
                <a:uFillTx/>
                <a:latin typeface="Times New Roman"/>
                <a:ea typeface="Times New Roman"/>
                <a:cs typeface="Times New Roman"/>
                <a:sym typeface="Times New Roman"/>
              </a:defRPr>
            </a:lvl1pPr>
          </a:lstStyle>
          <a:p>
            <a:r>
              <a:t>Title Text</a:t>
            </a:r>
          </a:p>
        </p:txBody>
      </p:sp>
      <p:sp>
        <p:nvSpPr>
          <p:cNvPr id="111" name="Body Level One…"/>
          <p:cNvSpPr txBox="1">
            <a:spLocks noGrp="1"/>
          </p:cNvSpPr>
          <p:nvPr>
            <p:ph type="body" sz="quarter" idx="1"/>
          </p:nvPr>
        </p:nvSpPr>
        <p:spPr>
          <a:xfrm>
            <a:off x="1647825" y="3738562"/>
            <a:ext cx="6400800" cy="1752601"/>
          </a:xfrm>
          <a:prstGeom prst="rect">
            <a:avLst/>
          </a:prstGeom>
        </p:spPr>
        <p:txBody>
          <a:bodyPr lIns="45719" tIns="45719" rIns="45719" bIns="45719">
            <a:normAutofit/>
          </a:bodyPr>
          <a:lstStyle>
            <a:lvl1pPr marL="0" marR="0" indent="0" algn="ctr">
              <a:spcBef>
                <a:spcPts val="700"/>
              </a:spcBef>
              <a:buSzTx/>
              <a:buNone/>
              <a:defRPr sz="3200" b="0">
                <a:solidFill>
                  <a:srgbClr val="A08366"/>
                </a:solidFill>
                <a:uFillTx/>
                <a:latin typeface="Times New Roman"/>
                <a:ea typeface="Times New Roman"/>
                <a:cs typeface="Times New Roman"/>
                <a:sym typeface="Times New Roman"/>
              </a:defRPr>
            </a:lvl1pPr>
            <a:lvl2pPr marL="0" marR="0" indent="457200" algn="ctr">
              <a:spcBef>
                <a:spcPts val="700"/>
              </a:spcBef>
              <a:buSzTx/>
              <a:buNone/>
              <a:defRPr sz="3200">
                <a:solidFill>
                  <a:srgbClr val="A08366"/>
                </a:solidFill>
                <a:uFillTx/>
                <a:latin typeface="Times New Roman"/>
                <a:ea typeface="Times New Roman"/>
                <a:cs typeface="Times New Roman"/>
                <a:sym typeface="Times New Roman"/>
              </a:defRPr>
            </a:lvl2pPr>
            <a:lvl3pPr marL="0" marR="0" indent="914400" algn="ctr">
              <a:spcBef>
                <a:spcPts val="700"/>
              </a:spcBef>
              <a:buClrTx/>
              <a:buSzTx/>
              <a:buFontTx/>
              <a:buNone/>
              <a:defRPr sz="3200">
                <a:solidFill>
                  <a:srgbClr val="A08366"/>
                </a:solidFill>
                <a:uFillTx/>
                <a:latin typeface="Times New Roman"/>
                <a:ea typeface="Times New Roman"/>
                <a:cs typeface="Times New Roman"/>
                <a:sym typeface="Times New Roman"/>
              </a:defRPr>
            </a:lvl3pPr>
            <a:lvl4pPr marL="0" marR="0" indent="1371600" algn="ctr">
              <a:spcBef>
                <a:spcPts val="700"/>
              </a:spcBef>
              <a:buSzTx/>
              <a:buNone/>
              <a:defRPr sz="3200">
                <a:solidFill>
                  <a:srgbClr val="A08366"/>
                </a:solidFill>
                <a:uFillTx/>
                <a:latin typeface="Times New Roman"/>
                <a:ea typeface="Times New Roman"/>
                <a:cs typeface="Times New Roman"/>
                <a:sym typeface="Times New Roman"/>
              </a:defRPr>
            </a:lvl4pPr>
            <a:lvl5pPr marL="0" marR="0" indent="1828800" algn="ctr">
              <a:spcBef>
                <a:spcPts val="700"/>
              </a:spcBef>
              <a:buSzTx/>
              <a:buNone/>
              <a:defRPr sz="3200">
                <a:solidFill>
                  <a:srgbClr val="A08366"/>
                </a:solidFill>
                <a:uFillTx/>
                <a:latin typeface="Times New Roman"/>
                <a:ea typeface="Times New Roman"/>
                <a:cs typeface="Times New Roman"/>
                <a:sym typeface="Times New Roman"/>
              </a:defRPr>
            </a:lvl5pPr>
          </a:lstStyle>
          <a:p>
            <a:r>
              <a:t>Body Level One</a:t>
            </a:r>
          </a:p>
          <a:p>
            <a:pPr lvl="1"/>
            <a:r>
              <a:t>Body Level Two</a:t>
            </a:r>
          </a:p>
          <a:p>
            <a:pPr lvl="2"/>
            <a:r>
              <a:t>Body Level Three</a:t>
            </a:r>
          </a:p>
          <a:p>
            <a:pPr lvl="3"/>
            <a:r>
              <a:t>Body Level Four</a:t>
            </a:r>
          </a:p>
          <a:p>
            <a:pPr lvl="4"/>
            <a:r>
              <a:t>Body Level Five</a:t>
            </a:r>
          </a:p>
        </p:txBody>
      </p:sp>
      <p:sp>
        <p:nvSpPr>
          <p:cNvPr id="112" name="Slide Number"/>
          <p:cNvSpPr txBox="1">
            <a:spLocks noGrp="1"/>
          </p:cNvSpPr>
          <p:nvPr>
            <p:ph type="sldNum" sz="quarter" idx="2"/>
          </p:nvPr>
        </p:nvSpPr>
        <p:spPr>
          <a:xfrm>
            <a:off x="8452484" y="6100762"/>
            <a:ext cx="281941" cy="287088"/>
          </a:xfrm>
          <a:prstGeom prst="rect">
            <a:avLst/>
          </a:prstGeom>
        </p:spPr>
        <p:txBody>
          <a:bodyPr lIns="45719" tIns="45719" rIns="45719" bIns="45719"/>
          <a:lstStyle>
            <a:lvl1pPr algn="r" defTabSz="914400">
              <a:spcBef>
                <a:spcPts val="800"/>
              </a:spcBef>
              <a:defRPr sz="1400">
                <a:solidFill>
                  <a:srgbClr val="A08366"/>
                </a:solidFill>
                <a:uFillTx/>
                <a:latin typeface="Times New Roman"/>
                <a:ea typeface="Times New Roman"/>
                <a:cs typeface="Times New Roman"/>
                <a:sym typeface="Times New Roman"/>
              </a:defRPr>
            </a:lvl1pPr>
          </a:lstStyle>
          <a:p>
            <a:fld id="{86CB4B4D-7CA3-9044-876B-883B54F8677D}" type="slidenum">
              <a:t>‹#›</a:t>
            </a:fld>
            <a:endParaRPr/>
          </a:p>
        </p:txBody>
      </p:sp>
    </p:spTree>
    <p:extLst>
      <p:ext uri="{BB962C8B-B14F-4D97-AF65-F5344CB8AC3E}">
        <p14:creationId xmlns:p14="http://schemas.microsoft.com/office/powerpoint/2010/main" val="2714894563"/>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1_Default">
    <p:bg>
      <p:bgPr>
        <a:solidFill>
          <a:srgbClr val="8C735A"/>
        </a:solidFill>
        <a:effectLst/>
      </p:bgPr>
    </p:bg>
    <p:spTree>
      <p:nvGrpSpPr>
        <p:cNvPr id="1" name=""/>
        <p:cNvGrpSpPr/>
        <p:nvPr/>
      </p:nvGrpSpPr>
      <p:grpSpPr>
        <a:xfrm>
          <a:off x="0" y="0"/>
          <a:ext cx="0" cy="0"/>
          <a:chOff x="0" y="0"/>
          <a:chExt cx="0" cy="0"/>
        </a:xfrm>
      </p:grpSpPr>
      <p:grpSp>
        <p:nvGrpSpPr>
          <p:cNvPr id="122" name="Group"/>
          <p:cNvGrpSpPr/>
          <p:nvPr/>
        </p:nvGrpSpPr>
        <p:grpSpPr>
          <a:xfrm>
            <a:off x="0" y="0"/>
            <a:ext cx="8872538" cy="6858000"/>
            <a:chOff x="0" y="0"/>
            <a:chExt cx="8872537" cy="6858000"/>
          </a:xfrm>
        </p:grpSpPr>
        <p:sp>
          <p:nvSpPr>
            <p:cNvPr id="119" name="Rectangle"/>
            <p:cNvSpPr/>
            <p:nvPr/>
          </p:nvSpPr>
          <p:spPr>
            <a:xfrm>
              <a:off x="533400" y="238124"/>
              <a:ext cx="8339138" cy="6391277"/>
            </a:xfrm>
            <a:prstGeom prst="rect">
              <a:avLst/>
            </a:prstGeom>
            <a:solidFill>
              <a:srgbClr val="FBFAE2"/>
            </a:solidFill>
            <a:ln w="12700" cap="flat">
              <a:noFill/>
              <a:miter lim="400000"/>
            </a:ln>
            <a:effectLst/>
          </p:spPr>
          <p:txBody>
            <a:bodyPr wrap="square" lIns="45719" tIns="45719" rIns="45719" bIns="45719" numCol="1" anchor="ctr">
              <a:noAutofit/>
            </a:bodyPr>
            <a:lstStyle/>
            <a:p>
              <a:pPr algn="l" defTabSz="914400">
                <a:defRPr sz="2400">
                  <a:solidFill>
                    <a:srgbClr val="402000"/>
                  </a:solidFill>
                  <a:latin typeface="Times New Roman"/>
                  <a:ea typeface="Times New Roman"/>
                  <a:cs typeface="Times New Roman"/>
                  <a:sym typeface="Times New Roman"/>
                </a:defRPr>
              </a:pPr>
              <a:endParaRPr/>
            </a:p>
          </p:txBody>
        </p:sp>
        <p:pic>
          <p:nvPicPr>
            <p:cNvPr id="120" name="minispir.png" descr="minispir.png"/>
            <p:cNvPicPr>
              <a:picLocks noChangeAspect="1"/>
            </p:cNvPicPr>
            <p:nvPr/>
          </p:nvPicPr>
          <p:blipFill>
            <a:blip r:embed="rId2"/>
            <a:stretch>
              <a:fillRect/>
            </a:stretch>
          </p:blipFill>
          <p:spPr>
            <a:xfrm>
              <a:off x="0" y="0"/>
              <a:ext cx="1063625" cy="6858000"/>
            </a:xfrm>
            <a:prstGeom prst="rect">
              <a:avLst/>
            </a:prstGeom>
            <a:ln w="12700" cap="flat">
              <a:noFill/>
              <a:miter lim="400000"/>
            </a:ln>
            <a:effectLst/>
          </p:spPr>
        </p:pic>
        <p:sp>
          <p:nvSpPr>
            <p:cNvPr id="121" name="Line"/>
            <p:cNvSpPr/>
            <p:nvPr/>
          </p:nvSpPr>
          <p:spPr>
            <a:xfrm>
              <a:off x="1016000" y="1600200"/>
              <a:ext cx="7747000" cy="0"/>
            </a:xfrm>
            <a:prstGeom prst="line">
              <a:avLst/>
            </a:prstGeom>
            <a:noFill/>
            <a:ln w="3175" cap="flat">
              <a:solidFill>
                <a:srgbClr val="A08366"/>
              </a:solidFill>
              <a:prstDash val="solid"/>
              <a:round/>
            </a:ln>
            <a:effectLst/>
          </p:spPr>
          <p:txBody>
            <a:bodyPr wrap="square" lIns="45719" tIns="45719" rIns="45719" bIns="45719" numCol="1" anchor="t">
              <a:noAutofit/>
            </a:bodyPr>
            <a:lstStyle/>
            <a:p>
              <a:pPr algn="l" defTabSz="914400">
                <a:defRPr sz="2400">
                  <a:solidFill>
                    <a:srgbClr val="402000"/>
                  </a:solidFill>
                  <a:latin typeface="Times New Roman"/>
                  <a:ea typeface="Times New Roman"/>
                  <a:cs typeface="Times New Roman"/>
                  <a:sym typeface="Times New Roman"/>
                </a:defRPr>
              </a:pPr>
              <a:endParaRPr/>
            </a:p>
          </p:txBody>
        </p:sp>
      </p:grpSp>
      <p:sp>
        <p:nvSpPr>
          <p:cNvPr id="123" name="Title Text"/>
          <p:cNvSpPr txBox="1">
            <a:spLocks noGrp="1"/>
          </p:cNvSpPr>
          <p:nvPr>
            <p:ph type="title"/>
          </p:nvPr>
        </p:nvSpPr>
        <p:spPr>
          <a:xfrm>
            <a:off x="990600" y="457200"/>
            <a:ext cx="7772400" cy="1143000"/>
          </a:xfrm>
          <a:prstGeom prst="rect">
            <a:avLst/>
          </a:prstGeom>
        </p:spPr>
        <p:txBody>
          <a:bodyPr lIns="45719" tIns="45719" rIns="45719" bIns="45719">
            <a:normAutofit/>
          </a:bodyPr>
          <a:lstStyle>
            <a:lvl1pPr marL="0" marR="0" indent="0">
              <a:defRPr sz="4400">
                <a:solidFill>
                  <a:srgbClr val="996633"/>
                </a:solidFill>
                <a:uFillTx/>
                <a:latin typeface="Times New Roman"/>
                <a:ea typeface="Times New Roman"/>
                <a:cs typeface="Times New Roman"/>
                <a:sym typeface="Times New Roman"/>
              </a:defRPr>
            </a:lvl1pPr>
          </a:lstStyle>
          <a:p>
            <a:r>
              <a:t>Title Text</a:t>
            </a:r>
          </a:p>
        </p:txBody>
      </p:sp>
      <p:sp>
        <p:nvSpPr>
          <p:cNvPr id="124" name="Body Level One…"/>
          <p:cNvSpPr txBox="1">
            <a:spLocks noGrp="1"/>
          </p:cNvSpPr>
          <p:nvPr>
            <p:ph type="body" idx="1"/>
          </p:nvPr>
        </p:nvSpPr>
        <p:spPr>
          <a:xfrm>
            <a:off x="990600" y="1828800"/>
            <a:ext cx="7772400" cy="4114800"/>
          </a:xfrm>
          <a:prstGeom prst="rect">
            <a:avLst/>
          </a:prstGeom>
        </p:spPr>
        <p:txBody>
          <a:bodyPr lIns="45719" tIns="45719" rIns="45719" bIns="45719">
            <a:normAutofit/>
          </a:bodyPr>
          <a:lstStyle>
            <a:lvl1pPr marL="342900" marR="0">
              <a:spcBef>
                <a:spcPts val="700"/>
              </a:spcBef>
              <a:buClr>
                <a:srgbClr val="CE9964"/>
              </a:buClr>
              <a:buSzPct val="90000"/>
              <a:buChar char="»"/>
              <a:defRPr sz="3200" b="0">
                <a:solidFill>
                  <a:srgbClr val="402000"/>
                </a:solidFill>
                <a:uFillTx/>
                <a:latin typeface="Times New Roman"/>
                <a:ea typeface="Times New Roman"/>
                <a:cs typeface="Times New Roman"/>
                <a:sym typeface="Times New Roman"/>
              </a:defRPr>
            </a:lvl1pPr>
            <a:lvl2pPr marL="783771" marR="0" indent="-326571">
              <a:spcBef>
                <a:spcPts val="700"/>
              </a:spcBef>
              <a:buClr>
                <a:srgbClr val="CE9964"/>
              </a:buClr>
              <a:defRPr sz="3200">
                <a:solidFill>
                  <a:srgbClr val="402000"/>
                </a:solidFill>
                <a:uFillTx/>
                <a:latin typeface="Times New Roman"/>
                <a:ea typeface="Times New Roman"/>
                <a:cs typeface="Times New Roman"/>
                <a:sym typeface="Times New Roman"/>
              </a:defRPr>
            </a:lvl2pPr>
            <a:lvl3pPr marL="1219200" marR="0" indent="-304800">
              <a:spcBef>
                <a:spcPts val="700"/>
              </a:spcBef>
              <a:buClr>
                <a:srgbClr val="CE9964"/>
              </a:buClr>
              <a:buFontTx/>
              <a:buChar char="•"/>
              <a:defRPr sz="3200">
                <a:solidFill>
                  <a:srgbClr val="402000"/>
                </a:solidFill>
                <a:uFillTx/>
                <a:latin typeface="Times New Roman"/>
                <a:ea typeface="Times New Roman"/>
                <a:cs typeface="Times New Roman"/>
                <a:sym typeface="Times New Roman"/>
              </a:defRPr>
            </a:lvl3pPr>
            <a:lvl4pPr marL="1737360" marR="0" indent="-365760">
              <a:spcBef>
                <a:spcPts val="700"/>
              </a:spcBef>
              <a:buClr>
                <a:srgbClr val="CE9964"/>
              </a:buClr>
              <a:defRPr sz="3200">
                <a:solidFill>
                  <a:srgbClr val="402000"/>
                </a:solidFill>
                <a:uFillTx/>
                <a:latin typeface="Times New Roman"/>
                <a:ea typeface="Times New Roman"/>
                <a:cs typeface="Times New Roman"/>
                <a:sym typeface="Times New Roman"/>
              </a:defRPr>
            </a:lvl4pPr>
            <a:lvl5pPr marL="2235200" marR="0" indent="-406400">
              <a:spcBef>
                <a:spcPts val="700"/>
              </a:spcBef>
              <a:buClr>
                <a:srgbClr val="CE9964"/>
              </a:buClr>
              <a:defRPr sz="3200">
                <a:solidFill>
                  <a:srgbClr val="402000"/>
                </a:solidFill>
                <a:uFillTx/>
                <a:latin typeface="Times New Roman"/>
                <a:ea typeface="Times New Roman"/>
                <a:cs typeface="Times New Roman"/>
                <a:sym typeface="Times New Roman"/>
              </a:defRPr>
            </a:lvl5pPr>
          </a:lstStyle>
          <a:p>
            <a:r>
              <a:t>Body Level One</a:t>
            </a:r>
          </a:p>
          <a:p>
            <a:pPr lvl="1"/>
            <a:r>
              <a:t>Body Level Two</a:t>
            </a:r>
          </a:p>
          <a:p>
            <a:pPr lvl="2"/>
            <a:r>
              <a:t>Body Level Three</a:t>
            </a:r>
          </a:p>
          <a:p>
            <a:pPr lvl="3"/>
            <a:r>
              <a:t>Body Level Four</a:t>
            </a:r>
          </a:p>
          <a:p>
            <a:pPr lvl="4"/>
            <a:r>
              <a:t>Body Level Five</a:t>
            </a:r>
          </a:p>
        </p:txBody>
      </p:sp>
      <p:sp>
        <p:nvSpPr>
          <p:cNvPr id="125" name="Slide Number"/>
          <p:cNvSpPr txBox="1">
            <a:spLocks noGrp="1"/>
          </p:cNvSpPr>
          <p:nvPr>
            <p:ph type="sldNum" sz="quarter" idx="2"/>
          </p:nvPr>
        </p:nvSpPr>
        <p:spPr>
          <a:xfrm>
            <a:off x="8481059" y="6096000"/>
            <a:ext cx="281941" cy="287087"/>
          </a:xfrm>
          <a:prstGeom prst="rect">
            <a:avLst/>
          </a:prstGeom>
        </p:spPr>
        <p:txBody>
          <a:bodyPr lIns="45719" tIns="45719" rIns="45719" bIns="45719"/>
          <a:lstStyle>
            <a:lvl1pPr algn="r" defTabSz="914400">
              <a:spcBef>
                <a:spcPts val="800"/>
              </a:spcBef>
              <a:defRPr sz="1400">
                <a:solidFill>
                  <a:srgbClr val="A08366"/>
                </a:solidFill>
                <a:uFillTx/>
                <a:latin typeface="Times New Roman"/>
                <a:ea typeface="Times New Roman"/>
                <a:cs typeface="Times New Roman"/>
                <a:sym typeface="Times New Roman"/>
              </a:defRPr>
            </a:lvl1pPr>
          </a:lstStyle>
          <a:p>
            <a:fld id="{86CB4B4D-7CA3-9044-876B-883B54F8677D}" type="slidenum">
              <a:t>‹#›</a:t>
            </a:fld>
            <a:endParaRPr/>
          </a:p>
        </p:txBody>
      </p:sp>
    </p:spTree>
    <p:extLst>
      <p:ext uri="{BB962C8B-B14F-4D97-AF65-F5344CB8AC3E}">
        <p14:creationId xmlns:p14="http://schemas.microsoft.com/office/powerpoint/2010/main" val="3702619794"/>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2_Default">
    <p:bg>
      <p:bgPr>
        <a:solidFill>
          <a:srgbClr val="8C735A"/>
        </a:solidFill>
        <a:effectLst/>
      </p:bgPr>
    </p:bg>
    <p:spTree>
      <p:nvGrpSpPr>
        <p:cNvPr id="1" name=""/>
        <p:cNvGrpSpPr/>
        <p:nvPr/>
      </p:nvGrpSpPr>
      <p:grpSpPr>
        <a:xfrm>
          <a:off x="0" y="0"/>
          <a:ext cx="0" cy="0"/>
          <a:chOff x="0" y="0"/>
          <a:chExt cx="0" cy="0"/>
        </a:xfrm>
      </p:grpSpPr>
      <p:grpSp>
        <p:nvGrpSpPr>
          <p:cNvPr id="135" name="Group"/>
          <p:cNvGrpSpPr/>
          <p:nvPr/>
        </p:nvGrpSpPr>
        <p:grpSpPr>
          <a:xfrm>
            <a:off x="0" y="0"/>
            <a:ext cx="8872538" cy="6858000"/>
            <a:chOff x="0" y="0"/>
            <a:chExt cx="8872537" cy="6858000"/>
          </a:xfrm>
        </p:grpSpPr>
        <p:sp>
          <p:nvSpPr>
            <p:cNvPr id="132" name="Rectangle"/>
            <p:cNvSpPr/>
            <p:nvPr/>
          </p:nvSpPr>
          <p:spPr>
            <a:xfrm>
              <a:off x="533400" y="238124"/>
              <a:ext cx="8339138" cy="6391277"/>
            </a:xfrm>
            <a:prstGeom prst="rect">
              <a:avLst/>
            </a:prstGeom>
            <a:solidFill>
              <a:srgbClr val="FBFAE2"/>
            </a:solidFill>
            <a:ln w="12700" cap="flat">
              <a:noFill/>
              <a:miter lim="400000"/>
            </a:ln>
            <a:effectLst/>
          </p:spPr>
          <p:txBody>
            <a:bodyPr wrap="square" lIns="45719" tIns="45719" rIns="45719" bIns="45719" numCol="1" anchor="ctr">
              <a:noAutofit/>
            </a:bodyPr>
            <a:lstStyle/>
            <a:p>
              <a:pPr algn="l" defTabSz="914400">
                <a:defRPr sz="2400">
                  <a:solidFill>
                    <a:srgbClr val="402000"/>
                  </a:solidFill>
                  <a:latin typeface="Times New Roman"/>
                  <a:ea typeface="Times New Roman"/>
                  <a:cs typeface="Times New Roman"/>
                  <a:sym typeface="Times New Roman"/>
                </a:defRPr>
              </a:pPr>
              <a:endParaRPr/>
            </a:p>
          </p:txBody>
        </p:sp>
        <p:pic>
          <p:nvPicPr>
            <p:cNvPr id="133" name="minispir.png" descr="minispir.png"/>
            <p:cNvPicPr>
              <a:picLocks noChangeAspect="1"/>
            </p:cNvPicPr>
            <p:nvPr/>
          </p:nvPicPr>
          <p:blipFill>
            <a:blip r:embed="rId2"/>
            <a:stretch>
              <a:fillRect/>
            </a:stretch>
          </p:blipFill>
          <p:spPr>
            <a:xfrm>
              <a:off x="0" y="0"/>
              <a:ext cx="1063625" cy="6858000"/>
            </a:xfrm>
            <a:prstGeom prst="rect">
              <a:avLst/>
            </a:prstGeom>
            <a:ln w="12700" cap="flat">
              <a:noFill/>
              <a:miter lim="400000"/>
            </a:ln>
            <a:effectLst/>
          </p:spPr>
        </p:pic>
        <p:sp>
          <p:nvSpPr>
            <p:cNvPr id="134" name="Line"/>
            <p:cNvSpPr/>
            <p:nvPr/>
          </p:nvSpPr>
          <p:spPr>
            <a:xfrm>
              <a:off x="1016000" y="1600200"/>
              <a:ext cx="7747000" cy="0"/>
            </a:xfrm>
            <a:prstGeom prst="line">
              <a:avLst/>
            </a:prstGeom>
            <a:noFill/>
            <a:ln w="3175" cap="flat">
              <a:solidFill>
                <a:srgbClr val="A08366"/>
              </a:solidFill>
              <a:prstDash val="solid"/>
              <a:round/>
            </a:ln>
            <a:effectLst/>
          </p:spPr>
          <p:txBody>
            <a:bodyPr wrap="square" lIns="45719" tIns="45719" rIns="45719" bIns="45719" numCol="1" anchor="t">
              <a:noAutofit/>
            </a:bodyPr>
            <a:lstStyle/>
            <a:p>
              <a:pPr algn="l" defTabSz="914400">
                <a:defRPr sz="2400">
                  <a:solidFill>
                    <a:srgbClr val="402000"/>
                  </a:solidFill>
                  <a:latin typeface="Times New Roman"/>
                  <a:ea typeface="Times New Roman"/>
                  <a:cs typeface="Times New Roman"/>
                  <a:sym typeface="Times New Roman"/>
                </a:defRPr>
              </a:pPr>
              <a:endParaRPr/>
            </a:p>
          </p:txBody>
        </p:sp>
      </p:grpSp>
      <p:sp>
        <p:nvSpPr>
          <p:cNvPr id="136" name="Title Text"/>
          <p:cNvSpPr txBox="1">
            <a:spLocks noGrp="1"/>
          </p:cNvSpPr>
          <p:nvPr>
            <p:ph type="title"/>
          </p:nvPr>
        </p:nvSpPr>
        <p:spPr>
          <a:xfrm>
            <a:off x="990600" y="457200"/>
            <a:ext cx="7772400" cy="1143000"/>
          </a:xfrm>
          <a:prstGeom prst="rect">
            <a:avLst/>
          </a:prstGeom>
        </p:spPr>
        <p:txBody>
          <a:bodyPr lIns="45719" tIns="45719" rIns="45719" bIns="45719">
            <a:normAutofit/>
          </a:bodyPr>
          <a:lstStyle>
            <a:lvl1pPr marL="0" marR="0" indent="0">
              <a:defRPr sz="4400">
                <a:solidFill>
                  <a:srgbClr val="996633"/>
                </a:solidFill>
                <a:uFillTx/>
                <a:latin typeface="Times New Roman"/>
                <a:ea typeface="Times New Roman"/>
                <a:cs typeface="Times New Roman"/>
                <a:sym typeface="Times New Roman"/>
              </a:defRPr>
            </a:lvl1pPr>
          </a:lstStyle>
          <a:p>
            <a:r>
              <a:t>Title Text</a:t>
            </a:r>
          </a:p>
        </p:txBody>
      </p:sp>
      <p:sp>
        <p:nvSpPr>
          <p:cNvPr id="137" name="Slide Number"/>
          <p:cNvSpPr txBox="1">
            <a:spLocks noGrp="1"/>
          </p:cNvSpPr>
          <p:nvPr>
            <p:ph type="sldNum" sz="quarter" idx="2"/>
          </p:nvPr>
        </p:nvSpPr>
        <p:spPr>
          <a:xfrm>
            <a:off x="8481059" y="6096000"/>
            <a:ext cx="281941" cy="287087"/>
          </a:xfrm>
          <a:prstGeom prst="rect">
            <a:avLst/>
          </a:prstGeom>
        </p:spPr>
        <p:txBody>
          <a:bodyPr lIns="45719" tIns="45719" rIns="45719" bIns="45719"/>
          <a:lstStyle>
            <a:lvl1pPr algn="r" defTabSz="914400">
              <a:spcBef>
                <a:spcPts val="800"/>
              </a:spcBef>
              <a:defRPr sz="1400">
                <a:solidFill>
                  <a:srgbClr val="A08366"/>
                </a:solidFill>
                <a:uFillTx/>
                <a:latin typeface="Times New Roman"/>
                <a:ea typeface="Times New Roman"/>
                <a:cs typeface="Times New Roman"/>
                <a:sym typeface="Times New Roman"/>
              </a:defRPr>
            </a:lvl1pPr>
          </a:lstStyle>
          <a:p>
            <a:fld id="{86CB4B4D-7CA3-9044-876B-883B54F8677D}" type="slidenum">
              <a:t>‹#›</a:t>
            </a:fld>
            <a:endParaRPr/>
          </a:p>
        </p:txBody>
      </p:sp>
    </p:spTree>
    <p:extLst>
      <p:ext uri="{BB962C8B-B14F-4D97-AF65-F5344CB8AC3E}">
        <p14:creationId xmlns:p14="http://schemas.microsoft.com/office/powerpoint/2010/main" val="3257459814"/>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3_Default">
    <p:bg>
      <p:bgPr>
        <a:solidFill>
          <a:srgbClr val="8C735A"/>
        </a:solidFill>
        <a:effectLst/>
      </p:bgPr>
    </p:bg>
    <p:spTree>
      <p:nvGrpSpPr>
        <p:cNvPr id="1" name=""/>
        <p:cNvGrpSpPr/>
        <p:nvPr/>
      </p:nvGrpSpPr>
      <p:grpSpPr>
        <a:xfrm>
          <a:off x="0" y="0"/>
          <a:ext cx="0" cy="0"/>
          <a:chOff x="0" y="0"/>
          <a:chExt cx="0" cy="0"/>
        </a:xfrm>
      </p:grpSpPr>
      <p:grpSp>
        <p:nvGrpSpPr>
          <p:cNvPr id="147" name="Group"/>
          <p:cNvGrpSpPr/>
          <p:nvPr/>
        </p:nvGrpSpPr>
        <p:grpSpPr>
          <a:xfrm>
            <a:off x="0" y="0"/>
            <a:ext cx="8872538" cy="6858000"/>
            <a:chOff x="0" y="0"/>
            <a:chExt cx="8872537" cy="6858000"/>
          </a:xfrm>
        </p:grpSpPr>
        <p:sp>
          <p:nvSpPr>
            <p:cNvPr id="144" name="Rectangle"/>
            <p:cNvSpPr/>
            <p:nvPr/>
          </p:nvSpPr>
          <p:spPr>
            <a:xfrm>
              <a:off x="533400" y="238124"/>
              <a:ext cx="8339138" cy="6391277"/>
            </a:xfrm>
            <a:prstGeom prst="rect">
              <a:avLst/>
            </a:prstGeom>
            <a:solidFill>
              <a:srgbClr val="FBFAE2"/>
            </a:solidFill>
            <a:ln w="12700" cap="flat">
              <a:noFill/>
              <a:miter lim="400000"/>
            </a:ln>
            <a:effectLst/>
          </p:spPr>
          <p:txBody>
            <a:bodyPr wrap="square" lIns="45719" tIns="45719" rIns="45719" bIns="45719" numCol="1" anchor="ctr">
              <a:noAutofit/>
            </a:bodyPr>
            <a:lstStyle/>
            <a:p>
              <a:pPr algn="l" defTabSz="914400">
                <a:defRPr sz="2400">
                  <a:solidFill>
                    <a:srgbClr val="402000"/>
                  </a:solidFill>
                  <a:latin typeface="Times New Roman"/>
                  <a:ea typeface="Times New Roman"/>
                  <a:cs typeface="Times New Roman"/>
                  <a:sym typeface="Times New Roman"/>
                </a:defRPr>
              </a:pPr>
              <a:endParaRPr/>
            </a:p>
          </p:txBody>
        </p:sp>
        <p:pic>
          <p:nvPicPr>
            <p:cNvPr id="145" name="minispir.png" descr="minispir.png"/>
            <p:cNvPicPr>
              <a:picLocks noChangeAspect="1"/>
            </p:cNvPicPr>
            <p:nvPr/>
          </p:nvPicPr>
          <p:blipFill>
            <a:blip r:embed="rId2"/>
            <a:stretch>
              <a:fillRect/>
            </a:stretch>
          </p:blipFill>
          <p:spPr>
            <a:xfrm>
              <a:off x="0" y="0"/>
              <a:ext cx="1063625" cy="6858000"/>
            </a:xfrm>
            <a:prstGeom prst="rect">
              <a:avLst/>
            </a:prstGeom>
            <a:ln w="12700" cap="flat">
              <a:noFill/>
              <a:miter lim="400000"/>
            </a:ln>
            <a:effectLst/>
          </p:spPr>
        </p:pic>
        <p:sp>
          <p:nvSpPr>
            <p:cNvPr id="146" name="Line"/>
            <p:cNvSpPr/>
            <p:nvPr/>
          </p:nvSpPr>
          <p:spPr>
            <a:xfrm>
              <a:off x="1016000" y="1600200"/>
              <a:ext cx="7747000" cy="0"/>
            </a:xfrm>
            <a:prstGeom prst="line">
              <a:avLst/>
            </a:prstGeom>
            <a:noFill/>
            <a:ln w="3175" cap="flat">
              <a:solidFill>
                <a:srgbClr val="A08366"/>
              </a:solidFill>
              <a:prstDash val="solid"/>
              <a:round/>
            </a:ln>
            <a:effectLst/>
          </p:spPr>
          <p:txBody>
            <a:bodyPr wrap="square" lIns="45719" tIns="45719" rIns="45719" bIns="45719" numCol="1" anchor="t">
              <a:noAutofit/>
            </a:bodyPr>
            <a:lstStyle/>
            <a:p>
              <a:pPr algn="l" defTabSz="914400">
                <a:defRPr sz="2400">
                  <a:solidFill>
                    <a:srgbClr val="402000"/>
                  </a:solidFill>
                  <a:latin typeface="Times New Roman"/>
                  <a:ea typeface="Times New Roman"/>
                  <a:cs typeface="Times New Roman"/>
                  <a:sym typeface="Times New Roman"/>
                </a:defRPr>
              </a:pPr>
              <a:endParaRPr/>
            </a:p>
          </p:txBody>
        </p:sp>
      </p:grpSp>
      <p:sp>
        <p:nvSpPr>
          <p:cNvPr id="148" name="Title Text"/>
          <p:cNvSpPr txBox="1">
            <a:spLocks noGrp="1"/>
          </p:cNvSpPr>
          <p:nvPr>
            <p:ph type="title"/>
          </p:nvPr>
        </p:nvSpPr>
        <p:spPr>
          <a:xfrm>
            <a:off x="990600" y="457200"/>
            <a:ext cx="7772400" cy="1143000"/>
          </a:xfrm>
          <a:prstGeom prst="rect">
            <a:avLst/>
          </a:prstGeom>
        </p:spPr>
        <p:txBody>
          <a:bodyPr lIns="45719" tIns="45719" rIns="45719" bIns="45719">
            <a:normAutofit/>
          </a:bodyPr>
          <a:lstStyle>
            <a:lvl1pPr marL="0" marR="0" indent="0">
              <a:defRPr sz="4400">
                <a:solidFill>
                  <a:srgbClr val="996633"/>
                </a:solidFill>
                <a:uFillTx/>
                <a:latin typeface="Times New Roman"/>
                <a:ea typeface="Times New Roman"/>
                <a:cs typeface="Times New Roman"/>
                <a:sym typeface="Times New Roman"/>
              </a:defRPr>
            </a:lvl1pPr>
          </a:lstStyle>
          <a:p>
            <a:r>
              <a:t>Title Text</a:t>
            </a:r>
          </a:p>
        </p:txBody>
      </p:sp>
      <p:sp>
        <p:nvSpPr>
          <p:cNvPr id="149" name="Body Level One…"/>
          <p:cNvSpPr txBox="1">
            <a:spLocks noGrp="1"/>
          </p:cNvSpPr>
          <p:nvPr>
            <p:ph type="body" sz="half" idx="1"/>
          </p:nvPr>
        </p:nvSpPr>
        <p:spPr>
          <a:xfrm>
            <a:off x="4948766" y="1828800"/>
            <a:ext cx="3814234" cy="4114800"/>
          </a:xfrm>
          <a:prstGeom prst="rect">
            <a:avLst/>
          </a:prstGeom>
        </p:spPr>
        <p:txBody>
          <a:bodyPr lIns="45719" tIns="45719" rIns="45719" bIns="45719">
            <a:normAutofit/>
          </a:bodyPr>
          <a:lstStyle>
            <a:lvl1pPr marL="342900" marR="0">
              <a:spcBef>
                <a:spcPts val="700"/>
              </a:spcBef>
              <a:buClr>
                <a:srgbClr val="CE9964"/>
              </a:buClr>
              <a:buSzPct val="90000"/>
              <a:buChar char="»"/>
              <a:defRPr sz="3200" b="0">
                <a:solidFill>
                  <a:srgbClr val="402000"/>
                </a:solidFill>
                <a:uFillTx/>
                <a:latin typeface="Times New Roman"/>
                <a:ea typeface="Times New Roman"/>
                <a:cs typeface="Times New Roman"/>
                <a:sym typeface="Times New Roman"/>
              </a:defRPr>
            </a:lvl1pPr>
            <a:lvl2pPr marL="783771" marR="0" indent="-326571">
              <a:spcBef>
                <a:spcPts val="700"/>
              </a:spcBef>
              <a:buClr>
                <a:srgbClr val="CE9964"/>
              </a:buClr>
              <a:defRPr sz="3200">
                <a:solidFill>
                  <a:srgbClr val="402000"/>
                </a:solidFill>
                <a:uFillTx/>
                <a:latin typeface="Times New Roman"/>
                <a:ea typeface="Times New Roman"/>
                <a:cs typeface="Times New Roman"/>
                <a:sym typeface="Times New Roman"/>
              </a:defRPr>
            </a:lvl2pPr>
            <a:lvl3pPr marL="1219200" marR="0" indent="-304800">
              <a:spcBef>
                <a:spcPts val="700"/>
              </a:spcBef>
              <a:buClr>
                <a:srgbClr val="CE9964"/>
              </a:buClr>
              <a:buFontTx/>
              <a:buChar char="•"/>
              <a:defRPr sz="3200">
                <a:solidFill>
                  <a:srgbClr val="402000"/>
                </a:solidFill>
                <a:uFillTx/>
                <a:latin typeface="Times New Roman"/>
                <a:ea typeface="Times New Roman"/>
                <a:cs typeface="Times New Roman"/>
                <a:sym typeface="Times New Roman"/>
              </a:defRPr>
            </a:lvl3pPr>
            <a:lvl4pPr marL="1737360" marR="0" indent="-365760">
              <a:spcBef>
                <a:spcPts val="700"/>
              </a:spcBef>
              <a:buClr>
                <a:srgbClr val="CE9964"/>
              </a:buClr>
              <a:defRPr sz="3200">
                <a:solidFill>
                  <a:srgbClr val="402000"/>
                </a:solidFill>
                <a:uFillTx/>
                <a:latin typeface="Times New Roman"/>
                <a:ea typeface="Times New Roman"/>
                <a:cs typeface="Times New Roman"/>
                <a:sym typeface="Times New Roman"/>
              </a:defRPr>
            </a:lvl4pPr>
            <a:lvl5pPr marL="2235200" marR="0" indent="-406400">
              <a:spcBef>
                <a:spcPts val="700"/>
              </a:spcBef>
              <a:buClr>
                <a:srgbClr val="CE9964"/>
              </a:buClr>
              <a:defRPr sz="3200">
                <a:solidFill>
                  <a:srgbClr val="402000"/>
                </a:solidFill>
                <a:uFillTx/>
                <a:latin typeface="Times New Roman"/>
                <a:ea typeface="Times New Roman"/>
                <a:cs typeface="Times New Roman"/>
                <a:sym typeface="Times New Roman"/>
              </a:defRPr>
            </a:lvl5pPr>
          </a:lstStyle>
          <a:p>
            <a:r>
              <a:t>Body Level One</a:t>
            </a:r>
          </a:p>
          <a:p>
            <a:pPr lvl="1"/>
            <a:r>
              <a:t>Body Level Two</a:t>
            </a:r>
          </a:p>
          <a:p>
            <a:pPr lvl="2"/>
            <a:r>
              <a:t>Body Level Three</a:t>
            </a:r>
          </a:p>
          <a:p>
            <a:pPr lvl="3"/>
            <a:r>
              <a:t>Body Level Four</a:t>
            </a:r>
          </a:p>
          <a:p>
            <a:pPr lvl="4"/>
            <a:r>
              <a:t>Body Level Five</a:t>
            </a:r>
          </a:p>
        </p:txBody>
      </p:sp>
      <p:sp>
        <p:nvSpPr>
          <p:cNvPr id="150" name="Slide Number"/>
          <p:cNvSpPr txBox="1">
            <a:spLocks noGrp="1"/>
          </p:cNvSpPr>
          <p:nvPr>
            <p:ph type="sldNum" sz="quarter" idx="2"/>
          </p:nvPr>
        </p:nvSpPr>
        <p:spPr>
          <a:xfrm>
            <a:off x="8481059" y="6096000"/>
            <a:ext cx="281941" cy="287087"/>
          </a:xfrm>
          <a:prstGeom prst="rect">
            <a:avLst/>
          </a:prstGeom>
        </p:spPr>
        <p:txBody>
          <a:bodyPr lIns="45719" tIns="45719" rIns="45719" bIns="45719"/>
          <a:lstStyle>
            <a:lvl1pPr algn="r" defTabSz="914400">
              <a:spcBef>
                <a:spcPts val="800"/>
              </a:spcBef>
              <a:defRPr sz="1400">
                <a:solidFill>
                  <a:srgbClr val="A08366"/>
                </a:solidFill>
                <a:uFillTx/>
                <a:latin typeface="Times New Roman"/>
                <a:ea typeface="Times New Roman"/>
                <a:cs typeface="Times New Roman"/>
                <a:sym typeface="Times New Roman"/>
              </a:defRPr>
            </a:lvl1pPr>
          </a:lstStyle>
          <a:p>
            <a:fld id="{86CB4B4D-7CA3-9044-876B-883B54F8677D}" type="slidenum">
              <a:t>‹#›</a:t>
            </a:fld>
            <a:endParaRPr/>
          </a:p>
        </p:txBody>
      </p:sp>
    </p:spTree>
    <p:extLst>
      <p:ext uri="{BB962C8B-B14F-4D97-AF65-F5344CB8AC3E}">
        <p14:creationId xmlns:p14="http://schemas.microsoft.com/office/powerpoint/2010/main" val="2602943755"/>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4_Default">
    <p:bg>
      <p:bgPr>
        <a:blipFill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157" name="Title Text"/>
          <p:cNvSpPr txBox="1">
            <a:spLocks noGrp="1"/>
          </p:cNvSpPr>
          <p:nvPr>
            <p:ph type="title"/>
          </p:nvPr>
        </p:nvSpPr>
        <p:spPr>
          <a:xfrm>
            <a:off x="457200" y="184150"/>
            <a:ext cx="8362950" cy="796925"/>
          </a:xfrm>
          <a:prstGeom prst="rect">
            <a:avLst/>
          </a:prstGeom>
        </p:spPr>
        <p:txBody>
          <a:bodyPr lIns="45719" tIns="45719" rIns="45719" bIns="45719" anchor="b">
            <a:normAutofit/>
          </a:bodyPr>
          <a:lstStyle>
            <a:lvl1pPr marL="0" marR="0" indent="0">
              <a:defRPr sz="3900" b="1">
                <a:solidFill>
                  <a:srgbClr val="330066"/>
                </a:solidFill>
                <a:uFillTx/>
              </a:defRPr>
            </a:lvl1pPr>
          </a:lstStyle>
          <a:p>
            <a:r>
              <a:t>Title Text</a:t>
            </a:r>
          </a:p>
        </p:txBody>
      </p:sp>
      <p:sp>
        <p:nvSpPr>
          <p:cNvPr id="158" name="Body Level One…"/>
          <p:cNvSpPr txBox="1">
            <a:spLocks noGrp="1"/>
          </p:cNvSpPr>
          <p:nvPr>
            <p:ph type="body" idx="1"/>
          </p:nvPr>
        </p:nvSpPr>
        <p:spPr>
          <a:xfrm>
            <a:off x="457200" y="1719262"/>
            <a:ext cx="8229600" cy="4411663"/>
          </a:xfrm>
          <a:prstGeom prst="rect">
            <a:avLst/>
          </a:prstGeom>
        </p:spPr>
        <p:txBody>
          <a:bodyPr lIns="45719" tIns="45719" rIns="45719" bIns="45719">
            <a:normAutofit/>
          </a:bodyPr>
          <a:lstStyle>
            <a:lvl1pPr marL="342900" marR="0">
              <a:spcBef>
                <a:spcPts val="700"/>
              </a:spcBef>
              <a:buSzTx/>
              <a:buNone/>
              <a:defRPr sz="3000" b="0">
                <a:solidFill>
                  <a:srgbClr val="000000"/>
                </a:solidFill>
                <a:uFillTx/>
              </a:defRPr>
            </a:lvl1pPr>
            <a:lvl2pPr marL="342900" marR="0" indent="1587">
              <a:spcBef>
                <a:spcPts val="700"/>
              </a:spcBef>
              <a:buSzTx/>
              <a:buNone/>
              <a:defRPr sz="3000">
                <a:uFillTx/>
              </a:defRPr>
            </a:lvl2pPr>
            <a:lvl3pPr marL="342900" marR="0" indent="350837">
              <a:spcBef>
                <a:spcPts val="700"/>
              </a:spcBef>
              <a:buClrTx/>
              <a:buSzTx/>
              <a:buFontTx/>
              <a:buNone/>
              <a:defRPr sz="3000">
                <a:uFillTx/>
              </a:defRPr>
            </a:lvl3pPr>
            <a:lvl4pPr marL="342900" marR="0" indent="646112">
              <a:spcBef>
                <a:spcPts val="700"/>
              </a:spcBef>
              <a:buSzTx/>
              <a:buNone/>
              <a:defRPr sz="3000">
                <a:uFillTx/>
              </a:defRPr>
            </a:lvl4pPr>
            <a:lvl5pPr marL="342900" marR="0" indent="939800">
              <a:spcBef>
                <a:spcPts val="700"/>
              </a:spcBef>
              <a:buSzTx/>
              <a:buNone/>
              <a:defRPr sz="3000">
                <a:uFillTx/>
              </a:defRPr>
            </a:lvl5pPr>
          </a:lstStyle>
          <a:p>
            <a:r>
              <a:t>Body Level One</a:t>
            </a:r>
          </a:p>
          <a:p>
            <a:pPr lvl="1"/>
            <a:r>
              <a:t>Body Level Two</a:t>
            </a:r>
          </a:p>
          <a:p>
            <a:pPr lvl="2"/>
            <a:r>
              <a:t>Body Level Three</a:t>
            </a:r>
          </a:p>
          <a:p>
            <a:pPr lvl="3"/>
            <a:r>
              <a:t>Body Level Four</a:t>
            </a:r>
          </a:p>
          <a:p>
            <a:pPr lvl="4"/>
            <a:r>
              <a:t>Body Level Five</a:t>
            </a:r>
          </a:p>
        </p:txBody>
      </p:sp>
      <p:sp>
        <p:nvSpPr>
          <p:cNvPr id="159" name="Slide Number"/>
          <p:cNvSpPr txBox="1">
            <a:spLocks noGrp="1"/>
          </p:cNvSpPr>
          <p:nvPr>
            <p:ph type="sldNum" sz="quarter" idx="2"/>
          </p:nvPr>
        </p:nvSpPr>
        <p:spPr>
          <a:xfrm>
            <a:off x="8441397" y="6248400"/>
            <a:ext cx="245404" cy="226986"/>
          </a:xfrm>
          <a:prstGeom prst="rect">
            <a:avLst/>
          </a:prstGeom>
        </p:spPr>
        <p:txBody>
          <a:bodyPr lIns="45719" tIns="45719" rIns="45719" bIns="45719"/>
          <a:lstStyle>
            <a:lvl1pPr algn="r" defTabSz="914400">
              <a:defRPr>
                <a:uFillTx/>
              </a:defRPr>
            </a:lvl1pPr>
          </a:lstStyle>
          <a:p>
            <a:fld id="{86CB4B4D-7CA3-9044-876B-883B54F8677D}" type="slidenum">
              <a:t>‹#›</a:t>
            </a:fld>
            <a:endParaRPr/>
          </a:p>
        </p:txBody>
      </p:sp>
    </p:spTree>
    <p:extLst>
      <p:ext uri="{BB962C8B-B14F-4D97-AF65-F5344CB8AC3E}">
        <p14:creationId xmlns:p14="http://schemas.microsoft.com/office/powerpoint/2010/main" val="578676103"/>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5_Default">
    <p:spTree>
      <p:nvGrpSpPr>
        <p:cNvPr id="1" name=""/>
        <p:cNvGrpSpPr/>
        <p:nvPr/>
      </p:nvGrpSpPr>
      <p:grpSpPr>
        <a:xfrm>
          <a:off x="0" y="0"/>
          <a:ext cx="0" cy="0"/>
          <a:chOff x="0" y="0"/>
          <a:chExt cx="0" cy="0"/>
        </a:xfrm>
      </p:grpSpPr>
      <p:pic>
        <p:nvPicPr>
          <p:cNvPr id="166" name="paint.tif" descr="paint.tif"/>
          <p:cNvPicPr>
            <a:picLocks noChangeAspect="1"/>
          </p:cNvPicPr>
          <p:nvPr/>
        </p:nvPicPr>
        <p:blipFill>
          <a:blip r:embed="rId2"/>
          <a:stretch>
            <a:fillRect/>
          </a:stretch>
        </p:blipFill>
        <p:spPr>
          <a:xfrm>
            <a:off x="914400" y="1314450"/>
            <a:ext cx="8229600" cy="384175"/>
          </a:xfrm>
          <a:prstGeom prst="rect">
            <a:avLst/>
          </a:prstGeom>
          <a:ln w="12700">
            <a:miter lim="400000"/>
          </a:ln>
        </p:spPr>
      </p:pic>
      <p:sp>
        <p:nvSpPr>
          <p:cNvPr id="167" name="Slide Number"/>
          <p:cNvSpPr txBox="1">
            <a:spLocks noGrp="1"/>
          </p:cNvSpPr>
          <p:nvPr>
            <p:ph type="sldNum" sz="quarter" idx="2"/>
          </p:nvPr>
        </p:nvSpPr>
        <p:spPr>
          <a:xfrm>
            <a:off x="8334092" y="6397726"/>
            <a:ext cx="301909" cy="288825"/>
          </a:xfrm>
          <a:prstGeom prst="rect">
            <a:avLst/>
          </a:prstGeom>
        </p:spPr>
        <p:txBody>
          <a:bodyPr lIns="45719" tIns="45719" rIns="45719" bIns="45719" anchor="b"/>
          <a:lstStyle>
            <a:lvl1pPr algn="r" defTabSz="914400">
              <a:spcBef>
                <a:spcPts val="800"/>
              </a:spcBef>
              <a:defRPr sz="1400">
                <a:solidFill>
                  <a:srgbClr val="5E574E"/>
                </a:solidFill>
                <a:uFillTx/>
              </a:defRPr>
            </a:lvl1pPr>
          </a:lstStyle>
          <a:p>
            <a:fld id="{86CB4B4D-7CA3-9044-876B-883B54F8677D}" type="slidenum">
              <a:t>‹#›</a:t>
            </a:fld>
            <a:endParaRPr/>
          </a:p>
        </p:txBody>
      </p:sp>
    </p:spTree>
    <p:extLst>
      <p:ext uri="{BB962C8B-B14F-4D97-AF65-F5344CB8AC3E}">
        <p14:creationId xmlns:p14="http://schemas.microsoft.com/office/powerpoint/2010/main" val="2100772973"/>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6_Default">
    <p:spTree>
      <p:nvGrpSpPr>
        <p:cNvPr id="1" name=""/>
        <p:cNvGrpSpPr/>
        <p:nvPr/>
      </p:nvGrpSpPr>
      <p:grpSpPr>
        <a:xfrm>
          <a:off x="0" y="0"/>
          <a:ext cx="0" cy="0"/>
          <a:chOff x="0" y="0"/>
          <a:chExt cx="0" cy="0"/>
        </a:xfrm>
      </p:grpSpPr>
      <p:pic>
        <p:nvPicPr>
          <p:cNvPr id="174" name="paint.tif" descr="paint.tif"/>
          <p:cNvPicPr>
            <a:picLocks noChangeAspect="1"/>
          </p:cNvPicPr>
          <p:nvPr/>
        </p:nvPicPr>
        <p:blipFill>
          <a:blip r:embed="rId2"/>
          <a:stretch>
            <a:fillRect/>
          </a:stretch>
        </p:blipFill>
        <p:spPr>
          <a:xfrm>
            <a:off x="914400" y="1314450"/>
            <a:ext cx="8229600" cy="384175"/>
          </a:xfrm>
          <a:prstGeom prst="rect">
            <a:avLst/>
          </a:prstGeom>
          <a:ln w="12700">
            <a:miter lim="400000"/>
          </a:ln>
        </p:spPr>
      </p:pic>
      <p:sp>
        <p:nvSpPr>
          <p:cNvPr id="175" name="Title Text"/>
          <p:cNvSpPr txBox="1">
            <a:spLocks noGrp="1"/>
          </p:cNvSpPr>
          <p:nvPr>
            <p:ph type="title"/>
          </p:nvPr>
        </p:nvSpPr>
        <p:spPr>
          <a:xfrm>
            <a:off x="406400" y="228600"/>
            <a:ext cx="7772400" cy="1143000"/>
          </a:xfrm>
          <a:prstGeom prst="rect">
            <a:avLst/>
          </a:prstGeom>
        </p:spPr>
        <p:txBody>
          <a:bodyPr lIns="45719" tIns="45719" rIns="45719" bIns="45719" anchor="b">
            <a:normAutofit/>
          </a:bodyPr>
          <a:lstStyle>
            <a:lvl1pPr marL="0" marR="0" indent="0">
              <a:defRPr sz="4000">
                <a:uFillTx/>
                <a:latin typeface="Arial Black"/>
                <a:ea typeface="Arial Black"/>
                <a:cs typeface="Arial Black"/>
                <a:sym typeface="Arial Black"/>
              </a:defRPr>
            </a:lvl1pPr>
          </a:lstStyle>
          <a:p>
            <a:r>
              <a:t>Title Text</a:t>
            </a:r>
          </a:p>
        </p:txBody>
      </p:sp>
      <p:sp>
        <p:nvSpPr>
          <p:cNvPr id="176" name="Body Level One…"/>
          <p:cNvSpPr txBox="1">
            <a:spLocks noGrp="1"/>
          </p:cNvSpPr>
          <p:nvPr>
            <p:ph type="body" idx="1"/>
          </p:nvPr>
        </p:nvSpPr>
        <p:spPr>
          <a:xfrm>
            <a:off x="457200" y="1885950"/>
            <a:ext cx="8178800" cy="4171950"/>
          </a:xfrm>
          <a:prstGeom prst="rect">
            <a:avLst/>
          </a:prstGeom>
        </p:spPr>
        <p:txBody>
          <a:bodyPr lIns="45719" tIns="45719" rIns="45719" bIns="45719">
            <a:normAutofit/>
          </a:bodyPr>
          <a:lstStyle>
            <a:lvl1pPr marL="342900" marR="0">
              <a:spcBef>
                <a:spcPts val="700"/>
              </a:spcBef>
              <a:buClr>
                <a:srgbClr val="FFCC00"/>
              </a:buClr>
              <a:buChar char="–"/>
              <a:defRPr sz="3200" b="0">
                <a:solidFill>
                  <a:srgbClr val="000000"/>
                </a:solidFill>
                <a:uFillTx/>
                <a:latin typeface="Tahoma"/>
                <a:ea typeface="Tahoma"/>
                <a:cs typeface="Tahoma"/>
                <a:sym typeface="Tahoma"/>
              </a:defRPr>
            </a:lvl1pPr>
            <a:lvl2pPr marL="783771" marR="0" indent="-326571">
              <a:spcBef>
                <a:spcPts val="700"/>
              </a:spcBef>
              <a:buClr>
                <a:srgbClr val="FFCC00"/>
              </a:buClr>
              <a:buChar char=""/>
              <a:defRPr sz="3200">
                <a:uFillTx/>
                <a:latin typeface="Tahoma"/>
                <a:ea typeface="Tahoma"/>
                <a:cs typeface="Tahoma"/>
                <a:sym typeface="Tahoma"/>
              </a:defRPr>
            </a:lvl2pPr>
            <a:lvl3pPr marL="1219200" marR="0" indent="-304800">
              <a:spcBef>
                <a:spcPts val="700"/>
              </a:spcBef>
              <a:buClr>
                <a:srgbClr val="FFCC00"/>
              </a:buClr>
              <a:buFontTx/>
              <a:buChar char=""/>
              <a:defRPr sz="3200">
                <a:uFillTx/>
                <a:latin typeface="Tahoma"/>
                <a:ea typeface="Tahoma"/>
                <a:cs typeface="Tahoma"/>
                <a:sym typeface="Tahoma"/>
              </a:defRPr>
            </a:lvl3pPr>
            <a:lvl4pPr marL="1737360" marR="0" indent="-365760">
              <a:spcBef>
                <a:spcPts val="700"/>
              </a:spcBef>
              <a:buClr>
                <a:srgbClr val="FFCC00"/>
              </a:buClr>
              <a:buChar char="•"/>
              <a:defRPr sz="3200">
                <a:uFillTx/>
                <a:latin typeface="Tahoma"/>
                <a:ea typeface="Tahoma"/>
                <a:cs typeface="Tahoma"/>
                <a:sym typeface="Tahoma"/>
              </a:defRPr>
            </a:lvl4pPr>
            <a:lvl5pPr marL="2235200" marR="0" indent="-406400">
              <a:spcBef>
                <a:spcPts val="700"/>
              </a:spcBef>
              <a:buClr>
                <a:srgbClr val="FFCC00"/>
              </a:buClr>
              <a:buChar char="–"/>
              <a:defRPr sz="3200">
                <a:uFillTx/>
                <a:latin typeface="Tahoma"/>
                <a:ea typeface="Tahoma"/>
                <a:cs typeface="Tahoma"/>
                <a:sym typeface="Tahoma"/>
              </a:defRPr>
            </a:lvl5pPr>
          </a:lstStyle>
          <a:p>
            <a:r>
              <a:t>Body Level One</a:t>
            </a:r>
          </a:p>
          <a:p>
            <a:pPr lvl="1"/>
            <a:r>
              <a:t>Body Level Two</a:t>
            </a:r>
          </a:p>
          <a:p>
            <a:pPr lvl="2"/>
            <a:r>
              <a:t>Body Level Three</a:t>
            </a:r>
          </a:p>
          <a:p>
            <a:pPr lvl="3"/>
            <a:r>
              <a:t>Body Level Four</a:t>
            </a:r>
          </a:p>
          <a:p>
            <a:pPr lvl="4"/>
            <a:r>
              <a:t>Body Level Five</a:t>
            </a:r>
          </a:p>
        </p:txBody>
      </p:sp>
      <p:sp>
        <p:nvSpPr>
          <p:cNvPr id="177" name="Slide Number"/>
          <p:cNvSpPr txBox="1">
            <a:spLocks noGrp="1"/>
          </p:cNvSpPr>
          <p:nvPr>
            <p:ph type="sldNum" sz="quarter" idx="2"/>
          </p:nvPr>
        </p:nvSpPr>
        <p:spPr>
          <a:xfrm>
            <a:off x="8334092" y="6397726"/>
            <a:ext cx="301909" cy="288825"/>
          </a:xfrm>
          <a:prstGeom prst="rect">
            <a:avLst/>
          </a:prstGeom>
        </p:spPr>
        <p:txBody>
          <a:bodyPr lIns="45719" tIns="45719" rIns="45719" bIns="45719" anchor="b"/>
          <a:lstStyle>
            <a:lvl1pPr algn="r" defTabSz="914400">
              <a:spcBef>
                <a:spcPts val="800"/>
              </a:spcBef>
              <a:defRPr sz="1400">
                <a:solidFill>
                  <a:srgbClr val="5E574E"/>
                </a:solidFill>
                <a:uFillTx/>
              </a:defRPr>
            </a:lvl1pPr>
          </a:lstStyle>
          <a:p>
            <a:fld id="{86CB4B4D-7CA3-9044-876B-883B54F8677D}" type="slidenum">
              <a:t>‹#›</a:t>
            </a:fld>
            <a:endParaRPr/>
          </a:p>
        </p:txBody>
      </p:sp>
    </p:spTree>
    <p:extLst>
      <p:ext uri="{BB962C8B-B14F-4D97-AF65-F5344CB8AC3E}">
        <p14:creationId xmlns:p14="http://schemas.microsoft.com/office/powerpoint/2010/main" val="3899255111"/>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cSld name="Content">
    <p:bg>
      <p:bgPr>
        <a:solidFill>
          <a:srgbClr val="EEECE1"/>
        </a:solidFill>
        <a:effectLst/>
      </p:bgPr>
    </p:bg>
    <p:spTree>
      <p:nvGrpSpPr>
        <p:cNvPr id="1" name=""/>
        <p:cNvGrpSpPr/>
        <p:nvPr/>
      </p:nvGrpSpPr>
      <p:grpSpPr>
        <a:xfrm>
          <a:off x="0" y="0"/>
          <a:ext cx="0" cy="0"/>
          <a:chOff x="0" y="0"/>
          <a:chExt cx="0" cy="0"/>
        </a:xfrm>
      </p:grpSpPr>
      <p:grpSp>
        <p:nvGrpSpPr>
          <p:cNvPr id="196" name="Group"/>
          <p:cNvGrpSpPr/>
          <p:nvPr/>
        </p:nvGrpSpPr>
        <p:grpSpPr>
          <a:xfrm>
            <a:off x="-1" y="6565830"/>
            <a:ext cx="9144001" cy="307341"/>
            <a:chOff x="0" y="0"/>
            <a:chExt cx="9144000" cy="307340"/>
          </a:xfrm>
        </p:grpSpPr>
        <p:grpSp>
          <p:nvGrpSpPr>
            <p:cNvPr id="186" name="Group"/>
            <p:cNvGrpSpPr/>
            <p:nvPr/>
          </p:nvGrpSpPr>
          <p:grpSpPr>
            <a:xfrm>
              <a:off x="2286000" y="15170"/>
              <a:ext cx="2834640" cy="277000"/>
              <a:chOff x="0" y="0"/>
              <a:chExt cx="2834639" cy="276999"/>
            </a:xfrm>
          </p:grpSpPr>
          <p:sp>
            <p:nvSpPr>
              <p:cNvPr id="184" name="Rectangle"/>
              <p:cNvSpPr/>
              <p:nvPr/>
            </p:nvSpPr>
            <p:spPr>
              <a:xfrm>
                <a:off x="0" y="-1"/>
                <a:ext cx="2834640" cy="277001"/>
              </a:xfrm>
              <a:prstGeom prst="rect">
                <a:avLst/>
              </a:prstGeom>
              <a:gradFill flip="none" rotWithShape="1">
                <a:gsLst>
                  <a:gs pos="0">
                    <a:srgbClr val="000000"/>
                  </a:gs>
                  <a:gs pos="80000">
                    <a:srgbClr val="000000"/>
                  </a:gs>
                  <a:gs pos="100000">
                    <a:srgbClr val="000000"/>
                  </a:gs>
                </a:gsLst>
                <a:lin ang="16200000" scaled="0"/>
              </a:gradFill>
              <a:ln w="9525" cap="flat">
                <a:solidFill>
                  <a:srgbClr val="000000"/>
                </a:solidFill>
                <a:prstDash val="solid"/>
                <a:round/>
              </a:ln>
              <a:effectLst>
                <a:outerShdw blurRad="38100" dist="23000" dir="5400000" rotWithShape="0">
                  <a:srgbClr val="000000">
                    <a:alpha val="35000"/>
                  </a:srgbClr>
                </a:outerShdw>
              </a:effectLst>
            </p:spPr>
            <p:txBody>
              <a:bodyPr wrap="square" lIns="45719" tIns="45719" rIns="45719" bIns="45719" numCol="1" anchor="t">
                <a:noAutofit/>
              </a:bodyPr>
              <a:lstStyle/>
              <a:p>
                <a:pPr algn="l" defTabSz="914400">
                  <a:defRPr sz="1000" b="1">
                    <a:solidFill>
                      <a:srgbClr val="FAC090"/>
                    </a:solidFill>
                    <a:latin typeface="Calibri"/>
                    <a:ea typeface="Calibri"/>
                    <a:cs typeface="Calibri"/>
                    <a:sym typeface="Calibri"/>
                  </a:defRPr>
                </a:pPr>
                <a:endParaRPr/>
              </a:p>
            </p:txBody>
          </p:sp>
          <p:sp>
            <p:nvSpPr>
              <p:cNvPr id="185" name="Data Mining and Machine Learning- in a nutshell"/>
              <p:cNvSpPr txBox="1"/>
              <p:nvPr/>
            </p:nvSpPr>
            <p:spPr>
              <a:xfrm>
                <a:off x="0" y="-1"/>
                <a:ext cx="2834640" cy="2565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l" defTabSz="914400">
                  <a:defRPr sz="1000" b="1">
                    <a:solidFill>
                      <a:srgbClr val="FAC090"/>
                    </a:solidFill>
                    <a:latin typeface="Calibri"/>
                    <a:ea typeface="Calibri"/>
                    <a:cs typeface="Calibri"/>
                    <a:sym typeface="Calibri"/>
                  </a:defRPr>
                </a:lvl1pPr>
              </a:lstStyle>
              <a:p>
                <a:r>
                  <a:t>Data Mining and Machine Learning- in a nutshell</a:t>
                </a:r>
              </a:p>
            </p:txBody>
          </p:sp>
        </p:grpSp>
        <p:grpSp>
          <p:nvGrpSpPr>
            <p:cNvPr id="189" name="Group"/>
            <p:cNvGrpSpPr/>
            <p:nvPr/>
          </p:nvGrpSpPr>
          <p:grpSpPr>
            <a:xfrm>
              <a:off x="0" y="16807"/>
              <a:ext cx="2286000" cy="274321"/>
              <a:chOff x="0" y="0"/>
              <a:chExt cx="2286000" cy="274320"/>
            </a:xfrm>
          </p:grpSpPr>
          <p:sp>
            <p:nvSpPr>
              <p:cNvPr id="187" name="Rectangle"/>
              <p:cNvSpPr/>
              <p:nvPr/>
            </p:nvSpPr>
            <p:spPr>
              <a:xfrm>
                <a:off x="0" y="-1"/>
                <a:ext cx="2286000" cy="274322"/>
              </a:xfrm>
              <a:prstGeom prst="rect">
                <a:avLst/>
              </a:prstGeom>
              <a:gradFill flip="none" rotWithShape="1">
                <a:gsLst>
                  <a:gs pos="0">
                    <a:srgbClr val="000000"/>
                  </a:gs>
                  <a:gs pos="80000">
                    <a:srgbClr val="000000"/>
                  </a:gs>
                  <a:gs pos="100000">
                    <a:srgbClr val="000000"/>
                  </a:gs>
                </a:gsLst>
                <a:lin ang="16200000" scaled="0"/>
              </a:gradFill>
              <a:ln w="9525" cap="flat">
                <a:solidFill>
                  <a:srgbClr val="000000"/>
                </a:solidFill>
                <a:prstDash val="solid"/>
                <a:round/>
              </a:ln>
              <a:effectLst>
                <a:outerShdw blurRad="38100" dist="23000" dir="5400000" rotWithShape="0">
                  <a:srgbClr val="000000">
                    <a:alpha val="35000"/>
                  </a:srgbClr>
                </a:outerShdw>
              </a:effectLst>
            </p:spPr>
            <p:txBody>
              <a:bodyPr wrap="square" lIns="45719" tIns="45719" rIns="45719" bIns="45719" numCol="1" anchor="ctr">
                <a:noAutofit/>
              </a:bodyPr>
              <a:lstStyle/>
              <a:p>
                <a:pPr algn="r" defTabSz="914400">
                  <a:defRPr sz="700">
                    <a:solidFill>
                      <a:srgbClr val="E46C0A"/>
                    </a:solidFill>
                    <a:latin typeface="Calibri"/>
                    <a:ea typeface="Calibri"/>
                    <a:cs typeface="Calibri"/>
                    <a:sym typeface="Calibri"/>
                  </a:defRPr>
                </a:pPr>
                <a:endParaRPr/>
              </a:p>
            </p:txBody>
          </p:sp>
          <p:sp>
            <p:nvSpPr>
              <p:cNvPr id="188" name="Arizona State University…"/>
              <p:cNvSpPr txBox="1"/>
              <p:nvPr/>
            </p:nvSpPr>
            <p:spPr>
              <a:xfrm>
                <a:off x="0" y="22860"/>
                <a:ext cx="2286000" cy="2286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p>
                <a:pPr algn="r" defTabSz="914400">
                  <a:defRPr sz="700" b="1">
                    <a:solidFill>
                      <a:srgbClr val="E46C0A"/>
                    </a:solidFill>
                    <a:latin typeface="Calibri"/>
                    <a:ea typeface="Calibri"/>
                    <a:cs typeface="Calibri"/>
                    <a:sym typeface="Calibri"/>
                  </a:defRPr>
                </a:pPr>
                <a:r>
                  <a:t>Arizona State University</a:t>
                </a:r>
                <a:endParaRPr>
                  <a:solidFill>
                    <a:srgbClr val="FFFFFF"/>
                  </a:solidFill>
                </a:endParaRPr>
              </a:p>
              <a:p>
                <a:pPr algn="r" defTabSz="914400">
                  <a:defRPr sz="700" b="1">
                    <a:solidFill>
                      <a:srgbClr val="E46C0A"/>
                    </a:solidFill>
                    <a:latin typeface="Calibri"/>
                    <a:ea typeface="Calibri"/>
                    <a:cs typeface="Calibri"/>
                    <a:sym typeface="Calibri"/>
                  </a:defRPr>
                </a:pPr>
                <a:r>
                  <a:t> Data Mining and Machine Learning Lab</a:t>
                </a:r>
              </a:p>
            </p:txBody>
          </p:sp>
        </p:grpSp>
        <p:pic>
          <p:nvPicPr>
            <p:cNvPr id="190" name="image1.tif" descr="image1.tif"/>
            <p:cNvPicPr>
              <a:picLocks noChangeAspect="1"/>
            </p:cNvPicPr>
            <p:nvPr/>
          </p:nvPicPr>
          <p:blipFill>
            <a:blip r:embed="rId2"/>
            <a:stretch>
              <a:fillRect/>
            </a:stretch>
          </p:blipFill>
          <p:spPr>
            <a:xfrm>
              <a:off x="365759" y="42981"/>
              <a:ext cx="263502" cy="228601"/>
            </a:xfrm>
            <a:prstGeom prst="rect">
              <a:avLst/>
            </a:prstGeom>
            <a:ln w="12700" cap="flat">
              <a:noFill/>
              <a:miter lim="400000"/>
            </a:ln>
            <a:effectLst/>
          </p:spPr>
        </p:pic>
        <p:pic>
          <p:nvPicPr>
            <p:cNvPr id="191" name="C:\Users\gbarbier\Desktop\lwm1_mg.gif" descr="C:\Users\gbarbier\Desktop\lwm1_mg.gif"/>
            <p:cNvPicPr>
              <a:picLocks noChangeAspect="1"/>
            </p:cNvPicPr>
            <p:nvPr/>
          </p:nvPicPr>
          <p:blipFill>
            <a:blip r:embed="rId3"/>
            <a:stretch>
              <a:fillRect/>
            </a:stretch>
          </p:blipFill>
          <p:spPr>
            <a:xfrm>
              <a:off x="15239" y="40709"/>
              <a:ext cx="343913" cy="228601"/>
            </a:xfrm>
            <a:prstGeom prst="rect">
              <a:avLst/>
            </a:prstGeom>
            <a:ln w="12700" cap="flat">
              <a:noFill/>
              <a:miter lim="400000"/>
            </a:ln>
            <a:effectLst/>
          </p:spPr>
        </p:pic>
        <p:sp>
          <p:nvSpPr>
            <p:cNvPr id="192" name="Rectangle"/>
            <p:cNvSpPr/>
            <p:nvPr/>
          </p:nvSpPr>
          <p:spPr>
            <a:xfrm>
              <a:off x="8610600" y="17849"/>
              <a:ext cx="533400" cy="274321"/>
            </a:xfrm>
            <a:prstGeom prst="rect">
              <a:avLst/>
            </a:prstGeom>
            <a:gradFill flip="none" rotWithShape="1">
              <a:gsLst>
                <a:gs pos="0">
                  <a:srgbClr val="000000"/>
                </a:gs>
                <a:gs pos="80000">
                  <a:srgbClr val="000000"/>
                </a:gs>
                <a:gs pos="100000">
                  <a:srgbClr val="000000"/>
                </a:gs>
              </a:gsLst>
              <a:lin ang="16200000" scaled="0"/>
            </a:gradFill>
            <a:ln w="9525" cap="flat">
              <a:solidFill>
                <a:srgbClr val="000000"/>
              </a:solidFill>
              <a:prstDash val="solid"/>
              <a:round/>
            </a:ln>
            <a:effectLst>
              <a:outerShdw blurRad="38100" dist="23000" dir="5400000" rotWithShape="0">
                <a:srgbClr val="000000">
                  <a:alpha val="35000"/>
                </a:srgbClr>
              </a:outerShdw>
            </a:effectLst>
          </p:spPr>
          <p:txBody>
            <a:bodyPr wrap="square" lIns="45719" tIns="45719" rIns="45719" bIns="45719" numCol="1" anchor="t">
              <a:noAutofit/>
            </a:bodyPr>
            <a:lstStyle/>
            <a:p>
              <a:pPr defTabSz="914400">
                <a:defRPr sz="1300">
                  <a:solidFill>
                    <a:srgbClr val="FCD5B5"/>
                  </a:solidFill>
                  <a:latin typeface="Calibri"/>
                  <a:ea typeface="Calibri"/>
                  <a:cs typeface="Calibri"/>
                  <a:sym typeface="Calibri"/>
                </a:defRPr>
              </a:pPr>
              <a:endParaRPr/>
            </a:p>
          </p:txBody>
        </p:sp>
        <p:grpSp>
          <p:nvGrpSpPr>
            <p:cNvPr id="195" name="Group"/>
            <p:cNvGrpSpPr/>
            <p:nvPr/>
          </p:nvGrpSpPr>
          <p:grpSpPr>
            <a:xfrm>
              <a:off x="4953000" y="-1"/>
              <a:ext cx="3657600" cy="307342"/>
              <a:chOff x="0" y="0"/>
              <a:chExt cx="3657600" cy="307340"/>
            </a:xfrm>
          </p:grpSpPr>
          <p:sp>
            <p:nvSpPr>
              <p:cNvPr id="193" name="Rectangle"/>
              <p:cNvSpPr/>
              <p:nvPr/>
            </p:nvSpPr>
            <p:spPr>
              <a:xfrm>
                <a:off x="0" y="15170"/>
                <a:ext cx="3657600" cy="277000"/>
              </a:xfrm>
              <a:prstGeom prst="rect">
                <a:avLst/>
              </a:prstGeom>
              <a:gradFill flip="none" rotWithShape="1">
                <a:gsLst>
                  <a:gs pos="0">
                    <a:srgbClr val="000000"/>
                  </a:gs>
                  <a:gs pos="80000">
                    <a:srgbClr val="000000"/>
                  </a:gs>
                  <a:gs pos="100000">
                    <a:srgbClr val="000000"/>
                  </a:gs>
                </a:gsLst>
                <a:lin ang="16200000" scaled="0"/>
              </a:gradFill>
              <a:ln w="9525" cap="flat">
                <a:solidFill>
                  <a:srgbClr val="000000"/>
                </a:solidFill>
                <a:prstDash val="solid"/>
                <a:round/>
              </a:ln>
              <a:effectLst>
                <a:outerShdw blurRad="38100" dist="23000" dir="5400000" rotWithShape="0">
                  <a:srgbClr val="000000">
                    <a:alpha val="35000"/>
                  </a:srgbClr>
                </a:outerShdw>
              </a:effectLst>
            </p:spPr>
            <p:txBody>
              <a:bodyPr wrap="square" lIns="45719" tIns="45719" rIns="45719" bIns="45719" numCol="1" anchor="ctr">
                <a:noAutofit/>
              </a:bodyPr>
              <a:lstStyle/>
              <a:p>
                <a:pPr algn="r" defTabSz="914400">
                  <a:defRPr sz="1400">
                    <a:solidFill>
                      <a:srgbClr val="FCD5B5"/>
                    </a:solidFill>
                    <a:latin typeface="Calibri"/>
                    <a:ea typeface="Calibri"/>
                    <a:cs typeface="Calibri"/>
                    <a:sym typeface="Calibri"/>
                  </a:defRPr>
                </a:pPr>
                <a:endParaRPr/>
              </a:p>
            </p:txBody>
          </p:sp>
          <p:sp>
            <p:nvSpPr>
              <p:cNvPr id="194" name="Evolutionary Game Theory"/>
              <p:cNvSpPr txBox="1"/>
              <p:nvPr/>
            </p:nvSpPr>
            <p:spPr>
              <a:xfrm>
                <a:off x="0" y="-1"/>
                <a:ext cx="3657600" cy="3073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r" defTabSz="914400">
                  <a:defRPr sz="1400">
                    <a:solidFill>
                      <a:srgbClr val="FCD5B5"/>
                    </a:solidFill>
                    <a:latin typeface="Calibri"/>
                    <a:ea typeface="Calibri"/>
                    <a:cs typeface="Calibri"/>
                    <a:sym typeface="Calibri"/>
                  </a:defRPr>
                </a:lvl1pPr>
              </a:lstStyle>
              <a:p>
                <a:r>
                  <a:t>Evolutionary Game Theory</a:t>
                </a:r>
              </a:p>
            </p:txBody>
          </p:sp>
        </p:grpSp>
      </p:grpSp>
      <p:sp>
        <p:nvSpPr>
          <p:cNvPr id="197" name="Slide Number"/>
          <p:cNvSpPr txBox="1">
            <a:spLocks noGrp="1"/>
          </p:cNvSpPr>
          <p:nvPr>
            <p:ph type="sldNum" sz="quarter" idx="2"/>
          </p:nvPr>
        </p:nvSpPr>
        <p:spPr>
          <a:xfrm>
            <a:off x="8763000" y="6591048"/>
            <a:ext cx="258624" cy="269241"/>
          </a:xfrm>
          <a:prstGeom prst="rect">
            <a:avLst/>
          </a:prstGeom>
        </p:spPr>
        <p:txBody>
          <a:bodyPr lIns="45719" tIns="45719" rIns="45719" bIns="45719"/>
          <a:lstStyle>
            <a:lvl1pPr algn="l" defTabSz="914400">
              <a:defRPr sz="1200">
                <a:solidFill>
                  <a:srgbClr val="FFFFFF"/>
                </a:solidFill>
                <a:uFillTx/>
                <a:latin typeface="Calibri"/>
                <a:ea typeface="Calibri"/>
                <a:cs typeface="Calibri"/>
                <a:sym typeface="Calibri"/>
              </a:defRPr>
            </a:lvl1pPr>
          </a:lstStyle>
          <a:p>
            <a:fld id="{86CB4B4D-7CA3-9044-876B-883B54F8677D}" type="slidenum">
              <a:t>‹#›</a:t>
            </a:fld>
            <a:endParaRPr/>
          </a:p>
        </p:txBody>
      </p:sp>
      <p:sp>
        <p:nvSpPr>
          <p:cNvPr id="198" name="Title Text"/>
          <p:cNvSpPr txBox="1">
            <a:spLocks noGrp="1"/>
          </p:cNvSpPr>
          <p:nvPr>
            <p:ph type="title"/>
          </p:nvPr>
        </p:nvSpPr>
        <p:spPr>
          <a:xfrm>
            <a:off x="38100" y="31899"/>
            <a:ext cx="9052560" cy="731520"/>
          </a:xfrm>
          <a:prstGeom prst="rect">
            <a:avLst/>
          </a:prstGeom>
          <a:effectLst>
            <a:outerShdw blurRad="38100" dist="23000" dir="5400000" rotWithShape="0">
              <a:srgbClr val="000000">
                <a:alpha val="35000"/>
              </a:srgbClr>
            </a:outerShdw>
          </a:effectLst>
        </p:spPr>
        <p:txBody>
          <a:bodyPr lIns="45719" tIns="45719" rIns="45719" bIns="45719">
            <a:normAutofit/>
          </a:bodyPr>
          <a:lstStyle>
            <a:lvl1pPr marL="0" marR="0" indent="0">
              <a:defRPr b="1">
                <a:solidFill>
                  <a:srgbClr val="1F497D"/>
                </a:solidFill>
                <a:uFillTx/>
                <a:latin typeface="Calibri"/>
                <a:ea typeface="Calibri"/>
                <a:cs typeface="Calibri"/>
                <a:sym typeface="Calibri"/>
              </a:defRPr>
            </a:lvl1pPr>
          </a:lstStyle>
          <a:p>
            <a:r>
              <a:t>Title Text</a:t>
            </a:r>
          </a:p>
        </p:txBody>
      </p:sp>
      <p:sp>
        <p:nvSpPr>
          <p:cNvPr id="199" name="Body Level One…"/>
          <p:cNvSpPr txBox="1">
            <a:spLocks noGrp="1"/>
          </p:cNvSpPr>
          <p:nvPr>
            <p:ph type="body" idx="1"/>
          </p:nvPr>
        </p:nvSpPr>
        <p:spPr>
          <a:xfrm>
            <a:off x="457200" y="1066800"/>
            <a:ext cx="8229600" cy="5318760"/>
          </a:xfrm>
          <a:prstGeom prst="rect">
            <a:avLst/>
          </a:prstGeom>
        </p:spPr>
        <p:txBody>
          <a:bodyPr lIns="45719" tIns="45719" rIns="45719" bIns="45719">
            <a:normAutofit/>
          </a:bodyPr>
          <a:lstStyle>
            <a:lvl1pPr marL="342900" marR="0">
              <a:spcBef>
                <a:spcPts val="1800"/>
              </a:spcBef>
              <a:buFont typeface="Arial"/>
              <a:defRPr sz="3200" b="0">
                <a:solidFill>
                  <a:srgbClr val="0D0163"/>
                </a:solidFill>
                <a:uFillTx/>
                <a:latin typeface="Calibri"/>
                <a:ea typeface="Calibri"/>
                <a:cs typeface="Calibri"/>
                <a:sym typeface="Calibri"/>
              </a:defRPr>
            </a:lvl1pPr>
            <a:lvl2pPr marL="783771" marR="0" indent="-326571">
              <a:spcBef>
                <a:spcPts val="1800"/>
              </a:spcBef>
              <a:buFont typeface="Arial"/>
              <a:defRPr sz="3200">
                <a:solidFill>
                  <a:srgbClr val="0D0163"/>
                </a:solidFill>
                <a:uFillTx/>
                <a:latin typeface="Calibri"/>
                <a:ea typeface="Calibri"/>
                <a:cs typeface="Calibri"/>
                <a:sym typeface="Calibri"/>
              </a:defRPr>
            </a:lvl2pPr>
            <a:lvl3pPr marL="1219200" marR="0" indent="-304800">
              <a:spcBef>
                <a:spcPts val="1800"/>
              </a:spcBef>
              <a:buClrTx/>
              <a:buChar char="•"/>
              <a:defRPr sz="3200">
                <a:solidFill>
                  <a:srgbClr val="0D0163"/>
                </a:solidFill>
                <a:uFillTx/>
                <a:latin typeface="Calibri"/>
                <a:ea typeface="Calibri"/>
                <a:cs typeface="Calibri"/>
                <a:sym typeface="Calibri"/>
              </a:defRPr>
            </a:lvl3pPr>
            <a:lvl4pPr marL="1737360" marR="0" indent="-365760">
              <a:spcBef>
                <a:spcPts val="1800"/>
              </a:spcBef>
              <a:buFont typeface="Arial"/>
              <a:defRPr sz="3200">
                <a:solidFill>
                  <a:srgbClr val="0D0163"/>
                </a:solidFill>
                <a:uFillTx/>
                <a:latin typeface="Calibri"/>
                <a:ea typeface="Calibri"/>
                <a:cs typeface="Calibri"/>
                <a:sym typeface="Calibri"/>
              </a:defRPr>
            </a:lvl4pPr>
            <a:lvl5pPr marL="2194560" marR="0" indent="-365760">
              <a:spcBef>
                <a:spcPts val="1800"/>
              </a:spcBef>
              <a:buFont typeface="Arial"/>
              <a:defRPr sz="3200">
                <a:solidFill>
                  <a:srgbClr val="0D0163"/>
                </a:solidFill>
                <a:uFillTx/>
                <a:latin typeface="Calibri"/>
                <a:ea typeface="Calibri"/>
                <a:cs typeface="Calibri"/>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200" name="Line"/>
          <p:cNvSpPr/>
          <p:nvPr/>
        </p:nvSpPr>
        <p:spPr>
          <a:xfrm>
            <a:off x="0" y="838200"/>
            <a:ext cx="9144000" cy="0"/>
          </a:xfrm>
          <a:prstGeom prst="line">
            <a:avLst/>
          </a:prstGeom>
          <a:ln w="38100">
            <a:solidFill>
              <a:srgbClr val="C00000"/>
            </a:solidFill>
          </a:ln>
          <a:effectLst>
            <a:outerShdw blurRad="38100" dist="23000" dir="5400000" rotWithShape="0">
              <a:srgbClr val="000000">
                <a:alpha val="35000"/>
              </a:srgbClr>
            </a:outerShdw>
          </a:effectLst>
        </p:spPr>
        <p:txBody>
          <a:bodyPr lIns="45719" rIns="45719"/>
          <a:lstStyle/>
          <a:p>
            <a:pPr algn="l" defTabSz="914400">
              <a:defRPr sz="1800">
                <a:latin typeface="Calibri"/>
                <a:ea typeface="Calibri"/>
                <a:cs typeface="Calibri"/>
                <a:sym typeface="Calibri"/>
              </a:defRPr>
            </a:pPr>
            <a:endParaRPr/>
          </a:p>
        </p:txBody>
      </p:sp>
    </p:spTree>
    <p:extLst>
      <p:ext uri="{BB962C8B-B14F-4D97-AF65-F5344CB8AC3E}">
        <p14:creationId xmlns:p14="http://schemas.microsoft.com/office/powerpoint/2010/main" val="3293540939"/>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x">
  <p:cSld name="7_Default">
    <p:bg>
      <p:bgPr>
        <a:blipFill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207" name="Slide Number"/>
          <p:cNvSpPr txBox="1">
            <a:spLocks noGrp="1"/>
          </p:cNvSpPr>
          <p:nvPr>
            <p:ph type="sldNum" sz="quarter" idx="2"/>
          </p:nvPr>
        </p:nvSpPr>
        <p:spPr>
          <a:xfrm>
            <a:off x="8441397" y="6248400"/>
            <a:ext cx="245404" cy="226986"/>
          </a:xfrm>
          <a:prstGeom prst="rect">
            <a:avLst/>
          </a:prstGeom>
        </p:spPr>
        <p:txBody>
          <a:bodyPr lIns="45719" tIns="45719" rIns="45719" bIns="45719"/>
          <a:lstStyle>
            <a:lvl1pPr algn="r" defTabSz="914400">
              <a:defRPr>
                <a:uFillTx/>
              </a:defRPr>
            </a:lvl1pPr>
          </a:lstStyle>
          <a:p>
            <a:fld id="{86CB4B4D-7CA3-9044-876B-883B54F8677D}" type="slidenum">
              <a:t>‹#›</a:t>
            </a:fld>
            <a:endParaRPr/>
          </a:p>
        </p:txBody>
      </p:sp>
    </p:spTree>
    <p:extLst>
      <p:ext uri="{BB962C8B-B14F-4D97-AF65-F5344CB8AC3E}">
        <p14:creationId xmlns:p14="http://schemas.microsoft.com/office/powerpoint/2010/main" val="4160936891"/>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214" name="Title Text"/>
          <p:cNvSpPr txBox="1">
            <a:spLocks noGrp="1"/>
          </p:cNvSpPr>
          <p:nvPr>
            <p:ph type="title"/>
          </p:nvPr>
        </p:nvSpPr>
        <p:spPr>
          <a:xfrm>
            <a:off x="892968" y="178593"/>
            <a:ext cx="7358064" cy="1714501"/>
          </a:xfrm>
          <a:prstGeom prst="rect">
            <a:avLst/>
          </a:prstGeom>
        </p:spPr>
        <p:txBody>
          <a:bodyPr lIns="35718" tIns="35718" rIns="35718" bIns="35718"/>
          <a:lstStyle>
            <a:lvl1pPr marL="0" marR="0" indent="0" algn="ctr" defTabSz="410765">
              <a:defRPr sz="5800">
                <a:uFillTx/>
                <a:latin typeface="+mj-lt"/>
                <a:ea typeface="+mj-ea"/>
                <a:cs typeface="+mj-cs"/>
                <a:sym typeface="Gill Sans"/>
              </a:defRPr>
            </a:lvl1pPr>
          </a:lstStyle>
          <a:p>
            <a:r>
              <a:t>Title Text</a:t>
            </a:r>
          </a:p>
        </p:txBody>
      </p:sp>
      <p:sp>
        <p:nvSpPr>
          <p:cNvPr id="215" name="Body Level One…"/>
          <p:cNvSpPr txBox="1">
            <a:spLocks noGrp="1"/>
          </p:cNvSpPr>
          <p:nvPr>
            <p:ph type="body" idx="1"/>
          </p:nvPr>
        </p:nvSpPr>
        <p:spPr>
          <a:xfrm>
            <a:off x="892968" y="1946671"/>
            <a:ext cx="7358064" cy="4018361"/>
          </a:xfrm>
          <a:prstGeom prst="rect">
            <a:avLst/>
          </a:prstGeom>
        </p:spPr>
        <p:txBody>
          <a:bodyPr lIns="35718" tIns="35718" rIns="35718" bIns="35718" anchor="ctr"/>
          <a:lstStyle>
            <a:lvl1pPr marL="698500" marR="0" indent="-381000" defTabSz="410765">
              <a:spcBef>
                <a:spcPts val="1600"/>
              </a:spcBef>
              <a:buSzPct val="171000"/>
              <a:defRPr b="0">
                <a:solidFill>
                  <a:srgbClr val="000000"/>
                </a:solidFill>
                <a:uFillTx/>
                <a:latin typeface="+mj-lt"/>
                <a:ea typeface="+mj-ea"/>
                <a:cs typeface="+mj-cs"/>
                <a:sym typeface="Gill Sans"/>
              </a:defRPr>
            </a:lvl1pPr>
            <a:lvl2pPr marL="1143000" marR="0" indent="-381000" defTabSz="410765">
              <a:spcBef>
                <a:spcPts val="1600"/>
              </a:spcBef>
              <a:buSzPct val="171000"/>
              <a:buChar char="•"/>
              <a:defRPr sz="2800">
                <a:uFillTx/>
                <a:latin typeface="+mj-lt"/>
                <a:ea typeface="+mj-ea"/>
                <a:cs typeface="+mj-cs"/>
                <a:sym typeface="Gill Sans"/>
              </a:defRPr>
            </a:lvl2pPr>
            <a:lvl3pPr marL="1587500" marR="0" indent="-381000" defTabSz="410765">
              <a:spcBef>
                <a:spcPts val="1600"/>
              </a:spcBef>
              <a:buClrTx/>
              <a:buSzPct val="171000"/>
              <a:buFontTx/>
              <a:buChar char="•"/>
              <a:defRPr sz="2800">
                <a:uFillTx/>
                <a:latin typeface="+mj-lt"/>
                <a:ea typeface="+mj-ea"/>
                <a:cs typeface="+mj-cs"/>
                <a:sym typeface="Gill Sans"/>
              </a:defRPr>
            </a:lvl3pPr>
            <a:lvl4pPr marL="2032000" marR="0" indent="-381000" defTabSz="410765">
              <a:spcBef>
                <a:spcPts val="1600"/>
              </a:spcBef>
              <a:buSzPct val="171000"/>
              <a:buChar char="•"/>
              <a:defRPr sz="2800">
                <a:uFillTx/>
                <a:latin typeface="+mj-lt"/>
                <a:ea typeface="+mj-ea"/>
                <a:cs typeface="+mj-cs"/>
                <a:sym typeface="Gill Sans"/>
              </a:defRPr>
            </a:lvl4pPr>
            <a:lvl5pPr marL="2476500" marR="0" indent="-381000" defTabSz="410765">
              <a:spcBef>
                <a:spcPts val="1600"/>
              </a:spcBef>
              <a:buSzPct val="171000"/>
              <a:buChar char="•"/>
              <a:defRPr sz="2800">
                <a:uFillTx/>
                <a:latin typeface="+mj-lt"/>
                <a:ea typeface="+mj-ea"/>
                <a:cs typeface="+mj-c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216" name="Slide Number"/>
          <p:cNvSpPr txBox="1">
            <a:spLocks noGrp="1"/>
          </p:cNvSpPr>
          <p:nvPr>
            <p:ph type="sldNum" sz="quarter" idx="2"/>
          </p:nvPr>
        </p:nvSpPr>
        <p:spPr>
          <a:xfrm>
            <a:off x="4449266" y="6509742"/>
            <a:ext cx="236538" cy="249238"/>
          </a:xfrm>
          <a:prstGeom prst="rect">
            <a:avLst/>
          </a:prstGeom>
        </p:spPr>
        <p:txBody>
          <a:bodyPr lIns="35718" tIns="35718" rIns="35718" bIns="35718"/>
          <a:lstStyle>
            <a:lvl1pPr defTabSz="410765">
              <a:defRPr sz="1200">
                <a:uFillTx/>
                <a:latin typeface="+mj-lt"/>
                <a:ea typeface="+mj-ea"/>
                <a:cs typeface="+mj-cs"/>
                <a:sym typeface="Gill Sans"/>
              </a:defRPr>
            </a:lvl1pPr>
          </a:lstStyle>
          <a:p>
            <a:fld id="{86CB4B4D-7CA3-9044-876B-883B54F8677D}" type="slidenum">
              <a:t>‹#›</a:t>
            </a:fld>
            <a:endParaRPr/>
          </a:p>
        </p:txBody>
      </p:sp>
    </p:spTree>
    <p:extLst>
      <p:ext uri="{BB962C8B-B14F-4D97-AF65-F5344CB8AC3E}">
        <p14:creationId xmlns:p14="http://schemas.microsoft.com/office/powerpoint/2010/main" val="571282633"/>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x">
  <p:cSld name="Title &amp; Bullets copy 4">
    <p:spTree>
      <p:nvGrpSpPr>
        <p:cNvPr id="1" name=""/>
        <p:cNvGrpSpPr/>
        <p:nvPr/>
      </p:nvGrpSpPr>
      <p:grpSpPr>
        <a:xfrm>
          <a:off x="0" y="0"/>
          <a:ext cx="0" cy="0"/>
          <a:chOff x="0" y="0"/>
          <a:chExt cx="0" cy="0"/>
        </a:xfrm>
      </p:grpSpPr>
      <p:sp>
        <p:nvSpPr>
          <p:cNvPr id="223" name="Title Text"/>
          <p:cNvSpPr txBox="1">
            <a:spLocks noGrp="1"/>
          </p:cNvSpPr>
          <p:nvPr>
            <p:ph type="title"/>
          </p:nvPr>
        </p:nvSpPr>
        <p:spPr>
          <a:xfrm>
            <a:off x="456479" y="86409"/>
            <a:ext cx="8228162" cy="1517920"/>
          </a:xfrm>
          <a:prstGeom prst="rect">
            <a:avLst/>
          </a:prstGeom>
        </p:spPr>
        <p:txBody>
          <a:bodyPr lIns="0" tIns="0" rIns="0" bIns="0"/>
          <a:lstStyle>
            <a:lvl1pPr marL="0" marR="0" indent="0" algn="ctr" defTabSz="410765">
              <a:lnSpc>
                <a:spcPct val="96000"/>
              </a:lnSpc>
              <a:defRPr sz="3800"/>
            </a:lvl1pPr>
          </a:lstStyle>
          <a:p>
            <a:r>
              <a:t>Title Text</a:t>
            </a:r>
          </a:p>
        </p:txBody>
      </p:sp>
      <p:sp>
        <p:nvSpPr>
          <p:cNvPr id="224" name="Body Level One…"/>
          <p:cNvSpPr txBox="1">
            <a:spLocks noGrp="1"/>
          </p:cNvSpPr>
          <p:nvPr>
            <p:ph type="body" idx="1"/>
          </p:nvPr>
        </p:nvSpPr>
        <p:spPr>
          <a:xfrm>
            <a:off x="456479" y="1604328"/>
            <a:ext cx="8228162" cy="5250657"/>
          </a:xfrm>
          <a:prstGeom prst="rect">
            <a:avLst/>
          </a:prstGeom>
        </p:spPr>
        <p:txBody>
          <a:bodyPr lIns="0" tIns="0" rIns="0" bIns="0"/>
          <a:lstStyle>
            <a:lvl1pPr marL="334645" marR="0" indent="-226695" defTabSz="410765">
              <a:lnSpc>
                <a:spcPct val="96000"/>
              </a:lnSpc>
              <a:spcBef>
                <a:spcPts val="1200"/>
              </a:spcBef>
              <a:buClr>
                <a:srgbClr val="000000"/>
              </a:buClr>
              <a:buSzPct val="45000"/>
              <a:buChar char=""/>
              <a:defRPr b="0">
                <a:solidFill>
                  <a:srgbClr val="000000"/>
                </a:solidFill>
                <a:uFill>
                  <a:solidFill>
                    <a:srgbClr val="000000"/>
                  </a:solidFill>
                </a:uFill>
              </a:defRPr>
            </a:lvl1pPr>
            <a:lvl2pPr marL="767820" marR="0" indent="-191558" defTabSz="410765">
              <a:lnSpc>
                <a:spcPct val="96000"/>
              </a:lnSpc>
              <a:spcBef>
                <a:spcPts val="1000"/>
              </a:spcBef>
              <a:buClr>
                <a:srgbClr val="000000"/>
              </a:buClr>
              <a:buSzPct val="75000"/>
              <a:buFont typeface="Symbol"/>
              <a:buChar char="-"/>
              <a:defRPr sz="2400"/>
            </a:lvl2pPr>
            <a:lvl3pPr marL="1223433" marR="0" indent="-143933" defTabSz="410765">
              <a:lnSpc>
                <a:spcPct val="96000"/>
              </a:lnSpc>
              <a:spcBef>
                <a:spcPts val="700"/>
              </a:spcBef>
              <a:buSzPct val="45000"/>
              <a:buFontTx/>
              <a:buChar char=""/>
              <a:defRPr sz="2000"/>
            </a:lvl3pPr>
            <a:lvl4pPr marL="1655233" marR="0" indent="-143933" defTabSz="410765">
              <a:lnSpc>
                <a:spcPct val="96000"/>
              </a:lnSpc>
              <a:spcBef>
                <a:spcPts val="500"/>
              </a:spcBef>
              <a:buClr>
                <a:srgbClr val="000000"/>
              </a:buClr>
              <a:buSzPct val="75000"/>
              <a:buFont typeface="Symbol"/>
              <a:buChar char="-"/>
              <a:defRPr sz="1600"/>
            </a:lvl4pPr>
            <a:lvl5pPr marL="2087033" marR="0" indent="-143933" defTabSz="410765">
              <a:lnSpc>
                <a:spcPct val="96000"/>
              </a:lnSpc>
              <a:spcBef>
                <a:spcPts val="200"/>
              </a:spcBef>
              <a:buClr>
                <a:srgbClr val="000000"/>
              </a:buClr>
              <a:buSzPct val="45000"/>
              <a:buChar char=""/>
              <a:defRPr sz="1600"/>
            </a:lvl5pPr>
          </a:lstStyle>
          <a:p>
            <a:r>
              <a:t>Body Level One</a:t>
            </a:r>
          </a:p>
          <a:p>
            <a:pPr lvl="1"/>
            <a:r>
              <a:t>Body Level Two</a:t>
            </a:r>
          </a:p>
          <a:p>
            <a:pPr lvl="2"/>
            <a:r>
              <a:t>Body Level Three</a:t>
            </a:r>
          </a:p>
          <a:p>
            <a:pPr lvl="3"/>
            <a:r>
              <a:t>Body Level Four</a:t>
            </a:r>
          </a:p>
          <a:p>
            <a:pPr lvl="4"/>
            <a:r>
              <a:t>Body Level Five</a:t>
            </a:r>
          </a:p>
        </p:txBody>
      </p:sp>
      <p:sp>
        <p:nvSpPr>
          <p:cNvPr id="225" name="Slide Number"/>
          <p:cNvSpPr txBox="1">
            <a:spLocks noGrp="1"/>
          </p:cNvSpPr>
          <p:nvPr>
            <p:ph type="sldNum" sz="quarter" idx="2"/>
          </p:nvPr>
        </p:nvSpPr>
        <p:spPr>
          <a:xfrm>
            <a:off x="7534922" y="6247376"/>
            <a:ext cx="165101" cy="184027"/>
          </a:xfrm>
          <a:prstGeom prst="rect">
            <a:avLst/>
          </a:prstGeom>
        </p:spPr>
        <p:txBody>
          <a:bodyPr lIns="0" tIns="0" rIns="0" bIns="0"/>
          <a:lstStyle>
            <a:lvl1pPr defTabSz="526851">
              <a:defRPr sz="1200">
                <a:latin typeface="Times New Roman"/>
                <a:ea typeface="Times New Roman"/>
                <a:cs typeface="Times New Roman"/>
                <a:sym typeface="Times New Roman"/>
              </a:defRPr>
            </a:lvl1pPr>
          </a:lstStyle>
          <a:p>
            <a:fld id="{86CB4B4D-7CA3-9044-876B-883B54F8677D}" type="slidenum">
              <a:t>‹#›</a:t>
            </a:fld>
            <a:endParaRPr/>
          </a:p>
        </p:txBody>
      </p:sp>
    </p:spTree>
    <p:extLst>
      <p:ext uri="{BB962C8B-B14F-4D97-AF65-F5344CB8AC3E}">
        <p14:creationId xmlns:p14="http://schemas.microsoft.com/office/powerpoint/2010/main" val="3457977962"/>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
  <p:cSld name="Title, Bullets &amp; Photo">
    <p:spTree>
      <p:nvGrpSpPr>
        <p:cNvPr id="1" name=""/>
        <p:cNvGrpSpPr/>
        <p:nvPr/>
      </p:nvGrpSpPr>
      <p:grpSpPr>
        <a:xfrm>
          <a:off x="0" y="0"/>
          <a:ext cx="0" cy="0"/>
          <a:chOff x="0" y="0"/>
          <a:chExt cx="0" cy="0"/>
        </a:xfrm>
      </p:grpSpPr>
      <p:sp>
        <p:nvSpPr>
          <p:cNvPr id="232" name="Image"/>
          <p:cNvSpPr>
            <a:spLocks noGrp="1"/>
          </p:cNvSpPr>
          <p:nvPr>
            <p:ph type="pic" sz="quarter" idx="21"/>
          </p:nvPr>
        </p:nvSpPr>
        <p:spPr>
          <a:xfrm>
            <a:off x="5045273" y="1785937"/>
            <a:ext cx="2884290" cy="4329268"/>
          </a:xfrm>
          <a:prstGeom prst="rect">
            <a:avLst/>
          </a:prstGeom>
        </p:spPr>
        <p:txBody>
          <a:bodyPr lIns="91439" tIns="45719" rIns="91439" bIns="45719"/>
          <a:lstStyle/>
          <a:p>
            <a:endParaRPr/>
          </a:p>
        </p:txBody>
      </p:sp>
      <p:sp>
        <p:nvSpPr>
          <p:cNvPr id="233" name="Title Text"/>
          <p:cNvSpPr txBox="1">
            <a:spLocks noGrp="1"/>
          </p:cNvSpPr>
          <p:nvPr>
            <p:ph type="title"/>
          </p:nvPr>
        </p:nvSpPr>
        <p:spPr>
          <a:xfrm>
            <a:off x="892968" y="178593"/>
            <a:ext cx="7358064" cy="1714501"/>
          </a:xfrm>
          <a:prstGeom prst="rect">
            <a:avLst/>
          </a:prstGeom>
        </p:spPr>
        <p:txBody>
          <a:bodyPr lIns="35718" tIns="35718" rIns="35718" bIns="35718"/>
          <a:lstStyle>
            <a:lvl1pPr marL="0" marR="0" indent="0" algn="ctr" defTabSz="410765">
              <a:defRPr sz="5800">
                <a:uFillTx/>
                <a:latin typeface="+mj-lt"/>
                <a:ea typeface="+mj-ea"/>
                <a:cs typeface="+mj-cs"/>
                <a:sym typeface="Gill Sans"/>
              </a:defRPr>
            </a:lvl1pPr>
          </a:lstStyle>
          <a:p>
            <a:r>
              <a:t>Title Text</a:t>
            </a:r>
          </a:p>
        </p:txBody>
      </p:sp>
      <p:sp>
        <p:nvSpPr>
          <p:cNvPr id="234" name="Body Level One…"/>
          <p:cNvSpPr txBox="1">
            <a:spLocks noGrp="1"/>
          </p:cNvSpPr>
          <p:nvPr>
            <p:ph type="body" sz="half" idx="1"/>
          </p:nvPr>
        </p:nvSpPr>
        <p:spPr>
          <a:xfrm>
            <a:off x="892968" y="1946671"/>
            <a:ext cx="3545087" cy="4018361"/>
          </a:xfrm>
          <a:prstGeom prst="rect">
            <a:avLst/>
          </a:prstGeom>
        </p:spPr>
        <p:txBody>
          <a:bodyPr lIns="35718" tIns="35718" rIns="35718" bIns="35718" anchor="ctr"/>
          <a:lstStyle>
            <a:lvl1pPr marL="657551" marR="0" indent="-340051" defTabSz="410765">
              <a:spcBef>
                <a:spcPts val="2600"/>
              </a:spcBef>
              <a:buSzPct val="171000"/>
              <a:defRPr sz="2200" b="0">
                <a:solidFill>
                  <a:srgbClr val="000000"/>
                </a:solidFill>
                <a:uFillTx/>
                <a:latin typeface="+mj-lt"/>
                <a:ea typeface="+mj-ea"/>
                <a:cs typeface="+mj-cs"/>
                <a:sym typeface="Gill Sans"/>
              </a:defRPr>
            </a:lvl1pPr>
            <a:lvl2pPr marL="1102051" marR="0" indent="-340051" defTabSz="410765">
              <a:spcBef>
                <a:spcPts val="2600"/>
              </a:spcBef>
              <a:buSzPct val="171000"/>
              <a:buChar char="•"/>
              <a:defRPr sz="2200">
                <a:uFillTx/>
                <a:latin typeface="+mj-lt"/>
                <a:ea typeface="+mj-ea"/>
                <a:cs typeface="+mj-cs"/>
                <a:sym typeface="Gill Sans"/>
              </a:defRPr>
            </a:lvl2pPr>
            <a:lvl3pPr marL="1546551" marR="0" indent="-340051" defTabSz="410765">
              <a:spcBef>
                <a:spcPts val="2600"/>
              </a:spcBef>
              <a:buClrTx/>
              <a:buSzPct val="171000"/>
              <a:buFontTx/>
              <a:buChar char="•"/>
              <a:defRPr sz="2200">
                <a:uFillTx/>
                <a:latin typeface="+mj-lt"/>
                <a:ea typeface="+mj-ea"/>
                <a:cs typeface="+mj-cs"/>
                <a:sym typeface="Gill Sans"/>
              </a:defRPr>
            </a:lvl3pPr>
            <a:lvl4pPr marL="1991051" marR="0" indent="-340051" defTabSz="410765">
              <a:spcBef>
                <a:spcPts val="2600"/>
              </a:spcBef>
              <a:buSzPct val="171000"/>
              <a:buChar char="•"/>
              <a:defRPr sz="2200">
                <a:uFillTx/>
                <a:latin typeface="+mj-lt"/>
                <a:ea typeface="+mj-ea"/>
                <a:cs typeface="+mj-cs"/>
                <a:sym typeface="Gill Sans"/>
              </a:defRPr>
            </a:lvl4pPr>
            <a:lvl5pPr marL="2435551" marR="0" indent="-340051" defTabSz="410765">
              <a:spcBef>
                <a:spcPts val="2600"/>
              </a:spcBef>
              <a:buSzPct val="171000"/>
              <a:buChar char="•"/>
              <a:defRPr sz="2200">
                <a:uFillTx/>
                <a:latin typeface="+mj-lt"/>
                <a:ea typeface="+mj-ea"/>
                <a:cs typeface="+mj-c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235" name="Slide Number"/>
          <p:cNvSpPr txBox="1">
            <a:spLocks noGrp="1"/>
          </p:cNvSpPr>
          <p:nvPr>
            <p:ph type="sldNum" sz="quarter" idx="2"/>
          </p:nvPr>
        </p:nvSpPr>
        <p:spPr>
          <a:xfrm>
            <a:off x="4449266" y="6509742"/>
            <a:ext cx="236538" cy="249238"/>
          </a:xfrm>
          <a:prstGeom prst="rect">
            <a:avLst/>
          </a:prstGeom>
        </p:spPr>
        <p:txBody>
          <a:bodyPr lIns="35718" tIns="35718" rIns="35718" bIns="35718"/>
          <a:lstStyle>
            <a:lvl1pPr defTabSz="410765">
              <a:defRPr sz="1200">
                <a:uFillTx/>
                <a:latin typeface="+mj-lt"/>
                <a:ea typeface="+mj-ea"/>
                <a:cs typeface="+mj-cs"/>
                <a:sym typeface="Gill Sans"/>
              </a:defRPr>
            </a:lvl1pPr>
          </a:lstStyle>
          <a:p>
            <a:fld id="{86CB4B4D-7CA3-9044-876B-883B54F8677D}" type="slidenum">
              <a:t>‹#›</a:t>
            </a:fld>
            <a:endParaRPr/>
          </a:p>
        </p:txBody>
      </p:sp>
    </p:spTree>
    <p:extLst>
      <p:ext uri="{BB962C8B-B14F-4D97-AF65-F5344CB8AC3E}">
        <p14:creationId xmlns:p14="http://schemas.microsoft.com/office/powerpoint/2010/main" val="265190963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x">
  <p:cSld name="1_Title &amp; Bullets">
    <p:spTree>
      <p:nvGrpSpPr>
        <p:cNvPr id="1" name=""/>
        <p:cNvGrpSpPr/>
        <p:nvPr/>
      </p:nvGrpSpPr>
      <p:grpSpPr>
        <a:xfrm>
          <a:off x="0" y="0"/>
          <a:ext cx="0" cy="0"/>
          <a:chOff x="0" y="0"/>
          <a:chExt cx="0" cy="0"/>
        </a:xfrm>
      </p:grpSpPr>
      <p:sp>
        <p:nvSpPr>
          <p:cNvPr id="242" name="Title Text"/>
          <p:cNvSpPr txBox="1">
            <a:spLocks noGrp="1"/>
          </p:cNvSpPr>
          <p:nvPr>
            <p:ph type="title"/>
          </p:nvPr>
        </p:nvSpPr>
        <p:spPr>
          <a:xfrm>
            <a:off x="892968" y="178593"/>
            <a:ext cx="7358064" cy="1714501"/>
          </a:xfrm>
          <a:prstGeom prst="rect">
            <a:avLst/>
          </a:prstGeom>
        </p:spPr>
        <p:txBody>
          <a:bodyPr lIns="35718" tIns="35718" rIns="35718" bIns="35718"/>
          <a:lstStyle>
            <a:lvl1pPr marL="0" marR="0" indent="0" algn="ctr" defTabSz="410765">
              <a:defRPr sz="5800">
                <a:uFillTx/>
                <a:latin typeface="+mj-lt"/>
                <a:ea typeface="+mj-ea"/>
                <a:cs typeface="+mj-cs"/>
                <a:sym typeface="Gill Sans"/>
              </a:defRPr>
            </a:lvl1pPr>
          </a:lstStyle>
          <a:p>
            <a:r>
              <a:t>Title Text</a:t>
            </a:r>
          </a:p>
        </p:txBody>
      </p:sp>
      <p:sp>
        <p:nvSpPr>
          <p:cNvPr id="243" name="Body Level One…"/>
          <p:cNvSpPr txBox="1">
            <a:spLocks noGrp="1"/>
          </p:cNvSpPr>
          <p:nvPr>
            <p:ph type="body" idx="1"/>
          </p:nvPr>
        </p:nvSpPr>
        <p:spPr>
          <a:xfrm>
            <a:off x="892968" y="1946671"/>
            <a:ext cx="7358064" cy="4018361"/>
          </a:xfrm>
          <a:prstGeom prst="rect">
            <a:avLst/>
          </a:prstGeom>
        </p:spPr>
        <p:txBody>
          <a:bodyPr lIns="35718" tIns="35718" rIns="35718" bIns="35718" anchor="ctr"/>
          <a:lstStyle>
            <a:lvl1pPr marL="698500" marR="0" indent="-381000" defTabSz="410765">
              <a:spcBef>
                <a:spcPts val="1600"/>
              </a:spcBef>
              <a:buSzPct val="171000"/>
              <a:defRPr b="0">
                <a:solidFill>
                  <a:srgbClr val="000000"/>
                </a:solidFill>
                <a:uFillTx/>
                <a:latin typeface="+mj-lt"/>
                <a:ea typeface="+mj-ea"/>
                <a:cs typeface="+mj-cs"/>
                <a:sym typeface="Gill Sans"/>
              </a:defRPr>
            </a:lvl1pPr>
            <a:lvl2pPr marL="1143000" marR="0" indent="-381000" defTabSz="410765">
              <a:spcBef>
                <a:spcPts val="1600"/>
              </a:spcBef>
              <a:buSzPct val="171000"/>
              <a:buChar char="•"/>
              <a:defRPr sz="2800">
                <a:uFillTx/>
                <a:latin typeface="+mj-lt"/>
                <a:ea typeface="+mj-ea"/>
                <a:cs typeface="+mj-cs"/>
                <a:sym typeface="Gill Sans"/>
              </a:defRPr>
            </a:lvl2pPr>
            <a:lvl3pPr marL="1587500" marR="0" indent="-381000" defTabSz="410765">
              <a:spcBef>
                <a:spcPts val="1600"/>
              </a:spcBef>
              <a:buClrTx/>
              <a:buSzPct val="171000"/>
              <a:buFontTx/>
              <a:buChar char="•"/>
              <a:defRPr sz="2800">
                <a:uFillTx/>
                <a:latin typeface="+mj-lt"/>
                <a:ea typeface="+mj-ea"/>
                <a:cs typeface="+mj-cs"/>
                <a:sym typeface="Gill Sans"/>
              </a:defRPr>
            </a:lvl3pPr>
            <a:lvl4pPr marL="2032000" marR="0" indent="-381000" defTabSz="410765">
              <a:spcBef>
                <a:spcPts val="1600"/>
              </a:spcBef>
              <a:buSzPct val="171000"/>
              <a:buChar char="•"/>
              <a:defRPr sz="2800">
                <a:uFillTx/>
                <a:latin typeface="+mj-lt"/>
                <a:ea typeface="+mj-ea"/>
                <a:cs typeface="+mj-cs"/>
                <a:sym typeface="Gill Sans"/>
              </a:defRPr>
            </a:lvl4pPr>
            <a:lvl5pPr marL="2476500" marR="0" indent="-381000" defTabSz="410765">
              <a:spcBef>
                <a:spcPts val="1600"/>
              </a:spcBef>
              <a:buSzPct val="171000"/>
              <a:buChar char="•"/>
              <a:defRPr sz="2800">
                <a:uFillTx/>
                <a:latin typeface="+mj-lt"/>
                <a:ea typeface="+mj-ea"/>
                <a:cs typeface="+mj-c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244" name="Slide Number"/>
          <p:cNvSpPr txBox="1">
            <a:spLocks noGrp="1"/>
          </p:cNvSpPr>
          <p:nvPr>
            <p:ph type="sldNum" sz="quarter" idx="2"/>
          </p:nvPr>
        </p:nvSpPr>
        <p:spPr>
          <a:xfrm>
            <a:off x="4449266" y="6509742"/>
            <a:ext cx="236538" cy="249238"/>
          </a:xfrm>
          <a:prstGeom prst="rect">
            <a:avLst/>
          </a:prstGeom>
        </p:spPr>
        <p:txBody>
          <a:bodyPr lIns="35718" tIns="35718" rIns="35718" bIns="35718"/>
          <a:lstStyle>
            <a:lvl1pPr defTabSz="410765">
              <a:defRPr sz="1200">
                <a:uFillTx/>
                <a:latin typeface="+mj-lt"/>
                <a:ea typeface="+mj-ea"/>
                <a:cs typeface="+mj-cs"/>
                <a:sym typeface="Gill Sans"/>
              </a:defRPr>
            </a:lvl1pPr>
          </a:lstStyle>
          <a:p>
            <a:fld id="{86CB4B4D-7CA3-9044-876B-883B54F8677D}" type="slidenum">
              <a:t>‹#›</a:t>
            </a:fld>
            <a:endParaRPr/>
          </a:p>
        </p:txBody>
      </p:sp>
    </p:spTree>
    <p:extLst>
      <p:ext uri="{BB962C8B-B14F-4D97-AF65-F5344CB8AC3E}">
        <p14:creationId xmlns:p14="http://schemas.microsoft.com/office/powerpoint/2010/main" val="1893242285"/>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x">
  <p:cSld name="1_normal - no footer">
    <p:spTree>
      <p:nvGrpSpPr>
        <p:cNvPr id="1" name=""/>
        <p:cNvGrpSpPr/>
        <p:nvPr/>
      </p:nvGrpSpPr>
      <p:grpSpPr>
        <a:xfrm>
          <a:off x="0" y="0"/>
          <a:ext cx="0" cy="0"/>
          <a:chOff x="0" y="0"/>
          <a:chExt cx="0" cy="0"/>
        </a:xfrm>
      </p:grpSpPr>
      <p:sp>
        <p:nvSpPr>
          <p:cNvPr id="251" name="Body Level One…"/>
          <p:cNvSpPr txBox="1">
            <a:spLocks noGrp="1"/>
          </p:cNvSpPr>
          <p:nvPr>
            <p:ph type="body" sz="half" idx="1"/>
          </p:nvPr>
        </p:nvSpPr>
        <p:spPr>
          <a:xfrm>
            <a:off x="1509117" y="2240756"/>
            <a:ext cx="5705476" cy="3759994"/>
          </a:xfrm>
          <a:prstGeom prst="rect">
            <a:avLst/>
          </a:prstGeom>
        </p:spPr>
        <p:txBody>
          <a:bodyPr lIns="38100" tIns="38100" rIns="38100" bIns="38100"/>
          <a:lstStyle>
            <a:lvl1pPr marL="457472" indent="-318407">
              <a:defRPr sz="2600">
                <a:solidFill>
                  <a:srgbClr val="000000"/>
                </a:solidFill>
              </a:defRPr>
            </a:lvl1pPr>
            <a:lvl2pPr marL="925121" indent="-263769">
              <a:defRPr sz="2400"/>
            </a:lvl2pPr>
            <a:lvl3pPr marL="1336039" indent="-209550">
              <a:defRPr sz="2200"/>
            </a:lvl3pPr>
            <a:lvl4pPr marL="1740217" indent="-205739">
              <a:defRPr sz="1800"/>
            </a:lvl4pPr>
            <a:lvl5pPr marL="2148204" indent="-205739">
              <a:defRPr sz="1800"/>
            </a:lvl5pPr>
          </a:lstStyle>
          <a:p>
            <a:r>
              <a:t>Body Level One</a:t>
            </a:r>
          </a:p>
          <a:p>
            <a:pPr lvl="1"/>
            <a:r>
              <a:t>Body Level Two</a:t>
            </a:r>
          </a:p>
          <a:p>
            <a:pPr lvl="2"/>
            <a:r>
              <a:t>Body Level Three</a:t>
            </a:r>
          </a:p>
          <a:p>
            <a:pPr lvl="3"/>
            <a:r>
              <a:t>Body Level Four</a:t>
            </a:r>
          </a:p>
          <a:p>
            <a:pPr lvl="4"/>
            <a:r>
              <a:t>Body Level Five</a:t>
            </a:r>
          </a:p>
        </p:txBody>
      </p:sp>
      <p:sp>
        <p:nvSpPr>
          <p:cNvPr id="252" name="Title Text"/>
          <p:cNvSpPr txBox="1">
            <a:spLocks noGrp="1"/>
          </p:cNvSpPr>
          <p:nvPr>
            <p:ph type="title"/>
          </p:nvPr>
        </p:nvSpPr>
        <p:spPr>
          <a:xfrm>
            <a:off x="1484560" y="857249"/>
            <a:ext cx="6172201" cy="1151336"/>
          </a:xfrm>
          <a:prstGeom prst="rect">
            <a:avLst/>
          </a:prstGeom>
        </p:spPr>
        <p:txBody>
          <a:bodyPr lIns="38100" tIns="38100" rIns="38100" bIns="38100"/>
          <a:lstStyle>
            <a:lvl1pPr>
              <a:defRPr sz="3000"/>
            </a:lvl1pPr>
          </a:lstStyle>
          <a:p>
            <a:r>
              <a:t>Title Text</a:t>
            </a:r>
          </a:p>
        </p:txBody>
      </p:sp>
      <p:sp>
        <p:nvSpPr>
          <p:cNvPr id="253" name="Line"/>
          <p:cNvSpPr/>
          <p:nvPr/>
        </p:nvSpPr>
        <p:spPr>
          <a:xfrm>
            <a:off x="1567048" y="1800597"/>
            <a:ext cx="6009904" cy="1"/>
          </a:xfrm>
          <a:prstGeom prst="line">
            <a:avLst/>
          </a:prstGeom>
          <a:ln w="3175">
            <a:solidFill>
              <a:srgbClr val="000000"/>
            </a:solidFill>
            <a:miter lim="400000"/>
          </a:ln>
        </p:spPr>
        <p:txBody>
          <a:bodyPr lIns="38100" tIns="38100" rIns="38100" bIns="38100" anchor="ctr"/>
          <a:lstStyle/>
          <a:p>
            <a:pPr>
              <a:defRPr sz="2600">
                <a:solidFill>
                  <a:srgbClr val="FFFFFF"/>
                </a:solidFill>
                <a:effectLst>
                  <a:outerShdw blurRad="38100" dist="12700" dir="5400000" rotWithShape="0">
                    <a:srgbClr val="000000">
                      <a:alpha val="50000"/>
                    </a:srgbClr>
                  </a:outerShdw>
                </a:effectLst>
              </a:defRPr>
            </a:pPr>
            <a:endParaRPr/>
          </a:p>
        </p:txBody>
      </p:sp>
      <p:sp>
        <p:nvSpPr>
          <p:cNvPr id="254" name="Slide Number"/>
          <p:cNvSpPr txBox="1">
            <a:spLocks noGrp="1"/>
          </p:cNvSpPr>
          <p:nvPr>
            <p:ph type="sldNum" sz="quarter" idx="2"/>
          </p:nvPr>
        </p:nvSpPr>
        <p:spPr>
          <a:xfrm>
            <a:off x="6778556" y="5657850"/>
            <a:ext cx="216038" cy="199461"/>
          </a:xfrm>
          <a:prstGeom prst="rect">
            <a:avLst/>
          </a:prstGeom>
        </p:spPr>
        <p:txBody>
          <a:bodyPr lIns="38100" tIns="38100" rIns="38100" bIns="38100"/>
          <a:lstStyle>
            <a:lvl1pPr defTabSz="584200">
              <a:defRPr sz="900"/>
            </a:lvl1pPr>
          </a:lstStyle>
          <a:p>
            <a:fld id="{86CB4B4D-7CA3-9044-876B-883B54F8677D}" type="slidenum">
              <a:t>‹#›</a:t>
            </a:fld>
            <a:endParaRPr/>
          </a:p>
        </p:txBody>
      </p:sp>
    </p:spTree>
    <p:extLst>
      <p:ext uri="{BB962C8B-B14F-4D97-AF65-F5344CB8AC3E}">
        <p14:creationId xmlns:p14="http://schemas.microsoft.com/office/powerpoint/2010/main" val="549423207"/>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261" name="Title Text"/>
          <p:cNvSpPr txBox="1">
            <a:spLocks noGrp="1"/>
          </p:cNvSpPr>
          <p:nvPr>
            <p:ph type="title"/>
          </p:nvPr>
        </p:nvSpPr>
        <p:spPr>
          <a:xfrm>
            <a:off x="669726" y="26789"/>
            <a:ext cx="7804548" cy="1134838"/>
          </a:xfrm>
          <a:prstGeom prst="rect">
            <a:avLst/>
          </a:prstGeom>
        </p:spPr>
        <p:txBody>
          <a:bodyPr lIns="35718" tIns="35718" rIns="35718" bIns="35718">
            <a:normAutofit/>
          </a:bodyPr>
          <a:lstStyle>
            <a:lvl1pPr marL="0" marR="0" indent="0" algn="ctr" defTabSz="410765">
              <a:defRPr sz="4400" b="1">
                <a:uFillTx/>
                <a:latin typeface="Helvetica"/>
                <a:ea typeface="Helvetica"/>
                <a:cs typeface="Helvetica"/>
                <a:sym typeface="Helvetica"/>
              </a:defRPr>
            </a:lvl1pPr>
          </a:lstStyle>
          <a:p>
            <a:r>
              <a:t>Title Text</a:t>
            </a:r>
          </a:p>
        </p:txBody>
      </p:sp>
      <p:sp>
        <p:nvSpPr>
          <p:cNvPr id="262" name="Slide Number"/>
          <p:cNvSpPr txBox="1">
            <a:spLocks noGrp="1"/>
          </p:cNvSpPr>
          <p:nvPr>
            <p:ph type="sldNum" sz="quarter" idx="2"/>
          </p:nvPr>
        </p:nvSpPr>
        <p:spPr>
          <a:xfrm>
            <a:off x="4440732" y="6505277"/>
            <a:ext cx="253607" cy="249238"/>
          </a:xfrm>
          <a:prstGeom prst="rect">
            <a:avLst/>
          </a:prstGeom>
        </p:spPr>
        <p:txBody>
          <a:bodyPr lIns="35718" tIns="35718" rIns="35718" bIns="35718"/>
          <a:lstStyle>
            <a:lvl1pPr defTabSz="410765">
              <a:defRPr sz="1200">
                <a:uFillTx/>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2795606307"/>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269" name="Slide Number"/>
          <p:cNvSpPr txBox="1">
            <a:spLocks noGrp="1"/>
          </p:cNvSpPr>
          <p:nvPr>
            <p:ph type="sldNum" sz="quarter" idx="2"/>
          </p:nvPr>
        </p:nvSpPr>
        <p:spPr>
          <a:xfrm>
            <a:off x="4440732" y="6505277"/>
            <a:ext cx="253607" cy="249238"/>
          </a:xfrm>
          <a:prstGeom prst="rect">
            <a:avLst/>
          </a:prstGeom>
        </p:spPr>
        <p:txBody>
          <a:bodyPr lIns="35718" tIns="35718" rIns="35718" bIns="35718"/>
          <a:lstStyle>
            <a:lvl1pPr defTabSz="410765">
              <a:defRPr sz="1200">
                <a:uFillTx/>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3200075840"/>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x">
  <p:cSld name="1_Title &amp; Subtitle">
    <p:spTree>
      <p:nvGrpSpPr>
        <p:cNvPr id="1" name=""/>
        <p:cNvGrpSpPr/>
        <p:nvPr/>
      </p:nvGrpSpPr>
      <p:grpSpPr>
        <a:xfrm>
          <a:off x="0" y="0"/>
          <a:ext cx="0" cy="0"/>
          <a:chOff x="0" y="0"/>
          <a:chExt cx="0" cy="0"/>
        </a:xfrm>
      </p:grpSpPr>
      <p:sp>
        <p:nvSpPr>
          <p:cNvPr id="276" name="Title Text"/>
          <p:cNvSpPr txBox="1">
            <a:spLocks noGrp="1"/>
          </p:cNvSpPr>
          <p:nvPr>
            <p:ph type="title"/>
          </p:nvPr>
        </p:nvSpPr>
        <p:spPr>
          <a:xfrm>
            <a:off x="892968" y="1151929"/>
            <a:ext cx="7358064" cy="2321720"/>
          </a:xfrm>
          <a:prstGeom prst="rect">
            <a:avLst/>
          </a:prstGeom>
        </p:spPr>
        <p:txBody>
          <a:bodyPr lIns="35718" tIns="35718" rIns="35718" bIns="35718" anchor="b">
            <a:normAutofit/>
          </a:bodyPr>
          <a:lstStyle>
            <a:lvl1pPr marL="0" marR="0" indent="0" algn="ctr" defTabSz="410765">
              <a:defRPr sz="5600">
                <a:uFillTx/>
                <a:latin typeface="Helvetica Light"/>
                <a:ea typeface="Helvetica Light"/>
                <a:cs typeface="Helvetica Light"/>
                <a:sym typeface="Helvetica Light"/>
              </a:defRPr>
            </a:lvl1pPr>
          </a:lstStyle>
          <a:p>
            <a:r>
              <a:t>Title Text</a:t>
            </a:r>
          </a:p>
        </p:txBody>
      </p:sp>
      <p:sp>
        <p:nvSpPr>
          <p:cNvPr id="277" name="Body Level One…"/>
          <p:cNvSpPr txBox="1">
            <a:spLocks noGrp="1"/>
          </p:cNvSpPr>
          <p:nvPr>
            <p:ph type="body" sz="quarter" idx="1"/>
          </p:nvPr>
        </p:nvSpPr>
        <p:spPr>
          <a:xfrm>
            <a:off x="892968" y="3536156"/>
            <a:ext cx="7358064" cy="794743"/>
          </a:xfrm>
          <a:prstGeom prst="rect">
            <a:avLst/>
          </a:prstGeom>
        </p:spPr>
        <p:txBody>
          <a:bodyPr lIns="35718" tIns="35718" rIns="35718" bIns="35718">
            <a:normAutofit/>
          </a:bodyPr>
          <a:lstStyle>
            <a:lvl1pPr marL="0" marR="0" indent="0" algn="ctr" defTabSz="410765">
              <a:spcBef>
                <a:spcPts val="0"/>
              </a:spcBef>
              <a:buSzTx/>
              <a:buNone/>
              <a:defRPr sz="2200" b="0">
                <a:solidFill>
                  <a:srgbClr val="000000"/>
                </a:solidFill>
                <a:uFillTx/>
                <a:latin typeface="Helvetica Light"/>
                <a:ea typeface="Helvetica Light"/>
                <a:cs typeface="Helvetica Light"/>
                <a:sym typeface="Helvetica Light"/>
              </a:defRPr>
            </a:lvl1pPr>
            <a:lvl2pPr marL="0" marR="0" indent="228600" algn="ctr" defTabSz="410765">
              <a:spcBef>
                <a:spcPts val="0"/>
              </a:spcBef>
              <a:buSzTx/>
              <a:buNone/>
              <a:defRPr sz="2200">
                <a:uFillTx/>
                <a:latin typeface="Helvetica Light"/>
                <a:ea typeface="Helvetica Light"/>
                <a:cs typeface="Helvetica Light"/>
                <a:sym typeface="Helvetica Light"/>
              </a:defRPr>
            </a:lvl2pPr>
            <a:lvl3pPr marL="0" marR="0" indent="457200" algn="ctr" defTabSz="410765">
              <a:spcBef>
                <a:spcPts val="0"/>
              </a:spcBef>
              <a:buClrTx/>
              <a:buSzTx/>
              <a:buFontTx/>
              <a:buNone/>
              <a:defRPr sz="2200">
                <a:uFillTx/>
                <a:latin typeface="Helvetica Light"/>
                <a:ea typeface="Helvetica Light"/>
                <a:cs typeface="Helvetica Light"/>
                <a:sym typeface="Helvetica Light"/>
              </a:defRPr>
            </a:lvl3pPr>
            <a:lvl4pPr marL="0" marR="0" indent="685800" algn="ctr" defTabSz="410765">
              <a:spcBef>
                <a:spcPts val="0"/>
              </a:spcBef>
              <a:buSzTx/>
              <a:buNone/>
              <a:defRPr sz="2200">
                <a:uFillTx/>
                <a:latin typeface="Helvetica Light"/>
                <a:ea typeface="Helvetica Light"/>
                <a:cs typeface="Helvetica Light"/>
                <a:sym typeface="Helvetica Light"/>
              </a:defRPr>
            </a:lvl4pPr>
            <a:lvl5pPr marL="0" marR="0" indent="914400" algn="ctr" defTabSz="410765">
              <a:spcBef>
                <a:spcPts val="0"/>
              </a:spcBef>
              <a:buSzTx/>
              <a:buNone/>
              <a:defRPr sz="2200">
                <a:uFillTx/>
                <a:latin typeface="Helvetica Light"/>
                <a:ea typeface="Helvetica Light"/>
                <a:cs typeface="Helvetica Light"/>
                <a:sym typeface="Helvetica Light"/>
              </a:defRPr>
            </a:lvl5pPr>
          </a:lstStyle>
          <a:p>
            <a:r>
              <a:t>Body Level One</a:t>
            </a:r>
          </a:p>
          <a:p>
            <a:pPr lvl="1"/>
            <a:r>
              <a:t>Body Level Two</a:t>
            </a:r>
          </a:p>
          <a:p>
            <a:pPr lvl="2"/>
            <a:r>
              <a:t>Body Level Three</a:t>
            </a:r>
          </a:p>
          <a:p>
            <a:pPr lvl="3"/>
            <a:r>
              <a:t>Body Level Four</a:t>
            </a:r>
          </a:p>
          <a:p>
            <a:pPr lvl="4"/>
            <a:r>
              <a:t>Body Level Five</a:t>
            </a:r>
          </a:p>
        </p:txBody>
      </p:sp>
      <p:sp>
        <p:nvSpPr>
          <p:cNvPr id="278" name="Slide Number"/>
          <p:cNvSpPr txBox="1">
            <a:spLocks noGrp="1"/>
          </p:cNvSpPr>
          <p:nvPr>
            <p:ph type="sldNum" sz="quarter" idx="2"/>
          </p:nvPr>
        </p:nvSpPr>
        <p:spPr>
          <a:xfrm>
            <a:off x="4440732" y="6505277"/>
            <a:ext cx="253607" cy="249238"/>
          </a:xfrm>
          <a:prstGeom prst="rect">
            <a:avLst/>
          </a:prstGeom>
        </p:spPr>
        <p:txBody>
          <a:bodyPr lIns="35718" tIns="35718" rIns="35718" bIns="35718"/>
          <a:lstStyle>
            <a:lvl1pPr defTabSz="410765">
              <a:defRPr sz="1200">
                <a:uFillTx/>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738472427"/>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x">
  <p:cSld name="normal blank copy">
    <p:spTree>
      <p:nvGrpSpPr>
        <p:cNvPr id="1" name=""/>
        <p:cNvGrpSpPr/>
        <p:nvPr/>
      </p:nvGrpSpPr>
      <p:grpSpPr>
        <a:xfrm>
          <a:off x="0" y="0"/>
          <a:ext cx="0" cy="0"/>
          <a:chOff x="0" y="0"/>
          <a:chExt cx="0" cy="0"/>
        </a:xfrm>
      </p:grpSpPr>
      <p:grpSp>
        <p:nvGrpSpPr>
          <p:cNvPr id="288" name="Group"/>
          <p:cNvGrpSpPr/>
          <p:nvPr/>
        </p:nvGrpSpPr>
        <p:grpSpPr>
          <a:xfrm>
            <a:off x="-321796" y="1009923"/>
            <a:ext cx="10836888" cy="5929581"/>
            <a:chOff x="0" y="0"/>
            <a:chExt cx="10836887" cy="5929580"/>
          </a:xfrm>
        </p:grpSpPr>
        <p:sp>
          <p:nvSpPr>
            <p:cNvPr id="285" name="Rectangle"/>
            <p:cNvSpPr/>
            <p:nvPr/>
          </p:nvSpPr>
          <p:spPr>
            <a:xfrm>
              <a:off x="0" y="0"/>
              <a:ext cx="10836888" cy="5070221"/>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86" name="Rounded Rectangle"/>
            <p:cNvSpPr/>
            <p:nvPr/>
          </p:nvSpPr>
          <p:spPr>
            <a:xfrm>
              <a:off x="3873677" y="3695245"/>
              <a:ext cx="6963211" cy="2234336"/>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87" name="Rectangle"/>
            <p:cNvSpPr/>
            <p:nvPr/>
          </p:nvSpPr>
          <p:spPr>
            <a:xfrm>
              <a:off x="0" y="1460910"/>
              <a:ext cx="4814652" cy="4468670"/>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289" name="Line"/>
          <p:cNvSpPr/>
          <p:nvPr/>
        </p:nvSpPr>
        <p:spPr>
          <a:xfrm>
            <a:off x="-12700" y="968375"/>
            <a:ext cx="8515350" cy="1588"/>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sp>
        <p:nvSpPr>
          <p:cNvPr id="2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75312911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hyperlink" Target="http://www.monash.edu.au" TargetMode="Externa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18" Type="http://schemas.openxmlformats.org/officeDocument/2006/relationships/slideLayout" Target="../slideLayouts/slideLayout24.xml"/><Relationship Id="rId26" Type="http://schemas.openxmlformats.org/officeDocument/2006/relationships/image" Target="../media/image2.jpeg"/><Relationship Id="rId3" Type="http://schemas.openxmlformats.org/officeDocument/2006/relationships/slideLayout" Target="../slideLayouts/slideLayout9.xml"/><Relationship Id="rId21" Type="http://schemas.openxmlformats.org/officeDocument/2006/relationships/slideLayout" Target="../slideLayouts/slideLayout27.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5" Type="http://schemas.openxmlformats.org/officeDocument/2006/relationships/hyperlink" Target="http://www.monash.edu.au/" TargetMode="External"/><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slideLayout" Target="../slideLayouts/slideLayout26.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24" Type="http://schemas.openxmlformats.org/officeDocument/2006/relationships/theme" Target="../theme/theme2.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23" Type="http://schemas.openxmlformats.org/officeDocument/2006/relationships/slideLayout" Target="../slideLayouts/slideLayout29.xml"/><Relationship Id="rId10" Type="http://schemas.openxmlformats.org/officeDocument/2006/relationships/slideLayout" Target="../slideLayouts/slideLayout16.xml"/><Relationship Id="rId19" Type="http://schemas.openxmlformats.org/officeDocument/2006/relationships/slideLayout" Target="../slideLayouts/slideLayout25.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 Id="rId22"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p:cNvGrpSpPr/>
          <p:nvPr/>
        </p:nvGrpSpPr>
        <p:grpSpPr>
          <a:xfrm>
            <a:off x="0" y="1362075"/>
            <a:ext cx="8515351" cy="4659313"/>
            <a:chOff x="0" y="0"/>
            <a:chExt cx="8515350" cy="4659312"/>
          </a:xfrm>
        </p:grpSpPr>
        <p:sp>
          <p:nvSpPr>
            <p:cNvPr id="2" name="Rectangle"/>
            <p:cNvSpPr/>
            <p:nvPr/>
          </p:nvSpPr>
          <p:spPr>
            <a:xfrm>
              <a:off x="0" y="0"/>
              <a:ext cx="8515350" cy="3984050"/>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3"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4" name="Rectangle"/>
            <p:cNvSpPr/>
            <p:nvPr/>
          </p:nvSpPr>
          <p:spPr>
            <a:xfrm>
              <a:off x="0" y="1147946"/>
              <a:ext cx="3783231" cy="3511367"/>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6" name="www.monash.edu.au"/>
          <p:cNvSpPr txBox="1"/>
          <p:nvPr/>
        </p:nvSpPr>
        <p:spPr>
          <a:xfrm>
            <a:off x="6806947" y="6090443"/>
            <a:ext cx="1805494" cy="30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400" u="sng">
                <a:uFill>
                  <a:solidFill>
                    <a:srgbClr val="000000"/>
                  </a:solidFill>
                </a:uFill>
                <a:latin typeface="+mn-lt"/>
                <a:ea typeface="+mn-ea"/>
                <a:cs typeface="+mn-cs"/>
                <a:sym typeface="Arial"/>
                <a:hlinkClick r:id="rId8"/>
              </a:defRPr>
            </a:lvl1pPr>
          </a:lstStyle>
          <a:p>
            <a:pPr>
              <a:defRPr u="none"/>
            </a:pPr>
            <a:r>
              <a:rPr u="sng">
                <a:hlinkClick r:id="rId8"/>
              </a:rPr>
              <a:t>www.monash.edu.au</a:t>
            </a:r>
          </a:p>
        </p:txBody>
      </p:sp>
      <p:sp>
        <p:nvSpPr>
          <p:cNvPr id="7" name="Line"/>
          <p:cNvSpPr/>
          <p:nvPr/>
        </p:nvSpPr>
        <p:spPr>
          <a:xfrm>
            <a:off x="0" y="13239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pic>
        <p:nvPicPr>
          <p:cNvPr id="8" name="Monash_IT_C.jpg" descr="Monash_IT_C.jpg"/>
          <p:cNvPicPr>
            <a:picLocks/>
          </p:cNvPicPr>
          <p:nvPr/>
        </p:nvPicPr>
        <p:blipFill>
          <a:blip r:embed="rId9"/>
          <a:stretch>
            <a:fillRect/>
          </a:stretch>
        </p:blipFill>
        <p:spPr>
          <a:xfrm>
            <a:off x="568325" y="6203950"/>
            <a:ext cx="2936875" cy="460375"/>
          </a:xfrm>
          <a:prstGeom prst="rect">
            <a:avLst/>
          </a:prstGeom>
          <a:ln w="12700">
            <a:miter lim="400000"/>
          </a:ln>
        </p:spPr>
      </p:pic>
      <p:sp>
        <p:nvSpPr>
          <p:cNvPr id="9" name="Title Text"/>
          <p:cNvSpPr txBox="1">
            <a:spLocks noGrp="1"/>
          </p:cNvSpPr>
          <p:nvPr>
            <p:ph type="title"/>
          </p:nvPr>
        </p:nvSpPr>
        <p:spPr>
          <a:xfrm>
            <a:off x="382587" y="0"/>
            <a:ext cx="8229601" cy="15351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r>
              <a:t>Title Text</a:t>
            </a:r>
          </a:p>
        </p:txBody>
      </p:sp>
      <p:sp>
        <p:nvSpPr>
          <p:cNvPr id="10" name="Body Level One…"/>
          <p:cNvSpPr txBox="1">
            <a:spLocks noGrp="1"/>
          </p:cNvSpPr>
          <p:nvPr>
            <p:ph type="body" idx="1"/>
          </p:nvPr>
        </p:nvSpPr>
        <p:spPr>
          <a:xfrm>
            <a:off x="381000" y="1844675"/>
            <a:ext cx="7607300" cy="50133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lstStyle>
            <a:lvl2pPr marL="947102" indent="-285749">
              <a:buChar char="–"/>
              <a:defRPr sz="2600" b="0">
                <a:solidFill>
                  <a:srgbClr val="000000"/>
                </a:solidFill>
                <a:uFill>
                  <a:solidFill>
                    <a:srgbClr val="000000"/>
                  </a:solidFill>
                </a:uFill>
              </a:defRPr>
            </a:lvl2pPr>
            <a:lvl3pPr marL="1355089" indent="-228600">
              <a:spcBef>
                <a:spcPts val="500"/>
              </a:spcBef>
              <a:buClr>
                <a:srgbClr val="000000"/>
              </a:buClr>
              <a:buFont typeface="Arial"/>
              <a:buChar char="&gt;"/>
              <a:defRPr sz="2400" b="0">
                <a:solidFill>
                  <a:srgbClr val="000000"/>
                </a:solidFill>
                <a:uFill>
                  <a:solidFill>
                    <a:srgbClr val="000000"/>
                  </a:solidFill>
                </a:uFill>
              </a:defRPr>
            </a:lvl3pPr>
            <a:lvl4pPr marL="1763077" indent="-228600">
              <a:spcBef>
                <a:spcPts val="400"/>
              </a:spcBef>
              <a:buChar char="–"/>
              <a:defRPr sz="2000" b="0">
                <a:solidFill>
                  <a:srgbClr val="000000"/>
                </a:solidFill>
                <a:uFill>
                  <a:solidFill>
                    <a:srgbClr val="000000"/>
                  </a:solidFill>
                </a:uFill>
              </a:defRPr>
            </a:lvl4pPr>
            <a:lvl5pPr marL="2171064" indent="-228600">
              <a:spcBef>
                <a:spcPts val="400"/>
              </a:spcBef>
              <a:buChar char="»"/>
              <a:defRPr sz="2000" b="0">
                <a:solidFill>
                  <a:srgbClr val="000000"/>
                </a:solidFill>
                <a:uFill>
                  <a:solidFill>
                    <a:srgbClr val="000000"/>
                  </a:solidFill>
                </a:uFill>
              </a:defRPr>
            </a:lvl5pPr>
          </a:lstStyle>
          <a:p>
            <a:r>
              <a:t>Body Level One</a:t>
            </a:r>
          </a:p>
          <a:p>
            <a:pPr lvl="1"/>
            <a:r>
              <a:t>Body Level Two</a:t>
            </a:r>
          </a:p>
          <a:p>
            <a:pPr lvl="2"/>
            <a:r>
              <a:t>Body Level Three</a:t>
            </a:r>
          </a:p>
          <a:p>
            <a:pPr lvl="3"/>
            <a:r>
              <a:t>Body Level Four</a:t>
            </a:r>
          </a:p>
          <a:p>
            <a:pPr lvl="4"/>
            <a:r>
              <a:t>Body Level Five</a:t>
            </a:r>
          </a:p>
        </p:txBody>
      </p:sp>
      <p:sp>
        <p:nvSpPr>
          <p:cNvPr id="11" name="Slide Number"/>
          <p:cNvSpPr txBox="1">
            <a:spLocks noGrp="1"/>
          </p:cNvSpPr>
          <p:nvPr>
            <p:ph type="sldNum" sz="quarter" idx="2"/>
          </p:nvPr>
        </p:nvSpPr>
        <p:spPr>
          <a:xfrm>
            <a:off x="7530318" y="6400800"/>
            <a:ext cx="255564" cy="237146"/>
          </a:xfrm>
          <a:prstGeom prst="rect">
            <a:avLst/>
          </a:prstGeom>
          <a:ln w="12700">
            <a:miter lim="400000"/>
          </a:ln>
        </p:spPr>
        <p:txBody>
          <a:bodyPr wrap="none" lIns="50800" tIns="50800" rIns="50800" bIns="50800">
            <a:spAutoFit/>
          </a:bodyPr>
          <a:lstStyle>
            <a:lvl1pPr defTabSz="584200">
              <a:defRPr sz="1000">
                <a:uFill>
                  <a:solidFill>
                    <a:srgbClr val="000000"/>
                  </a:solidFill>
                </a:uFill>
                <a:latin typeface="+mn-lt"/>
                <a:ea typeface="+mn-ea"/>
                <a:cs typeface="+mn-cs"/>
                <a:sym typeface="Aria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Lst>
  <p:transition spd="med"/>
  <p:hf hdr="0" ftr="0" dt="0"/>
  <p:txStyles>
    <p:titleStyle>
      <a:lvl1pPr marL="121602" marR="40639" indent="-80962"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1pPr>
      <a:lvl2pPr marL="121602" marR="40639" indent="1476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2pPr>
      <a:lvl3pPr marL="121602" marR="40639" indent="3762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3pPr>
      <a:lvl4pPr marL="121602" marR="40639" indent="6048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4pPr>
      <a:lvl5pPr marL="121602" marR="40639" indent="8334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5pPr>
      <a:lvl6pPr marL="121602" marR="40639" indent="10620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6pPr>
      <a:lvl7pPr marL="121602" marR="40639" indent="12906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7pPr>
      <a:lvl8pPr marL="121602" marR="40639" indent="15192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8pPr>
      <a:lvl9pPr marL="121602" marR="40639" indent="17478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9pPr>
    </p:titleStyle>
    <p:body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p:bodyStyle>
    <p:otherStyle>
      <a:lvl1pPr marL="0" marR="0" indent="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1pPr>
      <a:lvl2pPr marL="0" marR="0" indent="2286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2pPr>
      <a:lvl3pPr marL="0" marR="0" indent="4572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3pPr>
      <a:lvl4pPr marL="0" marR="0" indent="6858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4pPr>
      <a:lvl5pPr marL="0" marR="0" indent="9144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5pPr>
      <a:lvl6pPr marL="0" marR="0" indent="11430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6pPr>
      <a:lvl7pPr marL="0" marR="0" indent="13716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7pPr>
      <a:lvl8pPr marL="0" marR="0" indent="16002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8pPr>
      <a:lvl9pPr marL="0" marR="0" indent="18288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p:cNvGrpSpPr/>
          <p:nvPr/>
        </p:nvGrpSpPr>
        <p:grpSpPr>
          <a:xfrm>
            <a:off x="0" y="1362075"/>
            <a:ext cx="8515351" cy="4659313"/>
            <a:chOff x="0" y="0"/>
            <a:chExt cx="8515350" cy="4659312"/>
          </a:xfrm>
        </p:grpSpPr>
        <p:sp>
          <p:nvSpPr>
            <p:cNvPr id="2" name="Rectangle"/>
            <p:cNvSpPr/>
            <p:nvPr/>
          </p:nvSpPr>
          <p:spPr>
            <a:xfrm>
              <a:off x="0" y="0"/>
              <a:ext cx="8515350" cy="3984050"/>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3"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4" name="Rectangle"/>
            <p:cNvSpPr/>
            <p:nvPr/>
          </p:nvSpPr>
          <p:spPr>
            <a:xfrm>
              <a:off x="0" y="1147946"/>
              <a:ext cx="3783231" cy="3511367"/>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6" name="www.monash.edu.au"/>
          <p:cNvSpPr txBox="1"/>
          <p:nvPr/>
        </p:nvSpPr>
        <p:spPr>
          <a:xfrm>
            <a:off x="6806947" y="6090443"/>
            <a:ext cx="1805494" cy="30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400" u="sng">
                <a:uFill>
                  <a:solidFill>
                    <a:srgbClr val="000000"/>
                  </a:solidFill>
                </a:uFill>
                <a:latin typeface="+mn-lt"/>
                <a:ea typeface="+mn-ea"/>
                <a:cs typeface="+mn-cs"/>
                <a:sym typeface="Arial"/>
                <a:hlinkClick r:id="" action="ppaction://noaction"/>
              </a:defRPr>
            </a:lvl1pPr>
          </a:lstStyle>
          <a:p>
            <a:pPr>
              <a:defRPr u="none"/>
            </a:pPr>
            <a:r>
              <a:rPr u="sng">
                <a:hlinkClick r:id="rId25"/>
              </a:rPr>
              <a:t>www.monash.edu.au</a:t>
            </a:r>
          </a:p>
        </p:txBody>
      </p:sp>
      <p:sp>
        <p:nvSpPr>
          <p:cNvPr id="7" name="Line"/>
          <p:cNvSpPr/>
          <p:nvPr/>
        </p:nvSpPr>
        <p:spPr>
          <a:xfrm>
            <a:off x="0" y="13239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pic>
        <p:nvPicPr>
          <p:cNvPr id="8" name="Monash_IT_C.jpg" descr="Monash_IT_C.jpg"/>
          <p:cNvPicPr>
            <a:picLocks/>
          </p:cNvPicPr>
          <p:nvPr/>
        </p:nvPicPr>
        <p:blipFill>
          <a:blip r:embed="rId26"/>
          <a:stretch>
            <a:fillRect/>
          </a:stretch>
        </p:blipFill>
        <p:spPr>
          <a:xfrm>
            <a:off x="568325" y="6203950"/>
            <a:ext cx="2936875" cy="460375"/>
          </a:xfrm>
          <a:prstGeom prst="rect">
            <a:avLst/>
          </a:prstGeom>
          <a:ln w="12700">
            <a:miter lim="400000"/>
          </a:ln>
        </p:spPr>
      </p:pic>
      <p:sp>
        <p:nvSpPr>
          <p:cNvPr id="9" name="Title Text"/>
          <p:cNvSpPr txBox="1">
            <a:spLocks noGrp="1"/>
          </p:cNvSpPr>
          <p:nvPr>
            <p:ph type="title"/>
          </p:nvPr>
        </p:nvSpPr>
        <p:spPr>
          <a:xfrm>
            <a:off x="382587" y="0"/>
            <a:ext cx="8229601" cy="15351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r>
              <a:t>Title Text</a:t>
            </a:r>
          </a:p>
        </p:txBody>
      </p:sp>
      <p:sp>
        <p:nvSpPr>
          <p:cNvPr id="10" name="Body Level One…"/>
          <p:cNvSpPr txBox="1">
            <a:spLocks noGrp="1"/>
          </p:cNvSpPr>
          <p:nvPr>
            <p:ph type="body" idx="1"/>
          </p:nvPr>
        </p:nvSpPr>
        <p:spPr>
          <a:xfrm>
            <a:off x="381000" y="1844675"/>
            <a:ext cx="7607300" cy="50133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lstStyle>
            <a:lvl2pPr marL="947102" indent="-285749">
              <a:buChar char="–"/>
              <a:defRPr sz="2600" b="0">
                <a:solidFill>
                  <a:srgbClr val="000000"/>
                </a:solidFill>
                <a:uFill>
                  <a:solidFill>
                    <a:srgbClr val="000000"/>
                  </a:solidFill>
                </a:uFill>
              </a:defRPr>
            </a:lvl2pPr>
            <a:lvl3pPr marL="1355089" indent="-228600">
              <a:spcBef>
                <a:spcPts val="500"/>
              </a:spcBef>
              <a:buClr>
                <a:srgbClr val="000000"/>
              </a:buClr>
              <a:buFont typeface="Arial"/>
              <a:buChar char="&gt;"/>
              <a:defRPr sz="2400" b="0">
                <a:solidFill>
                  <a:srgbClr val="000000"/>
                </a:solidFill>
                <a:uFill>
                  <a:solidFill>
                    <a:srgbClr val="000000"/>
                  </a:solidFill>
                </a:uFill>
              </a:defRPr>
            </a:lvl3pPr>
            <a:lvl4pPr marL="1763077" indent="-228600">
              <a:spcBef>
                <a:spcPts val="400"/>
              </a:spcBef>
              <a:buChar char="–"/>
              <a:defRPr sz="2000" b="0">
                <a:solidFill>
                  <a:srgbClr val="000000"/>
                </a:solidFill>
                <a:uFill>
                  <a:solidFill>
                    <a:srgbClr val="000000"/>
                  </a:solidFill>
                </a:uFill>
              </a:defRPr>
            </a:lvl4pPr>
            <a:lvl5pPr marL="2171064" indent="-228600">
              <a:spcBef>
                <a:spcPts val="400"/>
              </a:spcBef>
              <a:buChar char="»"/>
              <a:defRPr sz="2000" b="0">
                <a:solidFill>
                  <a:srgbClr val="000000"/>
                </a:solidFill>
                <a:uFill>
                  <a:solidFill>
                    <a:srgbClr val="000000"/>
                  </a:solidFill>
                </a:uFill>
              </a:defRPr>
            </a:lvl5pPr>
          </a:lstStyle>
          <a:p>
            <a:r>
              <a:t>Body Level One</a:t>
            </a:r>
          </a:p>
          <a:p>
            <a:pPr lvl="1"/>
            <a:r>
              <a:t>Body Level Two</a:t>
            </a:r>
          </a:p>
          <a:p>
            <a:pPr lvl="2"/>
            <a:r>
              <a:t>Body Level Three</a:t>
            </a:r>
          </a:p>
          <a:p>
            <a:pPr lvl="3"/>
            <a:r>
              <a:t>Body Level Four</a:t>
            </a:r>
          </a:p>
          <a:p>
            <a:pPr lvl="4"/>
            <a:r>
              <a:t>Body Level Five</a:t>
            </a:r>
          </a:p>
        </p:txBody>
      </p:sp>
      <p:sp>
        <p:nvSpPr>
          <p:cNvPr id="11" name="Slide Number"/>
          <p:cNvSpPr txBox="1">
            <a:spLocks noGrp="1"/>
          </p:cNvSpPr>
          <p:nvPr>
            <p:ph type="sldNum" sz="quarter" idx="2"/>
          </p:nvPr>
        </p:nvSpPr>
        <p:spPr>
          <a:xfrm>
            <a:off x="7530318" y="6400800"/>
            <a:ext cx="255564" cy="237146"/>
          </a:xfrm>
          <a:prstGeom prst="rect">
            <a:avLst/>
          </a:prstGeom>
          <a:ln w="12700">
            <a:miter lim="400000"/>
          </a:ln>
        </p:spPr>
        <p:txBody>
          <a:bodyPr wrap="none" lIns="50800" tIns="50800" rIns="50800" bIns="50800">
            <a:spAutoFit/>
          </a:bodyPr>
          <a:lstStyle>
            <a:lvl1pPr defTabSz="584200">
              <a:defRPr sz="1000">
                <a:uFill>
                  <a:solidFill>
                    <a:srgbClr val="000000"/>
                  </a:solidFill>
                </a:uFill>
                <a:latin typeface="+mn-lt"/>
                <a:ea typeface="+mn-ea"/>
                <a:cs typeface="+mn-cs"/>
                <a:sym typeface="Arial"/>
              </a:defRPr>
            </a:lvl1pPr>
          </a:lstStyle>
          <a:p>
            <a:fld id="{86CB4B4D-7CA3-9044-876B-883B54F8677D}" type="slidenum">
              <a:t>‹#›</a:t>
            </a:fld>
            <a:endParaRPr/>
          </a:p>
        </p:txBody>
      </p:sp>
    </p:spTree>
    <p:extLst>
      <p:ext uri="{BB962C8B-B14F-4D97-AF65-F5344CB8AC3E}">
        <p14:creationId xmlns:p14="http://schemas.microsoft.com/office/powerpoint/2010/main" val="3802260687"/>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 id="2147483675" r:id="rId19"/>
    <p:sldLayoutId id="2147483676" r:id="rId20"/>
    <p:sldLayoutId id="2147483677" r:id="rId21"/>
    <p:sldLayoutId id="2147483678" r:id="rId22"/>
    <p:sldLayoutId id="2147483679" r:id="rId23"/>
  </p:sldLayoutIdLst>
  <p:transition spd="med"/>
  <p:txStyles>
    <p:titleStyle>
      <a:lvl1pPr marL="121602" marR="40639" indent="-80962"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1pPr>
      <a:lvl2pPr marL="121602" marR="40639" indent="1476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2pPr>
      <a:lvl3pPr marL="121602" marR="40639" indent="3762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3pPr>
      <a:lvl4pPr marL="121602" marR="40639" indent="6048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4pPr>
      <a:lvl5pPr marL="121602" marR="40639" indent="8334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5pPr>
      <a:lvl6pPr marL="121602" marR="40639" indent="10620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6pPr>
      <a:lvl7pPr marL="121602" marR="40639" indent="12906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7pPr>
      <a:lvl8pPr marL="121602" marR="40639" indent="15192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8pPr>
      <a:lvl9pPr marL="121602" marR="40639" indent="17478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9pPr>
    </p:titleStyle>
    <p:body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p:bodyStyle>
    <p:otherStyle>
      <a:lvl1pPr marL="0" marR="0" indent="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1pPr>
      <a:lvl2pPr marL="0" marR="0" indent="2286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2pPr>
      <a:lvl3pPr marL="0" marR="0" indent="4572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3pPr>
      <a:lvl4pPr marL="0" marR="0" indent="6858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4pPr>
      <a:lvl5pPr marL="0" marR="0" indent="9144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5pPr>
      <a:lvl6pPr marL="0" marR="0" indent="11430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6pPr>
      <a:lvl7pPr marL="0" marR="0" indent="13716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7pPr>
      <a:lvl8pPr marL="0" marR="0" indent="16002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8pPr>
      <a:lvl9pPr marL="0" marR="0" indent="18288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6.xml"/><Relationship Id="rId4" Type="http://schemas.openxmlformats.org/officeDocument/2006/relationships/hyperlink" Target="https://wordstream-files-prod.s3.amazonaws.com/s3fs-public/machine-learning.png"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9.pn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6.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26.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6.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6.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2" Type="http://schemas.openxmlformats.org/officeDocument/2006/relationships/hyperlink" Target="https://www.davidsilver.uk/teaching/" TargetMode="External"/><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00.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8" Type="http://schemas.openxmlformats.org/officeDocument/2006/relationships/image" Target="../media/image250.png"/><Relationship Id="rId3" Type="http://schemas.openxmlformats.org/officeDocument/2006/relationships/image" Target="../media/image200.png"/><Relationship Id="rId7" Type="http://schemas.openxmlformats.org/officeDocument/2006/relationships/image" Target="../media/image240.png"/><Relationship Id="rId2" Type="http://schemas.openxmlformats.org/officeDocument/2006/relationships/image" Target="../media/image48.png"/><Relationship Id="rId1" Type="http://schemas.openxmlformats.org/officeDocument/2006/relationships/slideLayout" Target="../slideLayouts/slideLayout3.xml"/><Relationship Id="rId6" Type="http://schemas.openxmlformats.org/officeDocument/2006/relationships/image" Target="../media/image230.png"/><Relationship Id="rId5" Type="http://schemas.openxmlformats.org/officeDocument/2006/relationships/image" Target="../media/image220.png"/><Relationship Id="rId10" Type="http://schemas.openxmlformats.org/officeDocument/2006/relationships/image" Target="../media/image270.png"/><Relationship Id="rId4" Type="http://schemas.openxmlformats.org/officeDocument/2006/relationships/image" Target="../media/image210.png"/><Relationship Id="rId9" Type="http://schemas.openxmlformats.org/officeDocument/2006/relationships/image" Target="../media/image26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48.png"/><Relationship Id="rId7" Type="http://schemas.openxmlformats.org/officeDocument/2006/relationships/image" Target="../media/image310.png"/><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300.png"/><Relationship Id="rId11" Type="http://schemas.openxmlformats.org/officeDocument/2006/relationships/image" Target="../media/image330.png"/><Relationship Id="rId5" Type="http://schemas.openxmlformats.org/officeDocument/2006/relationships/image" Target="../media/image290.png"/><Relationship Id="rId10" Type="http://schemas.openxmlformats.org/officeDocument/2006/relationships/image" Target="../media/image270.png"/><Relationship Id="rId4" Type="http://schemas.openxmlformats.org/officeDocument/2006/relationships/image" Target="../media/image280.png"/><Relationship Id="rId9" Type="http://schemas.openxmlformats.org/officeDocument/2006/relationships/image" Target="../media/image260.png"/></Relationships>
</file>

<file path=ppt/slides/_rels/slide52.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50.png"/><Relationship Id="rId7" Type="http://schemas.openxmlformats.org/officeDocument/2006/relationships/image" Target="../media/image380.png"/><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image" Target="../media/image370.png"/><Relationship Id="rId5" Type="http://schemas.openxmlformats.org/officeDocument/2006/relationships/image" Target="../media/image1.png"/><Relationship Id="rId4" Type="http://schemas.openxmlformats.org/officeDocument/2006/relationships/image" Target="../media/image360.png"/></Relationships>
</file>

<file path=ppt/slides/_rels/slide54.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390.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450.png"/></Relationships>
</file>

<file path=ppt/slides/_rels/slide57.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38.xml"/><Relationship Id="rId1" Type="http://schemas.openxmlformats.org/officeDocument/2006/relationships/slideLayout" Target="../slideLayouts/slideLayout3.xml"/><Relationship Id="rId5" Type="http://schemas.openxmlformats.org/officeDocument/2006/relationships/image" Target="../media/image430.png"/><Relationship Id="rId4" Type="http://schemas.openxmlformats.org/officeDocument/2006/relationships/image" Target="../media/image58.png"/></Relationships>
</file>

<file path=ppt/slides/_rels/slide6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hyperlink" Target="https://www.davidsilver.uk/teaching/"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 name="Group"/>
          <p:cNvGrpSpPr/>
          <p:nvPr/>
        </p:nvGrpSpPr>
        <p:grpSpPr>
          <a:xfrm>
            <a:off x="0" y="2636837"/>
            <a:ext cx="8515351" cy="3744914"/>
            <a:chOff x="0" y="0"/>
            <a:chExt cx="8515350" cy="3744912"/>
          </a:xfrm>
        </p:grpSpPr>
        <p:sp>
          <p:nvSpPr>
            <p:cNvPr id="112" name="Rectangle"/>
            <p:cNvSpPr/>
            <p:nvPr/>
          </p:nvSpPr>
          <p:spPr>
            <a:xfrm>
              <a:off x="0" y="0"/>
              <a:ext cx="8515350" cy="3202172"/>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3" name="Rounded Rectangle"/>
            <p:cNvSpPr/>
            <p:nvPr/>
          </p:nvSpPr>
          <p:spPr>
            <a:xfrm>
              <a:off x="3043837" y="2333786"/>
              <a:ext cx="5471514" cy="1411127"/>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4" name="Rectangle"/>
            <p:cNvSpPr/>
            <p:nvPr/>
          </p:nvSpPr>
          <p:spPr>
            <a:xfrm>
              <a:off x="0" y="922659"/>
              <a:ext cx="3783231" cy="2822254"/>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116" name="www.monash.edu.au"/>
          <p:cNvSpPr txBox="1"/>
          <p:nvPr/>
        </p:nvSpPr>
        <p:spPr>
          <a:xfrm>
            <a:off x="248562" y="6473180"/>
            <a:ext cx="2041288" cy="323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40639" marR="40639" lvl="0" indent="0" algn="ctr" defTabSz="914400" rtl="0" eaLnBrk="1" fontAlgn="auto" latinLnBrk="0" hangingPunct="0">
              <a:lnSpc>
                <a:spcPct val="100000"/>
              </a:lnSpc>
              <a:spcBef>
                <a:spcPts val="0"/>
              </a:spcBef>
              <a:spcAft>
                <a:spcPts val="0"/>
              </a:spcAft>
              <a:buClr>
                <a:srgbClr val="000000"/>
              </a:buClr>
              <a:buSzTx/>
              <a:buFont typeface="Arial"/>
              <a:buNone/>
              <a:tabLst/>
              <a:defRPr/>
            </a:pPr>
            <a:r>
              <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www.monash.edu.au</a:t>
            </a:r>
          </a:p>
        </p:txBody>
      </p:sp>
      <p:sp>
        <p:nvSpPr>
          <p:cNvPr id="117" name="Line"/>
          <p:cNvSpPr/>
          <p:nvPr/>
        </p:nvSpPr>
        <p:spPr>
          <a:xfrm>
            <a:off x="0" y="2454275"/>
            <a:ext cx="8515350" cy="1588"/>
          </a:xfrm>
          <a:prstGeom prst="line">
            <a:avLst/>
          </a:prstGeom>
          <a:ln w="101600">
            <a:solidFill>
              <a:srgbClr val="794A8C"/>
            </a:solidFill>
          </a:ln>
        </p:spPr>
        <p:txBody>
          <a:bodyPr lIns="50800" tIns="50800" rIns="50800" bIns="50800" anchor="ctr"/>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pic>
        <p:nvPicPr>
          <p:cNvPr id="118" name="A4 Mast_IT.jpg" descr="A4 Mast_IT.jpg"/>
          <p:cNvPicPr>
            <a:picLocks/>
          </p:cNvPicPr>
          <p:nvPr/>
        </p:nvPicPr>
        <p:blipFill>
          <a:blip r:embed="rId2"/>
          <a:stretch>
            <a:fillRect/>
          </a:stretch>
        </p:blipFill>
        <p:spPr>
          <a:xfrm>
            <a:off x="0" y="0"/>
            <a:ext cx="8847138" cy="1177925"/>
          </a:xfrm>
          <a:prstGeom prst="rect">
            <a:avLst/>
          </a:prstGeom>
          <a:ln w="12700">
            <a:miter lim="400000"/>
          </a:ln>
        </p:spPr>
      </p:pic>
      <p:sp>
        <p:nvSpPr>
          <p:cNvPr id="119" name="Bernd Meyer, June 2022"/>
          <p:cNvSpPr txBox="1"/>
          <p:nvPr/>
        </p:nvSpPr>
        <p:spPr>
          <a:xfrm>
            <a:off x="3783231" y="6463657"/>
            <a:ext cx="4862229" cy="348813"/>
          </a:xfrm>
          <a:prstGeom prst="rect">
            <a:avLst/>
          </a:prstGeom>
          <a:solidFill>
            <a:schemeClr val="bg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40639" marR="40639" lvl="0" indent="0" algn="ctr" defTabSz="914400" rtl="0" eaLnBrk="1" fontAlgn="auto" latinLnBrk="0" hangingPunct="0">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Prepared by: </a:t>
            </a:r>
            <a:r>
              <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Bernd Meyer</a:t>
            </a:r>
            <a:r>
              <a:rPr kumimoji="0" lang="en-US"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 Edited by: Fuad Noman</a:t>
            </a:r>
            <a:endPar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endParaRPr>
          </a:p>
        </p:txBody>
      </p:sp>
      <p:grpSp>
        <p:nvGrpSpPr>
          <p:cNvPr id="8" name="Group 7">
            <a:extLst>
              <a:ext uri="{FF2B5EF4-FFF2-40B4-BE49-F238E27FC236}">
                <a16:creationId xmlns:a16="http://schemas.microsoft.com/office/drawing/2014/main" id="{3114DA78-F2DD-197D-60CB-7AF8BBF1D105}"/>
              </a:ext>
            </a:extLst>
          </p:cNvPr>
          <p:cNvGrpSpPr/>
          <p:nvPr/>
        </p:nvGrpSpPr>
        <p:grpSpPr>
          <a:xfrm>
            <a:off x="-1" y="2928396"/>
            <a:ext cx="8515351" cy="2630292"/>
            <a:chOff x="-1" y="2861721"/>
            <a:chExt cx="8515351" cy="2630292"/>
          </a:xfrm>
        </p:grpSpPr>
        <p:sp>
          <p:nvSpPr>
            <p:cNvPr id="4" name="Rectangle: Rounded Corners 3">
              <a:extLst>
                <a:ext uri="{FF2B5EF4-FFF2-40B4-BE49-F238E27FC236}">
                  <a16:creationId xmlns:a16="http://schemas.microsoft.com/office/drawing/2014/main" id="{3FD06BE4-3AF8-8CE0-5F0D-A028470D6239}"/>
                </a:ext>
              </a:extLst>
            </p:cNvPr>
            <p:cNvSpPr/>
            <p:nvPr/>
          </p:nvSpPr>
          <p:spPr>
            <a:xfrm>
              <a:off x="0" y="3062000"/>
              <a:ext cx="8515350" cy="1746962"/>
            </a:xfrm>
            <a:prstGeom prst="roundRect">
              <a:avLst>
                <a:gd name="adj" fmla="val 6304"/>
              </a:avLst>
            </a:prstGeom>
            <a:ln/>
          </p:spPr>
          <p:style>
            <a:lnRef idx="1">
              <a:schemeClr val="accent6"/>
            </a:lnRef>
            <a:fillRef idx="2">
              <a:schemeClr val="accent6"/>
            </a:fillRef>
            <a:effectRef idx="1">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40639" marR="0" lvl="0" indent="0" algn="l" defTabSz="406400" rtl="0" eaLnBrk="1" fontAlgn="auto" latinLnBrk="0" hangingPunct="0">
                <a:lnSpc>
                  <a:spcPct val="100000"/>
                </a:lnSpc>
                <a:spcBef>
                  <a:spcPts val="0"/>
                </a:spcBef>
                <a:spcAft>
                  <a:spcPts val="0"/>
                </a:spcAft>
                <a:buClr>
                  <a:srgbClr val="00669D"/>
                </a:buClr>
                <a:buSzTx/>
                <a:buFont typeface="Arial"/>
                <a:buNone/>
                <a:tabLst/>
                <a:defRPr sz="3800" b="0"/>
              </a:pPr>
              <a:r>
                <a:rPr kumimoji="0" lang="en-US" sz="3200" b="0" i="0" u="none" strike="noStrike" kern="0" cap="none" spc="0" normalizeH="0" baseline="0" noProof="0" dirty="0">
                  <a:ln>
                    <a:noFill/>
                  </a:ln>
                  <a:solidFill>
                    <a:srgbClr val="00669D"/>
                  </a:solidFill>
                  <a:effectLst/>
                  <a:uLnTx/>
                  <a:uFillTx/>
                  <a:latin typeface="Arial"/>
                  <a:cs typeface="Arial"/>
                  <a:sym typeface="Gill Sans"/>
                </a:rPr>
                <a:t>Multi-agent System &amp; Collective </a:t>
              </a:r>
              <a:r>
                <a:rPr kumimoji="0" lang="en-US" sz="3200" b="0" i="0" u="none" strike="noStrike" kern="0" cap="none" spc="0" normalizeH="0" baseline="0" noProof="0" dirty="0" err="1">
                  <a:ln>
                    <a:noFill/>
                  </a:ln>
                  <a:solidFill>
                    <a:srgbClr val="00669D"/>
                  </a:solidFill>
                  <a:effectLst/>
                  <a:uLnTx/>
                  <a:uFillTx/>
                  <a:latin typeface="Arial"/>
                  <a:cs typeface="Arial"/>
                  <a:sym typeface="Gill Sans"/>
                </a:rPr>
                <a:t>Behaviour</a:t>
              </a:r>
              <a:endParaRPr kumimoji="0" lang="en-US" sz="3200" b="0" i="0" u="none" strike="noStrike" kern="0" cap="none" spc="0" normalizeH="0" baseline="0" noProof="0" dirty="0">
                <a:ln>
                  <a:noFill/>
                </a:ln>
                <a:solidFill>
                  <a:srgbClr val="00669D"/>
                </a:solidFill>
                <a:effectLst/>
                <a:uLnTx/>
                <a:uFillTx/>
                <a:latin typeface="Arial"/>
                <a:cs typeface="Arial"/>
                <a:sym typeface="Gill Sans"/>
              </a:endParaRPr>
            </a:p>
          </p:txBody>
        </p:sp>
        <p:sp>
          <p:nvSpPr>
            <p:cNvPr id="3" name="Rectangle: Rounded Corners 2">
              <a:extLst>
                <a:ext uri="{FF2B5EF4-FFF2-40B4-BE49-F238E27FC236}">
                  <a16:creationId xmlns:a16="http://schemas.microsoft.com/office/drawing/2014/main" id="{D5823C1E-60EB-A6B3-082D-9D63C8A75E10}"/>
                </a:ext>
              </a:extLst>
            </p:cNvPr>
            <p:cNvSpPr/>
            <p:nvPr/>
          </p:nvSpPr>
          <p:spPr>
            <a:xfrm>
              <a:off x="0" y="2861721"/>
              <a:ext cx="8515350" cy="590233"/>
            </a:xfrm>
            <a:prstGeom prst="roundRect">
              <a:avLst/>
            </a:prstGeom>
            <a:ln/>
          </p:spPr>
          <p:style>
            <a:lnRef idx="1">
              <a:schemeClr val="accent6"/>
            </a:lnRef>
            <a:fillRef idx="3">
              <a:schemeClr val="accent6"/>
            </a:fillRef>
            <a:effectRef idx="2">
              <a:schemeClr val="accent6"/>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outerShdw blurRad="38100" dist="12700" dir="5400000" rotWithShape="0">
                      <a:srgbClr val="000000">
                        <a:alpha val="50000"/>
                      </a:srgbClr>
                    </a:outerShdw>
                  </a:effectLst>
                  <a:uLnTx/>
                  <a:uFillTx/>
                  <a:latin typeface="Gill Sans"/>
                  <a:ea typeface="+mj-ea"/>
                  <a:cs typeface="+mj-cs"/>
                  <a:sym typeface="Gill Sans"/>
                </a:rPr>
                <a:t>FIT5226</a:t>
              </a:r>
            </a:p>
          </p:txBody>
        </p:sp>
        <p:sp>
          <p:nvSpPr>
            <p:cNvPr id="5" name="Rectangle: Rounded Corners 4">
              <a:extLst>
                <a:ext uri="{FF2B5EF4-FFF2-40B4-BE49-F238E27FC236}">
                  <a16:creationId xmlns:a16="http://schemas.microsoft.com/office/drawing/2014/main" id="{27C0F9C7-1BB5-C621-DF3D-960E0D7F059D}"/>
                </a:ext>
              </a:extLst>
            </p:cNvPr>
            <p:cNvSpPr/>
            <p:nvPr/>
          </p:nvSpPr>
          <p:spPr>
            <a:xfrm>
              <a:off x="-1" y="4626349"/>
              <a:ext cx="8515350" cy="865664"/>
            </a:xfrm>
            <a:prstGeom prst="roundRect">
              <a:avLst>
                <a:gd name="adj" fmla="val 6304"/>
              </a:avLst>
            </a:prstGeom>
            <a:ln/>
          </p:spPr>
          <p:style>
            <a:lnRef idx="1">
              <a:schemeClr val="accent6"/>
            </a:lnRef>
            <a:fillRef idx="2">
              <a:schemeClr val="accent6"/>
            </a:fillRef>
            <a:effectRef idx="1">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40639" marR="0" lvl="0" indent="0" algn="l" defTabSz="406400" rtl="0" eaLnBrk="1" fontAlgn="auto" latinLnBrk="0" hangingPunct="0">
                <a:lnSpc>
                  <a:spcPct val="100000"/>
                </a:lnSpc>
                <a:spcBef>
                  <a:spcPts val="0"/>
                </a:spcBef>
                <a:spcAft>
                  <a:spcPts val="0"/>
                </a:spcAft>
                <a:buClr>
                  <a:srgbClr val="00669D"/>
                </a:buClr>
                <a:buSzTx/>
                <a:buFont typeface="Arial"/>
                <a:buNone/>
                <a:tabLst/>
                <a:defRPr sz="3800" b="0"/>
              </a:pPr>
              <a:r>
                <a:rPr kumimoji="0" lang="en-US" sz="2400" b="0" i="0" u="none" strike="noStrike" kern="0" cap="none" spc="0" normalizeH="0" baseline="0" noProof="0" dirty="0">
                  <a:ln>
                    <a:noFill/>
                  </a:ln>
                  <a:solidFill>
                    <a:srgbClr val="000000"/>
                  </a:solidFill>
                  <a:effectLst/>
                  <a:uLnTx/>
                  <a:uFillTx/>
                  <a:latin typeface="Arial"/>
                  <a:cs typeface="Arial"/>
                  <a:sym typeface="Gill Sans"/>
                </a:rPr>
                <a:t>Week 3-1: </a:t>
              </a:r>
              <a:r>
                <a:rPr kumimoji="0" lang="en-US" sz="2400" b="0" i="0" u="none" strike="noStrike" kern="0" cap="none" spc="0" normalizeH="0" baseline="0" noProof="0" dirty="0">
                  <a:ln>
                    <a:noFill/>
                  </a:ln>
                  <a:solidFill>
                    <a:srgbClr val="00669D"/>
                  </a:solidFill>
                  <a:effectLst/>
                  <a:uLnTx/>
                  <a:uFillTx/>
                  <a:latin typeface="Arial"/>
                  <a:cs typeface="Arial"/>
                  <a:sym typeface="Gill Sans"/>
                </a:rPr>
                <a:t>Reinforcement Learning – Introduction</a:t>
              </a:r>
              <a:br>
                <a:rPr kumimoji="0" lang="en-US" sz="2400" b="0" i="0" u="none" strike="noStrike" kern="0" cap="none" spc="0" normalizeH="0" baseline="0" noProof="0" dirty="0">
                  <a:ln>
                    <a:noFill/>
                  </a:ln>
                  <a:solidFill>
                    <a:srgbClr val="00669D"/>
                  </a:solidFill>
                  <a:effectLst/>
                  <a:uLnTx/>
                  <a:uFillTx/>
                  <a:latin typeface="Arial"/>
                  <a:cs typeface="Arial"/>
                  <a:sym typeface="Gill Sans"/>
                </a:rPr>
              </a:br>
              <a:r>
                <a:rPr kumimoji="0" lang="en-US" sz="2400" b="0" i="0" u="none" strike="noStrike" kern="0" cap="none" spc="0" normalizeH="0" baseline="0" noProof="0" dirty="0">
                  <a:ln>
                    <a:noFill/>
                  </a:ln>
                  <a:solidFill>
                    <a:schemeClr val="tx1"/>
                  </a:solidFill>
                  <a:effectLst/>
                  <a:uLnTx/>
                  <a:uFillTx/>
                  <a:latin typeface="Arial"/>
                  <a:cs typeface="Arial"/>
                  <a:sym typeface="Gill Sans"/>
                </a:rPr>
                <a:t>Week 3-2: </a:t>
              </a:r>
              <a:r>
                <a:rPr lang="en-US" sz="2400" dirty="0">
                  <a:solidFill>
                    <a:srgbClr val="00669D"/>
                  </a:solidFill>
                </a:rPr>
                <a:t>Bellman Equation, Policy and Value Iteration</a:t>
              </a:r>
              <a:endParaRPr kumimoji="0" lang="en-US" sz="2400" b="0" i="0" u="none" strike="noStrike" kern="0" cap="none" spc="0" normalizeH="0" baseline="0" noProof="0" dirty="0">
                <a:ln>
                  <a:noFill/>
                </a:ln>
                <a:solidFill>
                  <a:srgbClr val="00669D"/>
                </a:solidFill>
                <a:effectLst/>
                <a:uLnTx/>
                <a:uFillTx/>
                <a:latin typeface="Arial"/>
                <a:cs typeface="Arial"/>
                <a:sym typeface="Gill Sans"/>
              </a:endParaRPr>
            </a:p>
          </p:txBody>
        </p:sp>
      </p:grpSp>
      <p:grpSp>
        <p:nvGrpSpPr>
          <p:cNvPr id="9" name="Group 8">
            <a:extLst>
              <a:ext uri="{FF2B5EF4-FFF2-40B4-BE49-F238E27FC236}">
                <a16:creationId xmlns:a16="http://schemas.microsoft.com/office/drawing/2014/main" id="{817441CB-1318-4AD4-AF99-F71F761D0AD4}"/>
              </a:ext>
            </a:extLst>
          </p:cNvPr>
          <p:cNvGrpSpPr/>
          <p:nvPr/>
        </p:nvGrpSpPr>
        <p:grpSpPr>
          <a:xfrm>
            <a:off x="-1" y="0"/>
            <a:ext cx="9144001" cy="1665952"/>
            <a:chOff x="-1" y="0"/>
            <a:chExt cx="9144001" cy="1665952"/>
          </a:xfrm>
        </p:grpSpPr>
        <p:sp>
          <p:nvSpPr>
            <p:cNvPr id="10" name="Rectangle 9">
              <a:extLst>
                <a:ext uri="{FF2B5EF4-FFF2-40B4-BE49-F238E27FC236}">
                  <a16:creationId xmlns:a16="http://schemas.microsoft.com/office/drawing/2014/main" id="{DD00D1C8-0A57-BB66-C5A4-97CFDD6617C8}"/>
                </a:ext>
              </a:extLst>
            </p:cNvPr>
            <p:cNvSpPr/>
            <p:nvPr/>
          </p:nvSpPr>
          <p:spPr>
            <a:xfrm>
              <a:off x="-1" y="0"/>
              <a:ext cx="9144001" cy="1384025"/>
            </a:xfrm>
            <a:prstGeom prst="rect">
              <a:avLst/>
            </a:prstGeom>
            <a:solidFill>
              <a:schemeClr val="accent1">
                <a:lumMod val="40000"/>
                <a:lumOff val="60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ea typeface="+mj-ea"/>
                <a:cs typeface="+mj-cs"/>
                <a:sym typeface="Gill Sans"/>
              </a:endParaRPr>
            </a:p>
          </p:txBody>
        </p:sp>
        <p:pic>
          <p:nvPicPr>
            <p:cNvPr id="11" name="Picture 10">
              <a:extLst>
                <a:ext uri="{FF2B5EF4-FFF2-40B4-BE49-F238E27FC236}">
                  <a16:creationId xmlns:a16="http://schemas.microsoft.com/office/drawing/2014/main" id="{9D564271-3153-39A5-52BF-51C810E855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3733"/>
              <a:ext cx="2819400" cy="1057275"/>
            </a:xfrm>
            <a:prstGeom prst="rect">
              <a:avLst/>
            </a:prstGeom>
          </p:spPr>
        </p:pic>
        <p:sp>
          <p:nvSpPr>
            <p:cNvPr id="12" name="Freeform: Shape 11">
              <a:extLst>
                <a:ext uri="{FF2B5EF4-FFF2-40B4-BE49-F238E27FC236}">
                  <a16:creationId xmlns:a16="http://schemas.microsoft.com/office/drawing/2014/main" id="{81A8EA92-9563-8281-5814-8C02F52AC127}"/>
                </a:ext>
              </a:extLst>
            </p:cNvPr>
            <p:cNvSpPr/>
            <p:nvPr/>
          </p:nvSpPr>
          <p:spPr>
            <a:xfrm>
              <a:off x="0" y="1378694"/>
              <a:ext cx="2612571" cy="287258"/>
            </a:xfrm>
            <a:custGeom>
              <a:avLst/>
              <a:gdLst>
                <a:gd name="connsiteX0" fmla="*/ 0 w 2612571"/>
                <a:gd name="connsiteY0" fmla="*/ 20096 h 271305"/>
                <a:gd name="connsiteX1" fmla="*/ 2612571 w 2612571"/>
                <a:gd name="connsiteY1" fmla="*/ 0 h 271305"/>
                <a:gd name="connsiteX2" fmla="*/ 2311121 w 2612571"/>
                <a:gd name="connsiteY2" fmla="*/ 271305 h 271305"/>
                <a:gd name="connsiteX3" fmla="*/ 0 w 2612571"/>
                <a:gd name="connsiteY3" fmla="*/ 271305 h 271305"/>
                <a:gd name="connsiteX4" fmla="*/ 0 w 2612571"/>
                <a:gd name="connsiteY4" fmla="*/ 20096 h 271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2571" h="271305">
                  <a:moveTo>
                    <a:pt x="0" y="20096"/>
                  </a:moveTo>
                  <a:lnTo>
                    <a:pt x="2612571" y="0"/>
                  </a:lnTo>
                  <a:lnTo>
                    <a:pt x="2311121" y="271305"/>
                  </a:lnTo>
                  <a:lnTo>
                    <a:pt x="0" y="271305"/>
                  </a:lnTo>
                  <a:lnTo>
                    <a:pt x="0" y="20096"/>
                  </a:lnTo>
                  <a:close/>
                </a:path>
              </a:pathLst>
            </a:custGeom>
            <a:ln/>
          </p:spPr>
          <p:style>
            <a:lnRef idx="1">
              <a:schemeClr val="accent1"/>
            </a:lnRef>
            <a:fillRef idx="2">
              <a:schemeClr val="accent1"/>
            </a:fillRef>
            <a:effectRef idx="1">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sym typeface="Gill Sans"/>
                </a:rPr>
                <a:t>https://www.monash.edu.my/</a:t>
              </a:r>
            </a:p>
          </p:txBody>
        </p:sp>
        <p:sp>
          <p:nvSpPr>
            <p:cNvPr id="13" name="Freeform: Shape 12">
              <a:extLst>
                <a:ext uri="{FF2B5EF4-FFF2-40B4-BE49-F238E27FC236}">
                  <a16:creationId xmlns:a16="http://schemas.microsoft.com/office/drawing/2014/main" id="{66520DFF-4DC0-A65C-5567-CA95A784420F}"/>
                </a:ext>
              </a:extLst>
            </p:cNvPr>
            <p:cNvSpPr/>
            <p:nvPr/>
          </p:nvSpPr>
          <p:spPr>
            <a:xfrm>
              <a:off x="2602523" y="756083"/>
              <a:ext cx="6531429" cy="628131"/>
            </a:xfrm>
            <a:custGeom>
              <a:avLst/>
              <a:gdLst>
                <a:gd name="connsiteX0" fmla="*/ 0 w 6531429"/>
                <a:gd name="connsiteY0" fmla="*/ 683288 h 713433"/>
                <a:gd name="connsiteX1" fmla="*/ 703385 w 6531429"/>
                <a:gd name="connsiteY1" fmla="*/ 10049 h 713433"/>
                <a:gd name="connsiteX2" fmla="*/ 6531429 w 6531429"/>
                <a:gd name="connsiteY2" fmla="*/ 0 h 713433"/>
                <a:gd name="connsiteX3" fmla="*/ 6531429 w 6531429"/>
                <a:gd name="connsiteY3" fmla="*/ 713433 h 713433"/>
                <a:gd name="connsiteX4" fmla="*/ 0 w 6531429"/>
                <a:gd name="connsiteY4" fmla="*/ 683288 h 71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1429" h="713433">
                  <a:moveTo>
                    <a:pt x="0" y="683288"/>
                  </a:moveTo>
                  <a:lnTo>
                    <a:pt x="703385" y="10049"/>
                  </a:lnTo>
                  <a:lnTo>
                    <a:pt x="6531429" y="0"/>
                  </a:lnTo>
                  <a:lnTo>
                    <a:pt x="6531429" y="713433"/>
                  </a:lnTo>
                  <a:lnTo>
                    <a:pt x="0" y="683288"/>
                  </a:lnTo>
                  <a:close/>
                </a:path>
              </a:pathLst>
            </a:custGeom>
            <a:blipFill rotWithShape="1">
              <a:blip r:embed="rId4"/>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0000"/>
                  </a:solidFill>
                  <a:effectLst>
                    <a:outerShdw blurRad="38100" dist="12700" dir="5400000" rotWithShape="0">
                      <a:srgbClr val="000000">
                        <a:alpha val="50000"/>
                      </a:srgbClr>
                    </a:outerShdw>
                  </a:effectLst>
                  <a:uLnTx/>
                  <a:uFillTx/>
                  <a:latin typeface="Gill Sans"/>
                  <a:ea typeface="+mj-ea"/>
                  <a:cs typeface="+mj-cs"/>
                  <a:sym typeface="Gill Sans"/>
                </a:rPr>
                <a:t>School of Information Technology</a:t>
              </a:r>
            </a:p>
          </p:txBody>
        </p:sp>
      </p:grpSp>
      <p:sp>
        <p:nvSpPr>
          <p:cNvPr id="14" name="Rectangle 13">
            <a:extLst>
              <a:ext uri="{FF2B5EF4-FFF2-40B4-BE49-F238E27FC236}">
                <a16:creationId xmlns:a16="http://schemas.microsoft.com/office/drawing/2014/main" id="{913E9839-CF4D-9C28-2391-50B73ADF7221}"/>
              </a:ext>
            </a:extLst>
          </p:cNvPr>
          <p:cNvSpPr/>
          <p:nvPr/>
        </p:nvSpPr>
        <p:spPr>
          <a:xfrm>
            <a:off x="911" y="6454685"/>
            <a:ext cx="2408913" cy="379591"/>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sym typeface="Gill Sans"/>
              </a:rPr>
              <a:t>FIT3155-S2-2024</a:t>
            </a:r>
            <a:endParaRPr kumimoji="0" lang="en-US" sz="18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6" name="Reinforcement Learning">
            <a:extLst>
              <a:ext uri="{FF2B5EF4-FFF2-40B4-BE49-F238E27FC236}">
                <a16:creationId xmlns:a16="http://schemas.microsoft.com/office/drawing/2014/main" id="{62EA4F15-0794-86C8-3285-38B8275F7BA7}"/>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Reinforcement Learning </a:t>
            </a:r>
          </a:p>
        </p:txBody>
      </p:sp>
      <p:grpSp>
        <p:nvGrpSpPr>
          <p:cNvPr id="12" name="object 10">
            <a:extLst>
              <a:ext uri="{FF2B5EF4-FFF2-40B4-BE49-F238E27FC236}">
                <a16:creationId xmlns:a16="http://schemas.microsoft.com/office/drawing/2014/main" id="{B38256A6-8E14-ED6A-F78F-7DA68DCCF258}"/>
              </a:ext>
            </a:extLst>
          </p:cNvPr>
          <p:cNvGrpSpPr/>
          <p:nvPr/>
        </p:nvGrpSpPr>
        <p:grpSpPr>
          <a:xfrm>
            <a:off x="1587989" y="1099343"/>
            <a:ext cx="5339372" cy="5389902"/>
            <a:chOff x="0" y="0"/>
            <a:chExt cx="5339371" cy="5389900"/>
          </a:xfrm>
        </p:grpSpPr>
        <p:pic>
          <p:nvPicPr>
            <p:cNvPr id="13" name="object 11" descr="object 11">
              <a:extLst>
                <a:ext uri="{FF2B5EF4-FFF2-40B4-BE49-F238E27FC236}">
                  <a16:creationId xmlns:a16="http://schemas.microsoft.com/office/drawing/2014/main" id="{EA9DC341-8D90-0C92-E1D6-A3222E4DAD2D}"/>
                </a:ext>
              </a:extLst>
            </p:cNvPr>
            <p:cNvPicPr>
              <a:picLocks noChangeAspect="1"/>
            </p:cNvPicPr>
            <p:nvPr/>
          </p:nvPicPr>
          <p:blipFill>
            <a:blip r:embed="rId2"/>
            <a:stretch>
              <a:fillRect/>
            </a:stretch>
          </p:blipFill>
          <p:spPr>
            <a:xfrm>
              <a:off x="1148715" y="1285425"/>
              <a:ext cx="3041941" cy="3003596"/>
            </a:xfrm>
            <a:prstGeom prst="rect">
              <a:avLst/>
            </a:prstGeom>
            <a:ln w="12700" cap="flat">
              <a:noFill/>
              <a:miter lim="400000"/>
            </a:ln>
            <a:effectLst/>
          </p:spPr>
        </p:pic>
        <p:pic>
          <p:nvPicPr>
            <p:cNvPr id="14" name="object 12" descr="object 12">
              <a:extLst>
                <a:ext uri="{FF2B5EF4-FFF2-40B4-BE49-F238E27FC236}">
                  <a16:creationId xmlns:a16="http://schemas.microsoft.com/office/drawing/2014/main" id="{5F393166-914C-8722-F06F-C02D4C2415B5}"/>
                </a:ext>
              </a:extLst>
            </p:cNvPr>
            <p:cNvPicPr>
              <a:picLocks noChangeAspect="1"/>
            </p:cNvPicPr>
            <p:nvPr/>
          </p:nvPicPr>
          <p:blipFill>
            <a:blip r:embed="rId3"/>
            <a:stretch>
              <a:fillRect/>
            </a:stretch>
          </p:blipFill>
          <p:spPr>
            <a:xfrm>
              <a:off x="1139141" y="0"/>
              <a:ext cx="3041941" cy="3003596"/>
            </a:xfrm>
            <a:prstGeom prst="rect">
              <a:avLst/>
            </a:prstGeom>
            <a:ln w="12700" cap="flat">
              <a:noFill/>
              <a:miter lim="400000"/>
            </a:ln>
            <a:effectLst/>
          </p:spPr>
        </p:pic>
        <p:pic>
          <p:nvPicPr>
            <p:cNvPr id="15" name="object 13" descr="object 13">
              <a:extLst>
                <a:ext uri="{FF2B5EF4-FFF2-40B4-BE49-F238E27FC236}">
                  <a16:creationId xmlns:a16="http://schemas.microsoft.com/office/drawing/2014/main" id="{6E5D463D-142E-072A-6FBE-256B1DC524DC}"/>
                </a:ext>
              </a:extLst>
            </p:cNvPr>
            <p:cNvPicPr>
              <a:picLocks noChangeAspect="1"/>
            </p:cNvPicPr>
            <p:nvPr/>
          </p:nvPicPr>
          <p:blipFill>
            <a:blip r:embed="rId4"/>
            <a:stretch>
              <a:fillRect/>
            </a:stretch>
          </p:blipFill>
          <p:spPr>
            <a:xfrm>
              <a:off x="2297431" y="617156"/>
              <a:ext cx="3041941" cy="3003597"/>
            </a:xfrm>
            <a:prstGeom prst="rect">
              <a:avLst/>
            </a:prstGeom>
            <a:ln w="12700" cap="flat">
              <a:noFill/>
              <a:miter lim="400000"/>
            </a:ln>
            <a:effectLst/>
          </p:spPr>
        </p:pic>
        <p:pic>
          <p:nvPicPr>
            <p:cNvPr id="16" name="object 14" descr="object 14">
              <a:extLst>
                <a:ext uri="{FF2B5EF4-FFF2-40B4-BE49-F238E27FC236}">
                  <a16:creationId xmlns:a16="http://schemas.microsoft.com/office/drawing/2014/main" id="{BBBD8FEF-EC52-3A48-18CD-9F58D32CD164}"/>
                </a:ext>
              </a:extLst>
            </p:cNvPr>
            <p:cNvPicPr>
              <a:picLocks noChangeAspect="1"/>
            </p:cNvPicPr>
            <p:nvPr/>
          </p:nvPicPr>
          <p:blipFill>
            <a:blip r:embed="rId5"/>
            <a:stretch>
              <a:fillRect/>
            </a:stretch>
          </p:blipFill>
          <p:spPr>
            <a:xfrm>
              <a:off x="2297431" y="1912077"/>
              <a:ext cx="3041941" cy="3003597"/>
            </a:xfrm>
            <a:prstGeom prst="rect">
              <a:avLst/>
            </a:prstGeom>
            <a:ln w="12700" cap="flat">
              <a:noFill/>
              <a:miter lim="400000"/>
            </a:ln>
            <a:effectLst/>
          </p:spPr>
        </p:pic>
        <p:pic>
          <p:nvPicPr>
            <p:cNvPr id="17" name="object 15" descr="object 15">
              <a:extLst>
                <a:ext uri="{FF2B5EF4-FFF2-40B4-BE49-F238E27FC236}">
                  <a16:creationId xmlns:a16="http://schemas.microsoft.com/office/drawing/2014/main" id="{EA1ABDFE-6B50-1C6A-ECA0-C48D01071107}"/>
                </a:ext>
              </a:extLst>
            </p:cNvPr>
            <p:cNvPicPr>
              <a:picLocks noChangeAspect="1"/>
            </p:cNvPicPr>
            <p:nvPr/>
          </p:nvPicPr>
          <p:blipFill>
            <a:blip r:embed="rId6"/>
            <a:stretch>
              <a:fillRect/>
            </a:stretch>
          </p:blipFill>
          <p:spPr>
            <a:xfrm>
              <a:off x="1148715" y="2529233"/>
              <a:ext cx="3041941" cy="2860668"/>
            </a:xfrm>
            <a:prstGeom prst="rect">
              <a:avLst/>
            </a:prstGeom>
            <a:ln w="12700" cap="flat">
              <a:noFill/>
              <a:miter lim="400000"/>
            </a:ln>
            <a:effectLst/>
          </p:spPr>
        </p:pic>
        <p:pic>
          <p:nvPicPr>
            <p:cNvPr id="18" name="object 16" descr="object 16">
              <a:extLst>
                <a:ext uri="{FF2B5EF4-FFF2-40B4-BE49-F238E27FC236}">
                  <a16:creationId xmlns:a16="http://schemas.microsoft.com/office/drawing/2014/main" id="{09750592-FDED-DC11-2DED-0392DB5DE08C}"/>
                </a:ext>
              </a:extLst>
            </p:cNvPr>
            <p:cNvPicPr>
              <a:picLocks noChangeAspect="1"/>
            </p:cNvPicPr>
            <p:nvPr/>
          </p:nvPicPr>
          <p:blipFill>
            <a:blip r:embed="rId5"/>
            <a:stretch>
              <a:fillRect/>
            </a:stretch>
          </p:blipFill>
          <p:spPr>
            <a:xfrm>
              <a:off x="0" y="1912077"/>
              <a:ext cx="3041940" cy="3003597"/>
            </a:xfrm>
            <a:prstGeom prst="rect">
              <a:avLst/>
            </a:prstGeom>
            <a:ln w="12700" cap="flat">
              <a:noFill/>
              <a:miter lim="400000"/>
            </a:ln>
            <a:effectLst/>
          </p:spPr>
        </p:pic>
        <p:pic>
          <p:nvPicPr>
            <p:cNvPr id="19" name="object 17" descr="object 17">
              <a:extLst>
                <a:ext uri="{FF2B5EF4-FFF2-40B4-BE49-F238E27FC236}">
                  <a16:creationId xmlns:a16="http://schemas.microsoft.com/office/drawing/2014/main" id="{4595E6F6-A3B1-A2AE-1862-ADD64A868597}"/>
                </a:ext>
              </a:extLst>
            </p:cNvPr>
            <p:cNvPicPr>
              <a:picLocks noChangeAspect="1"/>
            </p:cNvPicPr>
            <p:nvPr/>
          </p:nvPicPr>
          <p:blipFill>
            <a:blip r:embed="rId4"/>
            <a:stretch>
              <a:fillRect/>
            </a:stretch>
          </p:blipFill>
          <p:spPr>
            <a:xfrm>
              <a:off x="0" y="617156"/>
              <a:ext cx="3041940" cy="3003597"/>
            </a:xfrm>
            <a:prstGeom prst="rect">
              <a:avLst/>
            </a:prstGeom>
            <a:ln w="12700" cap="flat">
              <a:noFill/>
              <a:miter lim="400000"/>
            </a:ln>
            <a:effectLst/>
          </p:spPr>
        </p:pic>
        <p:sp>
          <p:nvSpPr>
            <p:cNvPr id="20" name="object 18">
              <a:extLst>
                <a:ext uri="{FF2B5EF4-FFF2-40B4-BE49-F238E27FC236}">
                  <a16:creationId xmlns:a16="http://schemas.microsoft.com/office/drawing/2014/main" id="{81720B8F-D7F9-EB86-2B13-CEC7BA75FFDB}"/>
                </a:ext>
              </a:extLst>
            </p:cNvPr>
            <p:cNvSpPr/>
            <p:nvPr/>
          </p:nvSpPr>
          <p:spPr>
            <a:xfrm>
              <a:off x="1290070" y="1375642"/>
              <a:ext cx="2756033" cy="2709586"/>
            </a:xfrm>
            <a:custGeom>
              <a:avLst/>
              <a:gdLst/>
              <a:ahLst/>
              <a:cxnLst>
                <a:cxn ang="0">
                  <a:pos x="wd2" y="hd2"/>
                </a:cxn>
                <a:cxn ang="5400000">
                  <a:pos x="wd2" y="hd2"/>
                </a:cxn>
                <a:cxn ang="10800000">
                  <a:pos x="wd2" y="hd2"/>
                </a:cxn>
                <a:cxn ang="16200000">
                  <a:pos x="wd2" y="hd2"/>
                </a:cxn>
              </a:cxnLst>
              <a:rect l="0" t="0" r="r" b="b"/>
              <a:pathLst>
                <a:path w="21600" h="21600" extrusionOk="0">
                  <a:moveTo>
                    <a:pt x="11161" y="0"/>
                  </a:moveTo>
                  <a:lnTo>
                    <a:pt x="10439" y="0"/>
                  </a:lnTo>
                  <a:lnTo>
                    <a:pt x="9719" y="48"/>
                  </a:lnTo>
                  <a:lnTo>
                    <a:pt x="9003" y="144"/>
                  </a:lnTo>
                  <a:lnTo>
                    <a:pt x="8293" y="287"/>
                  </a:lnTo>
                  <a:lnTo>
                    <a:pt x="7593" y="479"/>
                  </a:lnTo>
                  <a:lnTo>
                    <a:pt x="6904" y="718"/>
                  </a:lnTo>
                  <a:lnTo>
                    <a:pt x="6229" y="1005"/>
                  </a:lnTo>
                  <a:lnTo>
                    <a:pt x="5571" y="1340"/>
                  </a:lnTo>
                  <a:lnTo>
                    <a:pt x="4933" y="1723"/>
                  </a:lnTo>
                  <a:lnTo>
                    <a:pt x="4316" y="2154"/>
                  </a:lnTo>
                  <a:lnTo>
                    <a:pt x="3724" y="2633"/>
                  </a:lnTo>
                  <a:lnTo>
                    <a:pt x="3159" y="3159"/>
                  </a:lnTo>
                  <a:lnTo>
                    <a:pt x="2633" y="3724"/>
                  </a:lnTo>
                  <a:lnTo>
                    <a:pt x="2154" y="4316"/>
                  </a:lnTo>
                  <a:lnTo>
                    <a:pt x="1723" y="4933"/>
                  </a:lnTo>
                  <a:lnTo>
                    <a:pt x="1340" y="5571"/>
                  </a:lnTo>
                  <a:lnTo>
                    <a:pt x="1005" y="6229"/>
                  </a:lnTo>
                  <a:lnTo>
                    <a:pt x="718" y="6904"/>
                  </a:lnTo>
                  <a:lnTo>
                    <a:pt x="479" y="7593"/>
                  </a:lnTo>
                  <a:lnTo>
                    <a:pt x="287" y="8293"/>
                  </a:lnTo>
                  <a:lnTo>
                    <a:pt x="144" y="9003"/>
                  </a:lnTo>
                  <a:lnTo>
                    <a:pt x="48" y="9719"/>
                  </a:lnTo>
                  <a:lnTo>
                    <a:pt x="0" y="10439"/>
                  </a:lnTo>
                  <a:lnTo>
                    <a:pt x="0" y="11161"/>
                  </a:lnTo>
                  <a:lnTo>
                    <a:pt x="48" y="11881"/>
                  </a:lnTo>
                  <a:lnTo>
                    <a:pt x="144" y="12597"/>
                  </a:lnTo>
                  <a:lnTo>
                    <a:pt x="287" y="13307"/>
                  </a:lnTo>
                  <a:lnTo>
                    <a:pt x="479" y="14007"/>
                  </a:lnTo>
                  <a:lnTo>
                    <a:pt x="718" y="14696"/>
                  </a:lnTo>
                  <a:lnTo>
                    <a:pt x="1005" y="15371"/>
                  </a:lnTo>
                  <a:lnTo>
                    <a:pt x="1340" y="16029"/>
                  </a:lnTo>
                  <a:lnTo>
                    <a:pt x="1723" y="16667"/>
                  </a:lnTo>
                  <a:lnTo>
                    <a:pt x="2154" y="17284"/>
                  </a:lnTo>
                  <a:lnTo>
                    <a:pt x="2633" y="17876"/>
                  </a:lnTo>
                  <a:lnTo>
                    <a:pt x="3159" y="18441"/>
                  </a:lnTo>
                  <a:lnTo>
                    <a:pt x="3724" y="18967"/>
                  </a:lnTo>
                  <a:lnTo>
                    <a:pt x="4316" y="19446"/>
                  </a:lnTo>
                  <a:lnTo>
                    <a:pt x="4933" y="19877"/>
                  </a:lnTo>
                  <a:lnTo>
                    <a:pt x="5571" y="20260"/>
                  </a:lnTo>
                  <a:lnTo>
                    <a:pt x="6229" y="20595"/>
                  </a:lnTo>
                  <a:lnTo>
                    <a:pt x="6904" y="20882"/>
                  </a:lnTo>
                  <a:lnTo>
                    <a:pt x="7593" y="21121"/>
                  </a:lnTo>
                  <a:lnTo>
                    <a:pt x="8293" y="21313"/>
                  </a:lnTo>
                  <a:lnTo>
                    <a:pt x="9003" y="21456"/>
                  </a:lnTo>
                  <a:lnTo>
                    <a:pt x="9719" y="21552"/>
                  </a:lnTo>
                  <a:lnTo>
                    <a:pt x="10439" y="21600"/>
                  </a:lnTo>
                  <a:lnTo>
                    <a:pt x="11161" y="21600"/>
                  </a:lnTo>
                  <a:lnTo>
                    <a:pt x="11881" y="21552"/>
                  </a:lnTo>
                  <a:lnTo>
                    <a:pt x="12597" y="21456"/>
                  </a:lnTo>
                  <a:lnTo>
                    <a:pt x="13307" y="21313"/>
                  </a:lnTo>
                  <a:lnTo>
                    <a:pt x="14007" y="21121"/>
                  </a:lnTo>
                  <a:lnTo>
                    <a:pt x="14696" y="20882"/>
                  </a:lnTo>
                  <a:lnTo>
                    <a:pt x="15371" y="20595"/>
                  </a:lnTo>
                  <a:lnTo>
                    <a:pt x="16029" y="20260"/>
                  </a:lnTo>
                  <a:lnTo>
                    <a:pt x="16667" y="19877"/>
                  </a:lnTo>
                  <a:lnTo>
                    <a:pt x="17284" y="19446"/>
                  </a:lnTo>
                  <a:lnTo>
                    <a:pt x="17876" y="18967"/>
                  </a:lnTo>
                  <a:lnTo>
                    <a:pt x="18441" y="18441"/>
                  </a:lnTo>
                  <a:lnTo>
                    <a:pt x="18967" y="17876"/>
                  </a:lnTo>
                  <a:lnTo>
                    <a:pt x="19446" y="17284"/>
                  </a:lnTo>
                  <a:lnTo>
                    <a:pt x="19877" y="16667"/>
                  </a:lnTo>
                  <a:lnTo>
                    <a:pt x="20260" y="16029"/>
                  </a:lnTo>
                  <a:lnTo>
                    <a:pt x="20595" y="15371"/>
                  </a:lnTo>
                  <a:lnTo>
                    <a:pt x="20882" y="14696"/>
                  </a:lnTo>
                  <a:lnTo>
                    <a:pt x="21121" y="14007"/>
                  </a:lnTo>
                  <a:lnTo>
                    <a:pt x="21313" y="13307"/>
                  </a:lnTo>
                  <a:lnTo>
                    <a:pt x="21456" y="12597"/>
                  </a:lnTo>
                  <a:lnTo>
                    <a:pt x="21552" y="11881"/>
                  </a:lnTo>
                  <a:lnTo>
                    <a:pt x="21600" y="11161"/>
                  </a:lnTo>
                  <a:lnTo>
                    <a:pt x="21600" y="10439"/>
                  </a:lnTo>
                  <a:lnTo>
                    <a:pt x="21552" y="9719"/>
                  </a:lnTo>
                  <a:lnTo>
                    <a:pt x="21456" y="9003"/>
                  </a:lnTo>
                  <a:lnTo>
                    <a:pt x="21313" y="8293"/>
                  </a:lnTo>
                  <a:lnTo>
                    <a:pt x="21121" y="7593"/>
                  </a:lnTo>
                  <a:lnTo>
                    <a:pt x="20882" y="6904"/>
                  </a:lnTo>
                  <a:lnTo>
                    <a:pt x="20595" y="6229"/>
                  </a:lnTo>
                  <a:lnTo>
                    <a:pt x="20260" y="5571"/>
                  </a:lnTo>
                  <a:lnTo>
                    <a:pt x="19877" y="4933"/>
                  </a:lnTo>
                  <a:lnTo>
                    <a:pt x="19446" y="4316"/>
                  </a:lnTo>
                  <a:lnTo>
                    <a:pt x="18967" y="3724"/>
                  </a:lnTo>
                  <a:lnTo>
                    <a:pt x="18441" y="3159"/>
                  </a:lnTo>
                  <a:lnTo>
                    <a:pt x="17876" y="2633"/>
                  </a:lnTo>
                  <a:lnTo>
                    <a:pt x="17284" y="2154"/>
                  </a:lnTo>
                  <a:lnTo>
                    <a:pt x="16667" y="1723"/>
                  </a:lnTo>
                  <a:lnTo>
                    <a:pt x="16029" y="1340"/>
                  </a:lnTo>
                  <a:lnTo>
                    <a:pt x="15371" y="1005"/>
                  </a:lnTo>
                  <a:lnTo>
                    <a:pt x="14696" y="718"/>
                  </a:lnTo>
                  <a:lnTo>
                    <a:pt x="14007" y="479"/>
                  </a:lnTo>
                  <a:lnTo>
                    <a:pt x="13307" y="287"/>
                  </a:lnTo>
                  <a:lnTo>
                    <a:pt x="12597" y="144"/>
                  </a:lnTo>
                  <a:lnTo>
                    <a:pt x="11881" y="48"/>
                  </a:lnTo>
                  <a:lnTo>
                    <a:pt x="11161" y="0"/>
                  </a:lnTo>
                  <a:close/>
                </a:path>
              </a:pathLst>
            </a:custGeom>
            <a:solidFill>
              <a:srgbClr val="D6D6D6"/>
            </a:solidFill>
            <a:ln w="12700" cap="flat">
              <a:noFill/>
              <a:miter lim="400000"/>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grpSp>
          <p:nvGrpSpPr>
            <p:cNvPr id="21" name="object 19">
              <a:extLst>
                <a:ext uri="{FF2B5EF4-FFF2-40B4-BE49-F238E27FC236}">
                  <a16:creationId xmlns:a16="http://schemas.microsoft.com/office/drawing/2014/main" id="{1294166D-6BA8-D761-9C91-922782B52EA4}"/>
                </a:ext>
              </a:extLst>
            </p:cNvPr>
            <p:cNvGrpSpPr/>
            <p:nvPr/>
          </p:nvGrpSpPr>
          <p:grpSpPr>
            <a:xfrm>
              <a:off x="141354" y="90219"/>
              <a:ext cx="5053465" cy="5238819"/>
              <a:chOff x="0" y="0"/>
              <a:chExt cx="5053464" cy="5238817"/>
            </a:xfrm>
          </p:grpSpPr>
          <p:sp>
            <p:nvSpPr>
              <p:cNvPr id="22" name="Shape">
                <a:extLst>
                  <a:ext uri="{FF2B5EF4-FFF2-40B4-BE49-F238E27FC236}">
                    <a16:creationId xmlns:a16="http://schemas.microsoft.com/office/drawing/2014/main" id="{0BD16DC2-613A-EAC2-797C-5F113E9F13B6}"/>
                  </a:ext>
                </a:extLst>
              </p:cNvPr>
              <p:cNvSpPr/>
              <p:nvPr/>
            </p:nvSpPr>
            <p:spPr>
              <a:xfrm>
                <a:off x="1148713" y="1285422"/>
                <a:ext cx="2756036" cy="2709587"/>
              </a:xfrm>
              <a:custGeom>
                <a:avLst/>
                <a:gdLst/>
                <a:ahLst/>
                <a:cxnLst>
                  <a:cxn ang="0">
                    <a:pos x="wd2" y="hd2"/>
                  </a:cxn>
                  <a:cxn ang="5400000">
                    <a:pos x="wd2" y="hd2"/>
                  </a:cxn>
                  <a:cxn ang="10800000">
                    <a:pos x="wd2" y="hd2"/>
                  </a:cxn>
                  <a:cxn ang="16200000">
                    <a:pos x="wd2" y="hd2"/>
                  </a:cxn>
                </a:cxnLst>
                <a:rect l="0" t="0" r="r" b="b"/>
                <a:pathLst>
                  <a:path w="21600" h="21600" extrusionOk="0">
                    <a:moveTo>
                      <a:pt x="18441" y="3159"/>
                    </a:moveTo>
                    <a:lnTo>
                      <a:pt x="18967" y="3724"/>
                    </a:lnTo>
                    <a:lnTo>
                      <a:pt x="19446" y="4316"/>
                    </a:lnTo>
                    <a:lnTo>
                      <a:pt x="19877" y="4933"/>
                    </a:lnTo>
                    <a:lnTo>
                      <a:pt x="20260" y="5571"/>
                    </a:lnTo>
                    <a:lnTo>
                      <a:pt x="20595" y="6229"/>
                    </a:lnTo>
                    <a:lnTo>
                      <a:pt x="20882" y="6904"/>
                    </a:lnTo>
                    <a:lnTo>
                      <a:pt x="21121" y="7593"/>
                    </a:lnTo>
                    <a:lnTo>
                      <a:pt x="21313" y="8293"/>
                    </a:lnTo>
                    <a:lnTo>
                      <a:pt x="21456" y="9003"/>
                    </a:lnTo>
                    <a:lnTo>
                      <a:pt x="21552" y="9719"/>
                    </a:lnTo>
                    <a:lnTo>
                      <a:pt x="21600" y="10439"/>
                    </a:lnTo>
                    <a:lnTo>
                      <a:pt x="21600" y="11161"/>
                    </a:lnTo>
                    <a:lnTo>
                      <a:pt x="21552" y="11881"/>
                    </a:lnTo>
                    <a:lnTo>
                      <a:pt x="21456" y="12597"/>
                    </a:lnTo>
                    <a:lnTo>
                      <a:pt x="21313" y="13307"/>
                    </a:lnTo>
                    <a:lnTo>
                      <a:pt x="21121" y="14007"/>
                    </a:lnTo>
                    <a:lnTo>
                      <a:pt x="20882" y="14696"/>
                    </a:lnTo>
                    <a:lnTo>
                      <a:pt x="20595" y="15371"/>
                    </a:lnTo>
                    <a:lnTo>
                      <a:pt x="20260" y="16029"/>
                    </a:lnTo>
                    <a:lnTo>
                      <a:pt x="19877" y="16667"/>
                    </a:lnTo>
                    <a:lnTo>
                      <a:pt x="19446" y="17284"/>
                    </a:lnTo>
                    <a:lnTo>
                      <a:pt x="18967" y="17876"/>
                    </a:lnTo>
                    <a:lnTo>
                      <a:pt x="18441" y="18441"/>
                    </a:lnTo>
                    <a:lnTo>
                      <a:pt x="17876" y="18967"/>
                    </a:lnTo>
                    <a:lnTo>
                      <a:pt x="17284" y="19446"/>
                    </a:lnTo>
                    <a:lnTo>
                      <a:pt x="16667" y="19877"/>
                    </a:lnTo>
                    <a:lnTo>
                      <a:pt x="16029" y="20260"/>
                    </a:lnTo>
                    <a:lnTo>
                      <a:pt x="15371" y="20595"/>
                    </a:lnTo>
                    <a:lnTo>
                      <a:pt x="14696" y="20882"/>
                    </a:lnTo>
                    <a:lnTo>
                      <a:pt x="14007" y="21121"/>
                    </a:lnTo>
                    <a:lnTo>
                      <a:pt x="13307" y="21313"/>
                    </a:lnTo>
                    <a:lnTo>
                      <a:pt x="12597" y="21456"/>
                    </a:lnTo>
                    <a:lnTo>
                      <a:pt x="11881" y="21552"/>
                    </a:lnTo>
                    <a:lnTo>
                      <a:pt x="11161" y="21600"/>
                    </a:lnTo>
                    <a:lnTo>
                      <a:pt x="10439" y="21600"/>
                    </a:lnTo>
                    <a:lnTo>
                      <a:pt x="9719" y="21552"/>
                    </a:lnTo>
                    <a:lnTo>
                      <a:pt x="9003" y="21456"/>
                    </a:lnTo>
                    <a:lnTo>
                      <a:pt x="8293" y="21313"/>
                    </a:lnTo>
                    <a:lnTo>
                      <a:pt x="7593" y="21121"/>
                    </a:lnTo>
                    <a:lnTo>
                      <a:pt x="6904" y="20882"/>
                    </a:lnTo>
                    <a:lnTo>
                      <a:pt x="6229" y="20595"/>
                    </a:lnTo>
                    <a:lnTo>
                      <a:pt x="5571" y="20260"/>
                    </a:lnTo>
                    <a:lnTo>
                      <a:pt x="4933" y="19877"/>
                    </a:lnTo>
                    <a:lnTo>
                      <a:pt x="4316" y="19446"/>
                    </a:lnTo>
                    <a:lnTo>
                      <a:pt x="3724" y="18967"/>
                    </a:lnTo>
                    <a:lnTo>
                      <a:pt x="3159" y="18441"/>
                    </a:lnTo>
                    <a:lnTo>
                      <a:pt x="2633" y="17876"/>
                    </a:lnTo>
                    <a:lnTo>
                      <a:pt x="2154" y="17284"/>
                    </a:lnTo>
                    <a:lnTo>
                      <a:pt x="1723" y="16667"/>
                    </a:lnTo>
                    <a:lnTo>
                      <a:pt x="1340" y="16029"/>
                    </a:lnTo>
                    <a:lnTo>
                      <a:pt x="1005" y="15371"/>
                    </a:lnTo>
                    <a:lnTo>
                      <a:pt x="718" y="14696"/>
                    </a:lnTo>
                    <a:lnTo>
                      <a:pt x="479" y="14007"/>
                    </a:lnTo>
                    <a:lnTo>
                      <a:pt x="287" y="13307"/>
                    </a:lnTo>
                    <a:lnTo>
                      <a:pt x="144" y="12597"/>
                    </a:lnTo>
                    <a:lnTo>
                      <a:pt x="48" y="11881"/>
                    </a:lnTo>
                    <a:lnTo>
                      <a:pt x="0" y="11161"/>
                    </a:lnTo>
                    <a:lnTo>
                      <a:pt x="0" y="10439"/>
                    </a:lnTo>
                    <a:lnTo>
                      <a:pt x="48" y="9719"/>
                    </a:lnTo>
                    <a:lnTo>
                      <a:pt x="144" y="9003"/>
                    </a:lnTo>
                    <a:lnTo>
                      <a:pt x="287" y="8293"/>
                    </a:lnTo>
                    <a:lnTo>
                      <a:pt x="479" y="7593"/>
                    </a:lnTo>
                    <a:lnTo>
                      <a:pt x="718" y="6904"/>
                    </a:lnTo>
                    <a:lnTo>
                      <a:pt x="1005" y="6229"/>
                    </a:lnTo>
                    <a:lnTo>
                      <a:pt x="1340" y="5571"/>
                    </a:lnTo>
                    <a:lnTo>
                      <a:pt x="1723" y="4933"/>
                    </a:lnTo>
                    <a:lnTo>
                      <a:pt x="2154" y="4316"/>
                    </a:lnTo>
                    <a:lnTo>
                      <a:pt x="2633" y="3724"/>
                    </a:lnTo>
                    <a:lnTo>
                      <a:pt x="3159" y="3159"/>
                    </a:lnTo>
                    <a:lnTo>
                      <a:pt x="3724" y="2633"/>
                    </a:lnTo>
                    <a:lnTo>
                      <a:pt x="4316" y="2154"/>
                    </a:lnTo>
                    <a:lnTo>
                      <a:pt x="4933" y="1723"/>
                    </a:lnTo>
                    <a:lnTo>
                      <a:pt x="5571" y="1340"/>
                    </a:lnTo>
                    <a:lnTo>
                      <a:pt x="6229" y="1005"/>
                    </a:lnTo>
                    <a:lnTo>
                      <a:pt x="6904" y="718"/>
                    </a:lnTo>
                    <a:lnTo>
                      <a:pt x="7593" y="479"/>
                    </a:lnTo>
                    <a:lnTo>
                      <a:pt x="8293" y="287"/>
                    </a:lnTo>
                    <a:lnTo>
                      <a:pt x="9003" y="144"/>
                    </a:lnTo>
                    <a:lnTo>
                      <a:pt x="9719" y="48"/>
                    </a:lnTo>
                    <a:lnTo>
                      <a:pt x="10439" y="0"/>
                    </a:lnTo>
                    <a:lnTo>
                      <a:pt x="11161" y="0"/>
                    </a:lnTo>
                    <a:lnTo>
                      <a:pt x="11881" y="48"/>
                    </a:lnTo>
                    <a:lnTo>
                      <a:pt x="12597" y="144"/>
                    </a:lnTo>
                    <a:lnTo>
                      <a:pt x="13307" y="287"/>
                    </a:lnTo>
                    <a:lnTo>
                      <a:pt x="14007" y="479"/>
                    </a:lnTo>
                    <a:lnTo>
                      <a:pt x="14696" y="718"/>
                    </a:lnTo>
                    <a:lnTo>
                      <a:pt x="15371" y="1005"/>
                    </a:lnTo>
                    <a:lnTo>
                      <a:pt x="16029" y="1340"/>
                    </a:lnTo>
                    <a:lnTo>
                      <a:pt x="16667" y="1723"/>
                    </a:lnTo>
                    <a:lnTo>
                      <a:pt x="17284" y="2154"/>
                    </a:lnTo>
                    <a:lnTo>
                      <a:pt x="17876" y="2633"/>
                    </a:lnTo>
                    <a:lnTo>
                      <a:pt x="18441" y="3159"/>
                    </a:lnTo>
                  </a:path>
                </a:pathLst>
              </a:custGeom>
              <a:noFill/>
              <a:ln w="12700" cap="flat">
                <a:solidFill>
                  <a:srgbClr val="9A9A9A"/>
                </a:solidFill>
                <a:prstDash val="solid"/>
                <a:round/>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sp>
            <p:nvSpPr>
              <p:cNvPr id="23" name="Shape">
                <a:extLst>
                  <a:ext uri="{FF2B5EF4-FFF2-40B4-BE49-F238E27FC236}">
                    <a16:creationId xmlns:a16="http://schemas.microsoft.com/office/drawing/2014/main" id="{98D36784-6201-8E63-AB83-6E0BFE471486}"/>
                  </a:ext>
                </a:extLst>
              </p:cNvPr>
              <p:cNvSpPr/>
              <p:nvPr/>
            </p:nvSpPr>
            <p:spPr>
              <a:xfrm>
                <a:off x="1139141" y="0"/>
                <a:ext cx="2756035" cy="2709585"/>
              </a:xfrm>
              <a:custGeom>
                <a:avLst/>
                <a:gdLst/>
                <a:ahLst/>
                <a:cxnLst>
                  <a:cxn ang="0">
                    <a:pos x="wd2" y="hd2"/>
                  </a:cxn>
                  <a:cxn ang="5400000">
                    <a:pos x="wd2" y="hd2"/>
                  </a:cxn>
                  <a:cxn ang="10800000">
                    <a:pos x="wd2" y="hd2"/>
                  </a:cxn>
                  <a:cxn ang="16200000">
                    <a:pos x="wd2" y="hd2"/>
                  </a:cxn>
                </a:cxnLst>
                <a:rect l="0" t="0" r="r" b="b"/>
                <a:pathLst>
                  <a:path w="21600" h="21600" extrusionOk="0">
                    <a:moveTo>
                      <a:pt x="18441" y="3159"/>
                    </a:moveTo>
                    <a:lnTo>
                      <a:pt x="18967" y="3724"/>
                    </a:lnTo>
                    <a:lnTo>
                      <a:pt x="19446" y="4316"/>
                    </a:lnTo>
                    <a:lnTo>
                      <a:pt x="19877" y="4933"/>
                    </a:lnTo>
                    <a:lnTo>
                      <a:pt x="20260" y="5571"/>
                    </a:lnTo>
                    <a:lnTo>
                      <a:pt x="20595" y="6229"/>
                    </a:lnTo>
                    <a:lnTo>
                      <a:pt x="20882" y="6904"/>
                    </a:lnTo>
                    <a:lnTo>
                      <a:pt x="21121" y="7593"/>
                    </a:lnTo>
                    <a:lnTo>
                      <a:pt x="21313" y="8293"/>
                    </a:lnTo>
                    <a:lnTo>
                      <a:pt x="21456" y="9003"/>
                    </a:lnTo>
                    <a:lnTo>
                      <a:pt x="21552" y="9719"/>
                    </a:lnTo>
                    <a:lnTo>
                      <a:pt x="21600" y="10439"/>
                    </a:lnTo>
                    <a:lnTo>
                      <a:pt x="21600" y="11161"/>
                    </a:lnTo>
                    <a:lnTo>
                      <a:pt x="21552" y="11881"/>
                    </a:lnTo>
                    <a:lnTo>
                      <a:pt x="21456" y="12597"/>
                    </a:lnTo>
                    <a:lnTo>
                      <a:pt x="21313" y="13307"/>
                    </a:lnTo>
                    <a:lnTo>
                      <a:pt x="21121" y="14007"/>
                    </a:lnTo>
                    <a:lnTo>
                      <a:pt x="20882" y="14696"/>
                    </a:lnTo>
                    <a:lnTo>
                      <a:pt x="20595" y="15371"/>
                    </a:lnTo>
                    <a:lnTo>
                      <a:pt x="20260" y="16029"/>
                    </a:lnTo>
                    <a:lnTo>
                      <a:pt x="19877" y="16667"/>
                    </a:lnTo>
                    <a:lnTo>
                      <a:pt x="19446" y="17284"/>
                    </a:lnTo>
                    <a:lnTo>
                      <a:pt x="18967" y="17876"/>
                    </a:lnTo>
                    <a:lnTo>
                      <a:pt x="18441" y="18441"/>
                    </a:lnTo>
                    <a:lnTo>
                      <a:pt x="17876" y="18967"/>
                    </a:lnTo>
                    <a:lnTo>
                      <a:pt x="17284" y="19446"/>
                    </a:lnTo>
                    <a:lnTo>
                      <a:pt x="16667" y="19877"/>
                    </a:lnTo>
                    <a:lnTo>
                      <a:pt x="16029" y="20260"/>
                    </a:lnTo>
                    <a:lnTo>
                      <a:pt x="15371" y="20595"/>
                    </a:lnTo>
                    <a:lnTo>
                      <a:pt x="14696" y="20882"/>
                    </a:lnTo>
                    <a:lnTo>
                      <a:pt x="14007" y="21121"/>
                    </a:lnTo>
                    <a:lnTo>
                      <a:pt x="13307" y="21313"/>
                    </a:lnTo>
                    <a:lnTo>
                      <a:pt x="12597" y="21456"/>
                    </a:lnTo>
                    <a:lnTo>
                      <a:pt x="11881" y="21552"/>
                    </a:lnTo>
                    <a:lnTo>
                      <a:pt x="11161" y="21600"/>
                    </a:lnTo>
                    <a:lnTo>
                      <a:pt x="10439" y="21600"/>
                    </a:lnTo>
                    <a:lnTo>
                      <a:pt x="9719" y="21552"/>
                    </a:lnTo>
                    <a:lnTo>
                      <a:pt x="9003" y="21456"/>
                    </a:lnTo>
                    <a:lnTo>
                      <a:pt x="8293" y="21313"/>
                    </a:lnTo>
                    <a:lnTo>
                      <a:pt x="7593" y="21121"/>
                    </a:lnTo>
                    <a:lnTo>
                      <a:pt x="6904" y="20882"/>
                    </a:lnTo>
                    <a:lnTo>
                      <a:pt x="6229" y="20595"/>
                    </a:lnTo>
                    <a:lnTo>
                      <a:pt x="5571" y="20260"/>
                    </a:lnTo>
                    <a:lnTo>
                      <a:pt x="4933" y="19877"/>
                    </a:lnTo>
                    <a:lnTo>
                      <a:pt x="4316" y="19446"/>
                    </a:lnTo>
                    <a:lnTo>
                      <a:pt x="3724" y="18967"/>
                    </a:lnTo>
                    <a:lnTo>
                      <a:pt x="3159" y="18441"/>
                    </a:lnTo>
                    <a:lnTo>
                      <a:pt x="2633" y="17876"/>
                    </a:lnTo>
                    <a:lnTo>
                      <a:pt x="2154" y="17284"/>
                    </a:lnTo>
                    <a:lnTo>
                      <a:pt x="1723" y="16667"/>
                    </a:lnTo>
                    <a:lnTo>
                      <a:pt x="1340" y="16029"/>
                    </a:lnTo>
                    <a:lnTo>
                      <a:pt x="1005" y="15371"/>
                    </a:lnTo>
                    <a:lnTo>
                      <a:pt x="718" y="14696"/>
                    </a:lnTo>
                    <a:lnTo>
                      <a:pt x="479" y="14007"/>
                    </a:lnTo>
                    <a:lnTo>
                      <a:pt x="287" y="13307"/>
                    </a:lnTo>
                    <a:lnTo>
                      <a:pt x="144" y="12597"/>
                    </a:lnTo>
                    <a:lnTo>
                      <a:pt x="48" y="11881"/>
                    </a:lnTo>
                    <a:lnTo>
                      <a:pt x="0" y="11161"/>
                    </a:lnTo>
                    <a:lnTo>
                      <a:pt x="0" y="10439"/>
                    </a:lnTo>
                    <a:lnTo>
                      <a:pt x="48" y="9719"/>
                    </a:lnTo>
                    <a:lnTo>
                      <a:pt x="144" y="9003"/>
                    </a:lnTo>
                    <a:lnTo>
                      <a:pt x="287" y="8293"/>
                    </a:lnTo>
                    <a:lnTo>
                      <a:pt x="479" y="7593"/>
                    </a:lnTo>
                    <a:lnTo>
                      <a:pt x="718" y="6904"/>
                    </a:lnTo>
                    <a:lnTo>
                      <a:pt x="1005" y="6229"/>
                    </a:lnTo>
                    <a:lnTo>
                      <a:pt x="1340" y="5571"/>
                    </a:lnTo>
                    <a:lnTo>
                      <a:pt x="1723" y="4933"/>
                    </a:lnTo>
                    <a:lnTo>
                      <a:pt x="2154" y="4316"/>
                    </a:lnTo>
                    <a:lnTo>
                      <a:pt x="2633" y="3724"/>
                    </a:lnTo>
                    <a:lnTo>
                      <a:pt x="3159" y="3159"/>
                    </a:lnTo>
                    <a:lnTo>
                      <a:pt x="3724" y="2633"/>
                    </a:lnTo>
                    <a:lnTo>
                      <a:pt x="4316" y="2154"/>
                    </a:lnTo>
                    <a:lnTo>
                      <a:pt x="4933" y="1723"/>
                    </a:lnTo>
                    <a:lnTo>
                      <a:pt x="5571" y="1340"/>
                    </a:lnTo>
                    <a:lnTo>
                      <a:pt x="6229" y="1005"/>
                    </a:lnTo>
                    <a:lnTo>
                      <a:pt x="6904" y="718"/>
                    </a:lnTo>
                    <a:lnTo>
                      <a:pt x="7593" y="479"/>
                    </a:lnTo>
                    <a:lnTo>
                      <a:pt x="8293" y="287"/>
                    </a:lnTo>
                    <a:lnTo>
                      <a:pt x="9003" y="144"/>
                    </a:lnTo>
                    <a:lnTo>
                      <a:pt x="9719" y="48"/>
                    </a:lnTo>
                    <a:lnTo>
                      <a:pt x="10439" y="0"/>
                    </a:lnTo>
                    <a:lnTo>
                      <a:pt x="11161" y="0"/>
                    </a:lnTo>
                    <a:lnTo>
                      <a:pt x="11881" y="48"/>
                    </a:lnTo>
                    <a:lnTo>
                      <a:pt x="12597" y="144"/>
                    </a:lnTo>
                    <a:lnTo>
                      <a:pt x="13307" y="287"/>
                    </a:lnTo>
                    <a:lnTo>
                      <a:pt x="14007" y="479"/>
                    </a:lnTo>
                    <a:lnTo>
                      <a:pt x="14696" y="718"/>
                    </a:lnTo>
                    <a:lnTo>
                      <a:pt x="15371" y="1005"/>
                    </a:lnTo>
                    <a:lnTo>
                      <a:pt x="16029" y="1340"/>
                    </a:lnTo>
                    <a:lnTo>
                      <a:pt x="16667" y="1723"/>
                    </a:lnTo>
                    <a:lnTo>
                      <a:pt x="17284" y="2154"/>
                    </a:lnTo>
                    <a:lnTo>
                      <a:pt x="17876" y="2633"/>
                    </a:lnTo>
                    <a:lnTo>
                      <a:pt x="18441" y="3159"/>
                    </a:lnTo>
                  </a:path>
                </a:pathLst>
              </a:custGeom>
              <a:noFill/>
              <a:ln w="12700" cap="flat">
                <a:solidFill>
                  <a:srgbClr val="9A9A9A"/>
                </a:solidFill>
                <a:prstDash val="solid"/>
                <a:round/>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sp>
            <p:nvSpPr>
              <p:cNvPr id="24" name="Shape">
                <a:extLst>
                  <a:ext uri="{FF2B5EF4-FFF2-40B4-BE49-F238E27FC236}">
                    <a16:creationId xmlns:a16="http://schemas.microsoft.com/office/drawing/2014/main" id="{A5C17F3E-C6EE-0F31-F0BD-99A220A65530}"/>
                  </a:ext>
                </a:extLst>
              </p:cNvPr>
              <p:cNvSpPr/>
              <p:nvPr/>
            </p:nvSpPr>
            <p:spPr>
              <a:xfrm>
                <a:off x="2297431" y="617154"/>
                <a:ext cx="2756033" cy="2709587"/>
              </a:xfrm>
              <a:custGeom>
                <a:avLst/>
                <a:gdLst/>
                <a:ahLst/>
                <a:cxnLst>
                  <a:cxn ang="0">
                    <a:pos x="wd2" y="hd2"/>
                  </a:cxn>
                  <a:cxn ang="5400000">
                    <a:pos x="wd2" y="hd2"/>
                  </a:cxn>
                  <a:cxn ang="10800000">
                    <a:pos x="wd2" y="hd2"/>
                  </a:cxn>
                  <a:cxn ang="16200000">
                    <a:pos x="wd2" y="hd2"/>
                  </a:cxn>
                </a:cxnLst>
                <a:rect l="0" t="0" r="r" b="b"/>
                <a:pathLst>
                  <a:path w="21600" h="21600" extrusionOk="0">
                    <a:moveTo>
                      <a:pt x="18441" y="3159"/>
                    </a:moveTo>
                    <a:lnTo>
                      <a:pt x="18967" y="3724"/>
                    </a:lnTo>
                    <a:lnTo>
                      <a:pt x="19446" y="4316"/>
                    </a:lnTo>
                    <a:lnTo>
                      <a:pt x="19877" y="4933"/>
                    </a:lnTo>
                    <a:lnTo>
                      <a:pt x="20260" y="5571"/>
                    </a:lnTo>
                    <a:lnTo>
                      <a:pt x="20595" y="6229"/>
                    </a:lnTo>
                    <a:lnTo>
                      <a:pt x="20882" y="6904"/>
                    </a:lnTo>
                    <a:lnTo>
                      <a:pt x="21121" y="7593"/>
                    </a:lnTo>
                    <a:lnTo>
                      <a:pt x="21313" y="8293"/>
                    </a:lnTo>
                    <a:lnTo>
                      <a:pt x="21456" y="9003"/>
                    </a:lnTo>
                    <a:lnTo>
                      <a:pt x="21552" y="9719"/>
                    </a:lnTo>
                    <a:lnTo>
                      <a:pt x="21600" y="10439"/>
                    </a:lnTo>
                    <a:lnTo>
                      <a:pt x="21600" y="11161"/>
                    </a:lnTo>
                    <a:lnTo>
                      <a:pt x="21552" y="11881"/>
                    </a:lnTo>
                    <a:lnTo>
                      <a:pt x="21456" y="12597"/>
                    </a:lnTo>
                    <a:lnTo>
                      <a:pt x="21313" y="13307"/>
                    </a:lnTo>
                    <a:lnTo>
                      <a:pt x="21121" y="14007"/>
                    </a:lnTo>
                    <a:lnTo>
                      <a:pt x="20882" y="14696"/>
                    </a:lnTo>
                    <a:lnTo>
                      <a:pt x="20595" y="15371"/>
                    </a:lnTo>
                    <a:lnTo>
                      <a:pt x="20260" y="16029"/>
                    </a:lnTo>
                    <a:lnTo>
                      <a:pt x="19877" y="16667"/>
                    </a:lnTo>
                    <a:lnTo>
                      <a:pt x="19446" y="17284"/>
                    </a:lnTo>
                    <a:lnTo>
                      <a:pt x="18967" y="17876"/>
                    </a:lnTo>
                    <a:lnTo>
                      <a:pt x="18441" y="18441"/>
                    </a:lnTo>
                    <a:lnTo>
                      <a:pt x="17876" y="18967"/>
                    </a:lnTo>
                    <a:lnTo>
                      <a:pt x="17284" y="19446"/>
                    </a:lnTo>
                    <a:lnTo>
                      <a:pt x="16667" y="19877"/>
                    </a:lnTo>
                    <a:lnTo>
                      <a:pt x="16029" y="20260"/>
                    </a:lnTo>
                    <a:lnTo>
                      <a:pt x="15371" y="20595"/>
                    </a:lnTo>
                    <a:lnTo>
                      <a:pt x="14696" y="20882"/>
                    </a:lnTo>
                    <a:lnTo>
                      <a:pt x="14007" y="21121"/>
                    </a:lnTo>
                    <a:lnTo>
                      <a:pt x="13307" y="21313"/>
                    </a:lnTo>
                    <a:lnTo>
                      <a:pt x="12597" y="21456"/>
                    </a:lnTo>
                    <a:lnTo>
                      <a:pt x="11881" y="21552"/>
                    </a:lnTo>
                    <a:lnTo>
                      <a:pt x="11161" y="21600"/>
                    </a:lnTo>
                    <a:lnTo>
                      <a:pt x="10439" y="21600"/>
                    </a:lnTo>
                    <a:lnTo>
                      <a:pt x="9719" y="21552"/>
                    </a:lnTo>
                    <a:lnTo>
                      <a:pt x="9003" y="21456"/>
                    </a:lnTo>
                    <a:lnTo>
                      <a:pt x="8293" y="21313"/>
                    </a:lnTo>
                    <a:lnTo>
                      <a:pt x="7593" y="21121"/>
                    </a:lnTo>
                    <a:lnTo>
                      <a:pt x="6904" y="20882"/>
                    </a:lnTo>
                    <a:lnTo>
                      <a:pt x="6229" y="20595"/>
                    </a:lnTo>
                    <a:lnTo>
                      <a:pt x="5571" y="20260"/>
                    </a:lnTo>
                    <a:lnTo>
                      <a:pt x="4933" y="19877"/>
                    </a:lnTo>
                    <a:lnTo>
                      <a:pt x="4316" y="19446"/>
                    </a:lnTo>
                    <a:lnTo>
                      <a:pt x="3724" y="18967"/>
                    </a:lnTo>
                    <a:lnTo>
                      <a:pt x="3159" y="18441"/>
                    </a:lnTo>
                    <a:lnTo>
                      <a:pt x="2633" y="17876"/>
                    </a:lnTo>
                    <a:lnTo>
                      <a:pt x="2154" y="17284"/>
                    </a:lnTo>
                    <a:lnTo>
                      <a:pt x="1723" y="16667"/>
                    </a:lnTo>
                    <a:lnTo>
                      <a:pt x="1340" y="16029"/>
                    </a:lnTo>
                    <a:lnTo>
                      <a:pt x="1005" y="15371"/>
                    </a:lnTo>
                    <a:lnTo>
                      <a:pt x="718" y="14696"/>
                    </a:lnTo>
                    <a:lnTo>
                      <a:pt x="479" y="14007"/>
                    </a:lnTo>
                    <a:lnTo>
                      <a:pt x="287" y="13307"/>
                    </a:lnTo>
                    <a:lnTo>
                      <a:pt x="144" y="12597"/>
                    </a:lnTo>
                    <a:lnTo>
                      <a:pt x="48" y="11881"/>
                    </a:lnTo>
                    <a:lnTo>
                      <a:pt x="0" y="11161"/>
                    </a:lnTo>
                    <a:lnTo>
                      <a:pt x="0" y="10439"/>
                    </a:lnTo>
                    <a:lnTo>
                      <a:pt x="48" y="9719"/>
                    </a:lnTo>
                    <a:lnTo>
                      <a:pt x="144" y="9003"/>
                    </a:lnTo>
                    <a:lnTo>
                      <a:pt x="287" y="8293"/>
                    </a:lnTo>
                    <a:lnTo>
                      <a:pt x="479" y="7593"/>
                    </a:lnTo>
                    <a:lnTo>
                      <a:pt x="718" y="6904"/>
                    </a:lnTo>
                    <a:lnTo>
                      <a:pt x="1005" y="6229"/>
                    </a:lnTo>
                    <a:lnTo>
                      <a:pt x="1340" y="5571"/>
                    </a:lnTo>
                    <a:lnTo>
                      <a:pt x="1723" y="4933"/>
                    </a:lnTo>
                    <a:lnTo>
                      <a:pt x="2154" y="4316"/>
                    </a:lnTo>
                    <a:lnTo>
                      <a:pt x="2633" y="3724"/>
                    </a:lnTo>
                    <a:lnTo>
                      <a:pt x="3159" y="3159"/>
                    </a:lnTo>
                    <a:lnTo>
                      <a:pt x="3724" y="2633"/>
                    </a:lnTo>
                    <a:lnTo>
                      <a:pt x="4316" y="2154"/>
                    </a:lnTo>
                    <a:lnTo>
                      <a:pt x="4933" y="1723"/>
                    </a:lnTo>
                    <a:lnTo>
                      <a:pt x="5571" y="1340"/>
                    </a:lnTo>
                    <a:lnTo>
                      <a:pt x="6229" y="1005"/>
                    </a:lnTo>
                    <a:lnTo>
                      <a:pt x="6904" y="718"/>
                    </a:lnTo>
                    <a:lnTo>
                      <a:pt x="7593" y="479"/>
                    </a:lnTo>
                    <a:lnTo>
                      <a:pt x="8293" y="287"/>
                    </a:lnTo>
                    <a:lnTo>
                      <a:pt x="9003" y="144"/>
                    </a:lnTo>
                    <a:lnTo>
                      <a:pt x="9719" y="48"/>
                    </a:lnTo>
                    <a:lnTo>
                      <a:pt x="10439" y="0"/>
                    </a:lnTo>
                    <a:lnTo>
                      <a:pt x="11161" y="0"/>
                    </a:lnTo>
                    <a:lnTo>
                      <a:pt x="11881" y="48"/>
                    </a:lnTo>
                    <a:lnTo>
                      <a:pt x="12597" y="144"/>
                    </a:lnTo>
                    <a:lnTo>
                      <a:pt x="13307" y="287"/>
                    </a:lnTo>
                    <a:lnTo>
                      <a:pt x="14007" y="479"/>
                    </a:lnTo>
                    <a:lnTo>
                      <a:pt x="14696" y="718"/>
                    </a:lnTo>
                    <a:lnTo>
                      <a:pt x="15371" y="1005"/>
                    </a:lnTo>
                    <a:lnTo>
                      <a:pt x="16029" y="1340"/>
                    </a:lnTo>
                    <a:lnTo>
                      <a:pt x="16667" y="1723"/>
                    </a:lnTo>
                    <a:lnTo>
                      <a:pt x="17284" y="2154"/>
                    </a:lnTo>
                    <a:lnTo>
                      <a:pt x="17876" y="2633"/>
                    </a:lnTo>
                    <a:lnTo>
                      <a:pt x="18441" y="3159"/>
                    </a:lnTo>
                  </a:path>
                </a:pathLst>
              </a:custGeom>
              <a:noFill/>
              <a:ln w="12700" cap="flat">
                <a:solidFill>
                  <a:srgbClr val="9A9A9A"/>
                </a:solidFill>
                <a:prstDash val="solid"/>
                <a:round/>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sp>
            <p:nvSpPr>
              <p:cNvPr id="25" name="Shape">
                <a:extLst>
                  <a:ext uri="{FF2B5EF4-FFF2-40B4-BE49-F238E27FC236}">
                    <a16:creationId xmlns:a16="http://schemas.microsoft.com/office/drawing/2014/main" id="{B64DC155-ACE0-12EA-194C-A7530075FA97}"/>
                  </a:ext>
                </a:extLst>
              </p:cNvPr>
              <p:cNvSpPr/>
              <p:nvPr/>
            </p:nvSpPr>
            <p:spPr>
              <a:xfrm>
                <a:off x="2297431" y="1912075"/>
                <a:ext cx="2756033" cy="2709587"/>
              </a:xfrm>
              <a:custGeom>
                <a:avLst/>
                <a:gdLst/>
                <a:ahLst/>
                <a:cxnLst>
                  <a:cxn ang="0">
                    <a:pos x="wd2" y="hd2"/>
                  </a:cxn>
                  <a:cxn ang="5400000">
                    <a:pos x="wd2" y="hd2"/>
                  </a:cxn>
                  <a:cxn ang="10800000">
                    <a:pos x="wd2" y="hd2"/>
                  </a:cxn>
                  <a:cxn ang="16200000">
                    <a:pos x="wd2" y="hd2"/>
                  </a:cxn>
                </a:cxnLst>
                <a:rect l="0" t="0" r="r" b="b"/>
                <a:pathLst>
                  <a:path w="21600" h="21600" extrusionOk="0">
                    <a:moveTo>
                      <a:pt x="18441" y="3159"/>
                    </a:moveTo>
                    <a:lnTo>
                      <a:pt x="18967" y="3724"/>
                    </a:lnTo>
                    <a:lnTo>
                      <a:pt x="19446" y="4316"/>
                    </a:lnTo>
                    <a:lnTo>
                      <a:pt x="19877" y="4933"/>
                    </a:lnTo>
                    <a:lnTo>
                      <a:pt x="20260" y="5571"/>
                    </a:lnTo>
                    <a:lnTo>
                      <a:pt x="20595" y="6229"/>
                    </a:lnTo>
                    <a:lnTo>
                      <a:pt x="20882" y="6904"/>
                    </a:lnTo>
                    <a:lnTo>
                      <a:pt x="21121" y="7593"/>
                    </a:lnTo>
                    <a:lnTo>
                      <a:pt x="21313" y="8293"/>
                    </a:lnTo>
                    <a:lnTo>
                      <a:pt x="21456" y="9003"/>
                    </a:lnTo>
                    <a:lnTo>
                      <a:pt x="21552" y="9719"/>
                    </a:lnTo>
                    <a:lnTo>
                      <a:pt x="21600" y="10439"/>
                    </a:lnTo>
                    <a:lnTo>
                      <a:pt x="21600" y="11161"/>
                    </a:lnTo>
                    <a:lnTo>
                      <a:pt x="21552" y="11881"/>
                    </a:lnTo>
                    <a:lnTo>
                      <a:pt x="21456" y="12597"/>
                    </a:lnTo>
                    <a:lnTo>
                      <a:pt x="21313" y="13307"/>
                    </a:lnTo>
                    <a:lnTo>
                      <a:pt x="21121" y="14007"/>
                    </a:lnTo>
                    <a:lnTo>
                      <a:pt x="20882" y="14696"/>
                    </a:lnTo>
                    <a:lnTo>
                      <a:pt x="20595" y="15371"/>
                    </a:lnTo>
                    <a:lnTo>
                      <a:pt x="20260" y="16029"/>
                    </a:lnTo>
                    <a:lnTo>
                      <a:pt x="19877" y="16667"/>
                    </a:lnTo>
                    <a:lnTo>
                      <a:pt x="19446" y="17284"/>
                    </a:lnTo>
                    <a:lnTo>
                      <a:pt x="18967" y="17876"/>
                    </a:lnTo>
                    <a:lnTo>
                      <a:pt x="18441" y="18441"/>
                    </a:lnTo>
                    <a:lnTo>
                      <a:pt x="17876" y="18967"/>
                    </a:lnTo>
                    <a:lnTo>
                      <a:pt x="17284" y="19446"/>
                    </a:lnTo>
                    <a:lnTo>
                      <a:pt x="16667" y="19877"/>
                    </a:lnTo>
                    <a:lnTo>
                      <a:pt x="16029" y="20260"/>
                    </a:lnTo>
                    <a:lnTo>
                      <a:pt x="15371" y="20595"/>
                    </a:lnTo>
                    <a:lnTo>
                      <a:pt x="14696" y="20882"/>
                    </a:lnTo>
                    <a:lnTo>
                      <a:pt x="14007" y="21121"/>
                    </a:lnTo>
                    <a:lnTo>
                      <a:pt x="13307" y="21313"/>
                    </a:lnTo>
                    <a:lnTo>
                      <a:pt x="12597" y="21456"/>
                    </a:lnTo>
                    <a:lnTo>
                      <a:pt x="11881" y="21552"/>
                    </a:lnTo>
                    <a:lnTo>
                      <a:pt x="11161" y="21600"/>
                    </a:lnTo>
                    <a:lnTo>
                      <a:pt x="10439" y="21600"/>
                    </a:lnTo>
                    <a:lnTo>
                      <a:pt x="9719" y="21552"/>
                    </a:lnTo>
                    <a:lnTo>
                      <a:pt x="9003" y="21456"/>
                    </a:lnTo>
                    <a:lnTo>
                      <a:pt x="8293" y="21313"/>
                    </a:lnTo>
                    <a:lnTo>
                      <a:pt x="7593" y="21121"/>
                    </a:lnTo>
                    <a:lnTo>
                      <a:pt x="6904" y="20882"/>
                    </a:lnTo>
                    <a:lnTo>
                      <a:pt x="6229" y="20595"/>
                    </a:lnTo>
                    <a:lnTo>
                      <a:pt x="5571" y="20260"/>
                    </a:lnTo>
                    <a:lnTo>
                      <a:pt x="4933" y="19877"/>
                    </a:lnTo>
                    <a:lnTo>
                      <a:pt x="4316" y="19446"/>
                    </a:lnTo>
                    <a:lnTo>
                      <a:pt x="3724" y="18967"/>
                    </a:lnTo>
                    <a:lnTo>
                      <a:pt x="3159" y="18441"/>
                    </a:lnTo>
                    <a:lnTo>
                      <a:pt x="2633" y="17876"/>
                    </a:lnTo>
                    <a:lnTo>
                      <a:pt x="2154" y="17284"/>
                    </a:lnTo>
                    <a:lnTo>
                      <a:pt x="1723" y="16667"/>
                    </a:lnTo>
                    <a:lnTo>
                      <a:pt x="1340" y="16029"/>
                    </a:lnTo>
                    <a:lnTo>
                      <a:pt x="1005" y="15371"/>
                    </a:lnTo>
                    <a:lnTo>
                      <a:pt x="718" y="14696"/>
                    </a:lnTo>
                    <a:lnTo>
                      <a:pt x="479" y="14007"/>
                    </a:lnTo>
                    <a:lnTo>
                      <a:pt x="287" y="13307"/>
                    </a:lnTo>
                    <a:lnTo>
                      <a:pt x="144" y="12597"/>
                    </a:lnTo>
                    <a:lnTo>
                      <a:pt x="48" y="11881"/>
                    </a:lnTo>
                    <a:lnTo>
                      <a:pt x="0" y="11161"/>
                    </a:lnTo>
                    <a:lnTo>
                      <a:pt x="0" y="10439"/>
                    </a:lnTo>
                    <a:lnTo>
                      <a:pt x="48" y="9719"/>
                    </a:lnTo>
                    <a:lnTo>
                      <a:pt x="144" y="9003"/>
                    </a:lnTo>
                    <a:lnTo>
                      <a:pt x="287" y="8293"/>
                    </a:lnTo>
                    <a:lnTo>
                      <a:pt x="479" y="7593"/>
                    </a:lnTo>
                    <a:lnTo>
                      <a:pt x="718" y="6904"/>
                    </a:lnTo>
                    <a:lnTo>
                      <a:pt x="1005" y="6229"/>
                    </a:lnTo>
                    <a:lnTo>
                      <a:pt x="1340" y="5571"/>
                    </a:lnTo>
                    <a:lnTo>
                      <a:pt x="1723" y="4933"/>
                    </a:lnTo>
                    <a:lnTo>
                      <a:pt x="2154" y="4316"/>
                    </a:lnTo>
                    <a:lnTo>
                      <a:pt x="2633" y="3724"/>
                    </a:lnTo>
                    <a:lnTo>
                      <a:pt x="3159" y="3159"/>
                    </a:lnTo>
                    <a:lnTo>
                      <a:pt x="3724" y="2633"/>
                    </a:lnTo>
                    <a:lnTo>
                      <a:pt x="4316" y="2154"/>
                    </a:lnTo>
                    <a:lnTo>
                      <a:pt x="4933" y="1723"/>
                    </a:lnTo>
                    <a:lnTo>
                      <a:pt x="5571" y="1340"/>
                    </a:lnTo>
                    <a:lnTo>
                      <a:pt x="6229" y="1005"/>
                    </a:lnTo>
                    <a:lnTo>
                      <a:pt x="6904" y="718"/>
                    </a:lnTo>
                    <a:lnTo>
                      <a:pt x="7593" y="479"/>
                    </a:lnTo>
                    <a:lnTo>
                      <a:pt x="8293" y="287"/>
                    </a:lnTo>
                    <a:lnTo>
                      <a:pt x="9003" y="144"/>
                    </a:lnTo>
                    <a:lnTo>
                      <a:pt x="9719" y="48"/>
                    </a:lnTo>
                    <a:lnTo>
                      <a:pt x="10439" y="0"/>
                    </a:lnTo>
                    <a:lnTo>
                      <a:pt x="11161" y="0"/>
                    </a:lnTo>
                    <a:lnTo>
                      <a:pt x="11881" y="48"/>
                    </a:lnTo>
                    <a:lnTo>
                      <a:pt x="12597" y="144"/>
                    </a:lnTo>
                    <a:lnTo>
                      <a:pt x="13307" y="287"/>
                    </a:lnTo>
                    <a:lnTo>
                      <a:pt x="14007" y="479"/>
                    </a:lnTo>
                    <a:lnTo>
                      <a:pt x="14696" y="718"/>
                    </a:lnTo>
                    <a:lnTo>
                      <a:pt x="15371" y="1005"/>
                    </a:lnTo>
                    <a:lnTo>
                      <a:pt x="16029" y="1340"/>
                    </a:lnTo>
                    <a:lnTo>
                      <a:pt x="16667" y="1723"/>
                    </a:lnTo>
                    <a:lnTo>
                      <a:pt x="17284" y="2154"/>
                    </a:lnTo>
                    <a:lnTo>
                      <a:pt x="17876" y="2633"/>
                    </a:lnTo>
                    <a:lnTo>
                      <a:pt x="18441" y="3159"/>
                    </a:lnTo>
                  </a:path>
                </a:pathLst>
              </a:custGeom>
              <a:noFill/>
              <a:ln w="12700" cap="flat">
                <a:solidFill>
                  <a:srgbClr val="9A9A9A"/>
                </a:solidFill>
                <a:prstDash val="solid"/>
                <a:round/>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sp>
            <p:nvSpPr>
              <p:cNvPr id="26" name="Shape">
                <a:extLst>
                  <a:ext uri="{FF2B5EF4-FFF2-40B4-BE49-F238E27FC236}">
                    <a16:creationId xmlns:a16="http://schemas.microsoft.com/office/drawing/2014/main" id="{49B19CD0-400C-A7A4-477C-B5B2042C40B6}"/>
                  </a:ext>
                </a:extLst>
              </p:cNvPr>
              <p:cNvSpPr/>
              <p:nvPr/>
            </p:nvSpPr>
            <p:spPr>
              <a:xfrm>
                <a:off x="1148713" y="2529232"/>
                <a:ext cx="2756036" cy="2709586"/>
              </a:xfrm>
              <a:custGeom>
                <a:avLst/>
                <a:gdLst/>
                <a:ahLst/>
                <a:cxnLst>
                  <a:cxn ang="0">
                    <a:pos x="wd2" y="hd2"/>
                  </a:cxn>
                  <a:cxn ang="5400000">
                    <a:pos x="wd2" y="hd2"/>
                  </a:cxn>
                  <a:cxn ang="10800000">
                    <a:pos x="wd2" y="hd2"/>
                  </a:cxn>
                  <a:cxn ang="16200000">
                    <a:pos x="wd2" y="hd2"/>
                  </a:cxn>
                </a:cxnLst>
                <a:rect l="0" t="0" r="r" b="b"/>
                <a:pathLst>
                  <a:path w="21600" h="21600" extrusionOk="0">
                    <a:moveTo>
                      <a:pt x="18441" y="3159"/>
                    </a:moveTo>
                    <a:lnTo>
                      <a:pt x="18967" y="3724"/>
                    </a:lnTo>
                    <a:lnTo>
                      <a:pt x="19446" y="4316"/>
                    </a:lnTo>
                    <a:lnTo>
                      <a:pt x="19877" y="4933"/>
                    </a:lnTo>
                    <a:lnTo>
                      <a:pt x="20260" y="5571"/>
                    </a:lnTo>
                    <a:lnTo>
                      <a:pt x="20595" y="6229"/>
                    </a:lnTo>
                    <a:lnTo>
                      <a:pt x="20882" y="6904"/>
                    </a:lnTo>
                    <a:lnTo>
                      <a:pt x="21121" y="7593"/>
                    </a:lnTo>
                    <a:lnTo>
                      <a:pt x="21313" y="8293"/>
                    </a:lnTo>
                    <a:lnTo>
                      <a:pt x="21456" y="9003"/>
                    </a:lnTo>
                    <a:lnTo>
                      <a:pt x="21552" y="9719"/>
                    </a:lnTo>
                    <a:lnTo>
                      <a:pt x="21600" y="10439"/>
                    </a:lnTo>
                    <a:lnTo>
                      <a:pt x="21600" y="11161"/>
                    </a:lnTo>
                    <a:lnTo>
                      <a:pt x="21552" y="11881"/>
                    </a:lnTo>
                    <a:lnTo>
                      <a:pt x="21456" y="12597"/>
                    </a:lnTo>
                    <a:lnTo>
                      <a:pt x="21313" y="13307"/>
                    </a:lnTo>
                    <a:lnTo>
                      <a:pt x="21121" y="14007"/>
                    </a:lnTo>
                    <a:lnTo>
                      <a:pt x="20882" y="14696"/>
                    </a:lnTo>
                    <a:lnTo>
                      <a:pt x="20595" y="15371"/>
                    </a:lnTo>
                    <a:lnTo>
                      <a:pt x="20260" y="16029"/>
                    </a:lnTo>
                    <a:lnTo>
                      <a:pt x="19877" y="16667"/>
                    </a:lnTo>
                    <a:lnTo>
                      <a:pt x="19446" y="17284"/>
                    </a:lnTo>
                    <a:lnTo>
                      <a:pt x="18967" y="17876"/>
                    </a:lnTo>
                    <a:lnTo>
                      <a:pt x="18441" y="18441"/>
                    </a:lnTo>
                    <a:lnTo>
                      <a:pt x="17876" y="18967"/>
                    </a:lnTo>
                    <a:lnTo>
                      <a:pt x="17284" y="19446"/>
                    </a:lnTo>
                    <a:lnTo>
                      <a:pt x="16667" y="19877"/>
                    </a:lnTo>
                    <a:lnTo>
                      <a:pt x="16029" y="20260"/>
                    </a:lnTo>
                    <a:lnTo>
                      <a:pt x="15371" y="20595"/>
                    </a:lnTo>
                    <a:lnTo>
                      <a:pt x="14696" y="20882"/>
                    </a:lnTo>
                    <a:lnTo>
                      <a:pt x="14007" y="21121"/>
                    </a:lnTo>
                    <a:lnTo>
                      <a:pt x="13307" y="21313"/>
                    </a:lnTo>
                    <a:lnTo>
                      <a:pt x="12597" y="21456"/>
                    </a:lnTo>
                    <a:lnTo>
                      <a:pt x="11881" y="21552"/>
                    </a:lnTo>
                    <a:lnTo>
                      <a:pt x="11161" y="21600"/>
                    </a:lnTo>
                    <a:lnTo>
                      <a:pt x="10439" y="21600"/>
                    </a:lnTo>
                    <a:lnTo>
                      <a:pt x="9719" y="21552"/>
                    </a:lnTo>
                    <a:lnTo>
                      <a:pt x="9003" y="21456"/>
                    </a:lnTo>
                    <a:lnTo>
                      <a:pt x="8293" y="21313"/>
                    </a:lnTo>
                    <a:lnTo>
                      <a:pt x="7593" y="21121"/>
                    </a:lnTo>
                    <a:lnTo>
                      <a:pt x="6904" y="20882"/>
                    </a:lnTo>
                    <a:lnTo>
                      <a:pt x="6229" y="20595"/>
                    </a:lnTo>
                    <a:lnTo>
                      <a:pt x="5571" y="20260"/>
                    </a:lnTo>
                    <a:lnTo>
                      <a:pt x="4933" y="19877"/>
                    </a:lnTo>
                    <a:lnTo>
                      <a:pt x="4316" y="19446"/>
                    </a:lnTo>
                    <a:lnTo>
                      <a:pt x="3724" y="18967"/>
                    </a:lnTo>
                    <a:lnTo>
                      <a:pt x="3159" y="18441"/>
                    </a:lnTo>
                    <a:lnTo>
                      <a:pt x="2633" y="17876"/>
                    </a:lnTo>
                    <a:lnTo>
                      <a:pt x="2154" y="17284"/>
                    </a:lnTo>
                    <a:lnTo>
                      <a:pt x="1723" y="16667"/>
                    </a:lnTo>
                    <a:lnTo>
                      <a:pt x="1340" y="16029"/>
                    </a:lnTo>
                    <a:lnTo>
                      <a:pt x="1005" y="15371"/>
                    </a:lnTo>
                    <a:lnTo>
                      <a:pt x="718" y="14696"/>
                    </a:lnTo>
                    <a:lnTo>
                      <a:pt x="479" y="14007"/>
                    </a:lnTo>
                    <a:lnTo>
                      <a:pt x="287" y="13307"/>
                    </a:lnTo>
                    <a:lnTo>
                      <a:pt x="144" y="12597"/>
                    </a:lnTo>
                    <a:lnTo>
                      <a:pt x="48" y="11881"/>
                    </a:lnTo>
                    <a:lnTo>
                      <a:pt x="0" y="11161"/>
                    </a:lnTo>
                    <a:lnTo>
                      <a:pt x="0" y="10439"/>
                    </a:lnTo>
                    <a:lnTo>
                      <a:pt x="48" y="9719"/>
                    </a:lnTo>
                    <a:lnTo>
                      <a:pt x="144" y="9003"/>
                    </a:lnTo>
                    <a:lnTo>
                      <a:pt x="287" y="8293"/>
                    </a:lnTo>
                    <a:lnTo>
                      <a:pt x="479" y="7593"/>
                    </a:lnTo>
                    <a:lnTo>
                      <a:pt x="718" y="6904"/>
                    </a:lnTo>
                    <a:lnTo>
                      <a:pt x="1005" y="6229"/>
                    </a:lnTo>
                    <a:lnTo>
                      <a:pt x="1340" y="5571"/>
                    </a:lnTo>
                    <a:lnTo>
                      <a:pt x="1723" y="4933"/>
                    </a:lnTo>
                    <a:lnTo>
                      <a:pt x="2154" y="4316"/>
                    </a:lnTo>
                    <a:lnTo>
                      <a:pt x="2633" y="3724"/>
                    </a:lnTo>
                    <a:lnTo>
                      <a:pt x="3159" y="3159"/>
                    </a:lnTo>
                    <a:lnTo>
                      <a:pt x="3724" y="2633"/>
                    </a:lnTo>
                    <a:lnTo>
                      <a:pt x="4316" y="2154"/>
                    </a:lnTo>
                    <a:lnTo>
                      <a:pt x="4933" y="1723"/>
                    </a:lnTo>
                    <a:lnTo>
                      <a:pt x="5571" y="1340"/>
                    </a:lnTo>
                    <a:lnTo>
                      <a:pt x="6229" y="1005"/>
                    </a:lnTo>
                    <a:lnTo>
                      <a:pt x="6904" y="718"/>
                    </a:lnTo>
                    <a:lnTo>
                      <a:pt x="7593" y="479"/>
                    </a:lnTo>
                    <a:lnTo>
                      <a:pt x="8293" y="287"/>
                    </a:lnTo>
                    <a:lnTo>
                      <a:pt x="9003" y="144"/>
                    </a:lnTo>
                    <a:lnTo>
                      <a:pt x="9719" y="48"/>
                    </a:lnTo>
                    <a:lnTo>
                      <a:pt x="10439" y="0"/>
                    </a:lnTo>
                    <a:lnTo>
                      <a:pt x="11161" y="0"/>
                    </a:lnTo>
                    <a:lnTo>
                      <a:pt x="11881" y="48"/>
                    </a:lnTo>
                    <a:lnTo>
                      <a:pt x="12597" y="144"/>
                    </a:lnTo>
                    <a:lnTo>
                      <a:pt x="13307" y="287"/>
                    </a:lnTo>
                    <a:lnTo>
                      <a:pt x="14007" y="479"/>
                    </a:lnTo>
                    <a:lnTo>
                      <a:pt x="14696" y="718"/>
                    </a:lnTo>
                    <a:lnTo>
                      <a:pt x="15371" y="1005"/>
                    </a:lnTo>
                    <a:lnTo>
                      <a:pt x="16029" y="1340"/>
                    </a:lnTo>
                    <a:lnTo>
                      <a:pt x="16667" y="1723"/>
                    </a:lnTo>
                    <a:lnTo>
                      <a:pt x="17284" y="2154"/>
                    </a:lnTo>
                    <a:lnTo>
                      <a:pt x="17876" y="2633"/>
                    </a:lnTo>
                    <a:lnTo>
                      <a:pt x="18441" y="3159"/>
                    </a:lnTo>
                  </a:path>
                </a:pathLst>
              </a:custGeom>
              <a:noFill/>
              <a:ln w="12700" cap="flat">
                <a:solidFill>
                  <a:srgbClr val="9A9A9A"/>
                </a:solidFill>
                <a:prstDash val="solid"/>
                <a:round/>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sp>
            <p:nvSpPr>
              <p:cNvPr id="27" name="Shape">
                <a:extLst>
                  <a:ext uri="{FF2B5EF4-FFF2-40B4-BE49-F238E27FC236}">
                    <a16:creationId xmlns:a16="http://schemas.microsoft.com/office/drawing/2014/main" id="{0343781E-2220-107D-2309-22D93F43E212}"/>
                  </a:ext>
                </a:extLst>
              </p:cNvPr>
              <p:cNvSpPr/>
              <p:nvPr/>
            </p:nvSpPr>
            <p:spPr>
              <a:xfrm>
                <a:off x="0" y="1912075"/>
                <a:ext cx="2756031" cy="2709587"/>
              </a:xfrm>
              <a:custGeom>
                <a:avLst/>
                <a:gdLst/>
                <a:ahLst/>
                <a:cxnLst>
                  <a:cxn ang="0">
                    <a:pos x="wd2" y="hd2"/>
                  </a:cxn>
                  <a:cxn ang="5400000">
                    <a:pos x="wd2" y="hd2"/>
                  </a:cxn>
                  <a:cxn ang="10800000">
                    <a:pos x="wd2" y="hd2"/>
                  </a:cxn>
                  <a:cxn ang="16200000">
                    <a:pos x="wd2" y="hd2"/>
                  </a:cxn>
                </a:cxnLst>
                <a:rect l="0" t="0" r="r" b="b"/>
                <a:pathLst>
                  <a:path w="21600" h="21600" extrusionOk="0">
                    <a:moveTo>
                      <a:pt x="18441" y="3159"/>
                    </a:moveTo>
                    <a:lnTo>
                      <a:pt x="18967" y="3724"/>
                    </a:lnTo>
                    <a:lnTo>
                      <a:pt x="19446" y="4316"/>
                    </a:lnTo>
                    <a:lnTo>
                      <a:pt x="19877" y="4933"/>
                    </a:lnTo>
                    <a:lnTo>
                      <a:pt x="20260" y="5571"/>
                    </a:lnTo>
                    <a:lnTo>
                      <a:pt x="20595" y="6229"/>
                    </a:lnTo>
                    <a:lnTo>
                      <a:pt x="20882" y="6904"/>
                    </a:lnTo>
                    <a:lnTo>
                      <a:pt x="21121" y="7593"/>
                    </a:lnTo>
                    <a:lnTo>
                      <a:pt x="21313" y="8293"/>
                    </a:lnTo>
                    <a:lnTo>
                      <a:pt x="21456" y="9003"/>
                    </a:lnTo>
                    <a:lnTo>
                      <a:pt x="21552" y="9719"/>
                    </a:lnTo>
                    <a:lnTo>
                      <a:pt x="21600" y="10439"/>
                    </a:lnTo>
                    <a:lnTo>
                      <a:pt x="21600" y="11161"/>
                    </a:lnTo>
                    <a:lnTo>
                      <a:pt x="21552" y="11881"/>
                    </a:lnTo>
                    <a:lnTo>
                      <a:pt x="21456" y="12597"/>
                    </a:lnTo>
                    <a:lnTo>
                      <a:pt x="21313" y="13307"/>
                    </a:lnTo>
                    <a:lnTo>
                      <a:pt x="21121" y="14007"/>
                    </a:lnTo>
                    <a:lnTo>
                      <a:pt x="20882" y="14696"/>
                    </a:lnTo>
                    <a:lnTo>
                      <a:pt x="20595" y="15371"/>
                    </a:lnTo>
                    <a:lnTo>
                      <a:pt x="20260" y="16029"/>
                    </a:lnTo>
                    <a:lnTo>
                      <a:pt x="19877" y="16667"/>
                    </a:lnTo>
                    <a:lnTo>
                      <a:pt x="19446" y="17284"/>
                    </a:lnTo>
                    <a:lnTo>
                      <a:pt x="18967" y="17876"/>
                    </a:lnTo>
                    <a:lnTo>
                      <a:pt x="18441" y="18441"/>
                    </a:lnTo>
                    <a:lnTo>
                      <a:pt x="17876" y="18967"/>
                    </a:lnTo>
                    <a:lnTo>
                      <a:pt x="17284" y="19446"/>
                    </a:lnTo>
                    <a:lnTo>
                      <a:pt x="16667" y="19877"/>
                    </a:lnTo>
                    <a:lnTo>
                      <a:pt x="16029" y="20260"/>
                    </a:lnTo>
                    <a:lnTo>
                      <a:pt x="15371" y="20595"/>
                    </a:lnTo>
                    <a:lnTo>
                      <a:pt x="14696" y="20882"/>
                    </a:lnTo>
                    <a:lnTo>
                      <a:pt x="14007" y="21121"/>
                    </a:lnTo>
                    <a:lnTo>
                      <a:pt x="13307" y="21313"/>
                    </a:lnTo>
                    <a:lnTo>
                      <a:pt x="12597" y="21456"/>
                    </a:lnTo>
                    <a:lnTo>
                      <a:pt x="11881" y="21552"/>
                    </a:lnTo>
                    <a:lnTo>
                      <a:pt x="11161" y="21600"/>
                    </a:lnTo>
                    <a:lnTo>
                      <a:pt x="10439" y="21600"/>
                    </a:lnTo>
                    <a:lnTo>
                      <a:pt x="9719" y="21552"/>
                    </a:lnTo>
                    <a:lnTo>
                      <a:pt x="9003" y="21456"/>
                    </a:lnTo>
                    <a:lnTo>
                      <a:pt x="8293" y="21313"/>
                    </a:lnTo>
                    <a:lnTo>
                      <a:pt x="7593" y="21121"/>
                    </a:lnTo>
                    <a:lnTo>
                      <a:pt x="6904" y="20882"/>
                    </a:lnTo>
                    <a:lnTo>
                      <a:pt x="6229" y="20595"/>
                    </a:lnTo>
                    <a:lnTo>
                      <a:pt x="5571" y="20260"/>
                    </a:lnTo>
                    <a:lnTo>
                      <a:pt x="4933" y="19877"/>
                    </a:lnTo>
                    <a:lnTo>
                      <a:pt x="4316" y="19446"/>
                    </a:lnTo>
                    <a:lnTo>
                      <a:pt x="3724" y="18967"/>
                    </a:lnTo>
                    <a:lnTo>
                      <a:pt x="3159" y="18441"/>
                    </a:lnTo>
                    <a:lnTo>
                      <a:pt x="2633" y="17876"/>
                    </a:lnTo>
                    <a:lnTo>
                      <a:pt x="2154" y="17284"/>
                    </a:lnTo>
                    <a:lnTo>
                      <a:pt x="1723" y="16667"/>
                    </a:lnTo>
                    <a:lnTo>
                      <a:pt x="1340" y="16029"/>
                    </a:lnTo>
                    <a:lnTo>
                      <a:pt x="1005" y="15371"/>
                    </a:lnTo>
                    <a:lnTo>
                      <a:pt x="718" y="14696"/>
                    </a:lnTo>
                    <a:lnTo>
                      <a:pt x="479" y="14007"/>
                    </a:lnTo>
                    <a:lnTo>
                      <a:pt x="287" y="13307"/>
                    </a:lnTo>
                    <a:lnTo>
                      <a:pt x="144" y="12597"/>
                    </a:lnTo>
                    <a:lnTo>
                      <a:pt x="48" y="11881"/>
                    </a:lnTo>
                    <a:lnTo>
                      <a:pt x="0" y="11161"/>
                    </a:lnTo>
                    <a:lnTo>
                      <a:pt x="0" y="10439"/>
                    </a:lnTo>
                    <a:lnTo>
                      <a:pt x="48" y="9719"/>
                    </a:lnTo>
                    <a:lnTo>
                      <a:pt x="144" y="9003"/>
                    </a:lnTo>
                    <a:lnTo>
                      <a:pt x="287" y="8293"/>
                    </a:lnTo>
                    <a:lnTo>
                      <a:pt x="479" y="7593"/>
                    </a:lnTo>
                    <a:lnTo>
                      <a:pt x="718" y="6904"/>
                    </a:lnTo>
                    <a:lnTo>
                      <a:pt x="1005" y="6229"/>
                    </a:lnTo>
                    <a:lnTo>
                      <a:pt x="1340" y="5571"/>
                    </a:lnTo>
                    <a:lnTo>
                      <a:pt x="1723" y="4933"/>
                    </a:lnTo>
                    <a:lnTo>
                      <a:pt x="2154" y="4316"/>
                    </a:lnTo>
                    <a:lnTo>
                      <a:pt x="2633" y="3724"/>
                    </a:lnTo>
                    <a:lnTo>
                      <a:pt x="3159" y="3159"/>
                    </a:lnTo>
                    <a:lnTo>
                      <a:pt x="3724" y="2633"/>
                    </a:lnTo>
                    <a:lnTo>
                      <a:pt x="4316" y="2154"/>
                    </a:lnTo>
                    <a:lnTo>
                      <a:pt x="4933" y="1723"/>
                    </a:lnTo>
                    <a:lnTo>
                      <a:pt x="5571" y="1340"/>
                    </a:lnTo>
                    <a:lnTo>
                      <a:pt x="6229" y="1005"/>
                    </a:lnTo>
                    <a:lnTo>
                      <a:pt x="6904" y="718"/>
                    </a:lnTo>
                    <a:lnTo>
                      <a:pt x="7593" y="479"/>
                    </a:lnTo>
                    <a:lnTo>
                      <a:pt x="8293" y="287"/>
                    </a:lnTo>
                    <a:lnTo>
                      <a:pt x="9003" y="144"/>
                    </a:lnTo>
                    <a:lnTo>
                      <a:pt x="9719" y="48"/>
                    </a:lnTo>
                    <a:lnTo>
                      <a:pt x="10439" y="0"/>
                    </a:lnTo>
                    <a:lnTo>
                      <a:pt x="11161" y="0"/>
                    </a:lnTo>
                    <a:lnTo>
                      <a:pt x="11881" y="48"/>
                    </a:lnTo>
                    <a:lnTo>
                      <a:pt x="12597" y="144"/>
                    </a:lnTo>
                    <a:lnTo>
                      <a:pt x="13307" y="287"/>
                    </a:lnTo>
                    <a:lnTo>
                      <a:pt x="14007" y="479"/>
                    </a:lnTo>
                    <a:lnTo>
                      <a:pt x="14696" y="718"/>
                    </a:lnTo>
                    <a:lnTo>
                      <a:pt x="15371" y="1005"/>
                    </a:lnTo>
                    <a:lnTo>
                      <a:pt x="16029" y="1340"/>
                    </a:lnTo>
                    <a:lnTo>
                      <a:pt x="16667" y="1723"/>
                    </a:lnTo>
                    <a:lnTo>
                      <a:pt x="17284" y="2154"/>
                    </a:lnTo>
                    <a:lnTo>
                      <a:pt x="17876" y="2633"/>
                    </a:lnTo>
                    <a:lnTo>
                      <a:pt x="18441" y="3159"/>
                    </a:lnTo>
                  </a:path>
                </a:pathLst>
              </a:custGeom>
              <a:noFill/>
              <a:ln w="12700" cap="flat">
                <a:solidFill>
                  <a:srgbClr val="9A9A9A"/>
                </a:solidFill>
                <a:prstDash val="solid"/>
                <a:round/>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sp>
            <p:nvSpPr>
              <p:cNvPr id="28" name="Shape">
                <a:extLst>
                  <a:ext uri="{FF2B5EF4-FFF2-40B4-BE49-F238E27FC236}">
                    <a16:creationId xmlns:a16="http://schemas.microsoft.com/office/drawing/2014/main" id="{0C935C30-973F-11DA-DD2F-FD3121F689BC}"/>
                  </a:ext>
                </a:extLst>
              </p:cNvPr>
              <p:cNvSpPr/>
              <p:nvPr/>
            </p:nvSpPr>
            <p:spPr>
              <a:xfrm>
                <a:off x="0" y="617154"/>
                <a:ext cx="2756031" cy="2709587"/>
              </a:xfrm>
              <a:custGeom>
                <a:avLst/>
                <a:gdLst/>
                <a:ahLst/>
                <a:cxnLst>
                  <a:cxn ang="0">
                    <a:pos x="wd2" y="hd2"/>
                  </a:cxn>
                  <a:cxn ang="5400000">
                    <a:pos x="wd2" y="hd2"/>
                  </a:cxn>
                  <a:cxn ang="10800000">
                    <a:pos x="wd2" y="hd2"/>
                  </a:cxn>
                  <a:cxn ang="16200000">
                    <a:pos x="wd2" y="hd2"/>
                  </a:cxn>
                </a:cxnLst>
                <a:rect l="0" t="0" r="r" b="b"/>
                <a:pathLst>
                  <a:path w="21600" h="21600" extrusionOk="0">
                    <a:moveTo>
                      <a:pt x="18441" y="3159"/>
                    </a:moveTo>
                    <a:lnTo>
                      <a:pt x="18967" y="3724"/>
                    </a:lnTo>
                    <a:lnTo>
                      <a:pt x="19446" y="4316"/>
                    </a:lnTo>
                    <a:lnTo>
                      <a:pt x="19877" y="4933"/>
                    </a:lnTo>
                    <a:lnTo>
                      <a:pt x="20260" y="5571"/>
                    </a:lnTo>
                    <a:lnTo>
                      <a:pt x="20595" y="6229"/>
                    </a:lnTo>
                    <a:lnTo>
                      <a:pt x="20882" y="6904"/>
                    </a:lnTo>
                    <a:lnTo>
                      <a:pt x="21121" y="7593"/>
                    </a:lnTo>
                    <a:lnTo>
                      <a:pt x="21313" y="8293"/>
                    </a:lnTo>
                    <a:lnTo>
                      <a:pt x="21456" y="9003"/>
                    </a:lnTo>
                    <a:lnTo>
                      <a:pt x="21552" y="9719"/>
                    </a:lnTo>
                    <a:lnTo>
                      <a:pt x="21600" y="10439"/>
                    </a:lnTo>
                    <a:lnTo>
                      <a:pt x="21600" y="11161"/>
                    </a:lnTo>
                    <a:lnTo>
                      <a:pt x="21552" y="11881"/>
                    </a:lnTo>
                    <a:lnTo>
                      <a:pt x="21456" y="12597"/>
                    </a:lnTo>
                    <a:lnTo>
                      <a:pt x="21313" y="13307"/>
                    </a:lnTo>
                    <a:lnTo>
                      <a:pt x="21121" y="14007"/>
                    </a:lnTo>
                    <a:lnTo>
                      <a:pt x="20882" y="14696"/>
                    </a:lnTo>
                    <a:lnTo>
                      <a:pt x="20595" y="15371"/>
                    </a:lnTo>
                    <a:lnTo>
                      <a:pt x="20260" y="16029"/>
                    </a:lnTo>
                    <a:lnTo>
                      <a:pt x="19877" y="16667"/>
                    </a:lnTo>
                    <a:lnTo>
                      <a:pt x="19446" y="17284"/>
                    </a:lnTo>
                    <a:lnTo>
                      <a:pt x="18967" y="17876"/>
                    </a:lnTo>
                    <a:lnTo>
                      <a:pt x="18441" y="18441"/>
                    </a:lnTo>
                    <a:lnTo>
                      <a:pt x="17876" y="18967"/>
                    </a:lnTo>
                    <a:lnTo>
                      <a:pt x="17284" y="19446"/>
                    </a:lnTo>
                    <a:lnTo>
                      <a:pt x="16667" y="19877"/>
                    </a:lnTo>
                    <a:lnTo>
                      <a:pt x="16029" y="20260"/>
                    </a:lnTo>
                    <a:lnTo>
                      <a:pt x="15371" y="20595"/>
                    </a:lnTo>
                    <a:lnTo>
                      <a:pt x="14696" y="20882"/>
                    </a:lnTo>
                    <a:lnTo>
                      <a:pt x="14007" y="21121"/>
                    </a:lnTo>
                    <a:lnTo>
                      <a:pt x="13307" y="21313"/>
                    </a:lnTo>
                    <a:lnTo>
                      <a:pt x="12597" y="21456"/>
                    </a:lnTo>
                    <a:lnTo>
                      <a:pt x="11881" y="21552"/>
                    </a:lnTo>
                    <a:lnTo>
                      <a:pt x="11161" y="21600"/>
                    </a:lnTo>
                    <a:lnTo>
                      <a:pt x="10439" y="21600"/>
                    </a:lnTo>
                    <a:lnTo>
                      <a:pt x="9719" y="21552"/>
                    </a:lnTo>
                    <a:lnTo>
                      <a:pt x="9003" y="21456"/>
                    </a:lnTo>
                    <a:lnTo>
                      <a:pt x="8293" y="21313"/>
                    </a:lnTo>
                    <a:lnTo>
                      <a:pt x="7593" y="21121"/>
                    </a:lnTo>
                    <a:lnTo>
                      <a:pt x="6904" y="20882"/>
                    </a:lnTo>
                    <a:lnTo>
                      <a:pt x="6229" y="20595"/>
                    </a:lnTo>
                    <a:lnTo>
                      <a:pt x="5571" y="20260"/>
                    </a:lnTo>
                    <a:lnTo>
                      <a:pt x="4933" y="19877"/>
                    </a:lnTo>
                    <a:lnTo>
                      <a:pt x="4316" y="19446"/>
                    </a:lnTo>
                    <a:lnTo>
                      <a:pt x="3724" y="18967"/>
                    </a:lnTo>
                    <a:lnTo>
                      <a:pt x="3159" y="18441"/>
                    </a:lnTo>
                    <a:lnTo>
                      <a:pt x="2633" y="17876"/>
                    </a:lnTo>
                    <a:lnTo>
                      <a:pt x="2154" y="17284"/>
                    </a:lnTo>
                    <a:lnTo>
                      <a:pt x="1723" y="16667"/>
                    </a:lnTo>
                    <a:lnTo>
                      <a:pt x="1340" y="16029"/>
                    </a:lnTo>
                    <a:lnTo>
                      <a:pt x="1005" y="15371"/>
                    </a:lnTo>
                    <a:lnTo>
                      <a:pt x="718" y="14696"/>
                    </a:lnTo>
                    <a:lnTo>
                      <a:pt x="479" y="14007"/>
                    </a:lnTo>
                    <a:lnTo>
                      <a:pt x="287" y="13307"/>
                    </a:lnTo>
                    <a:lnTo>
                      <a:pt x="144" y="12597"/>
                    </a:lnTo>
                    <a:lnTo>
                      <a:pt x="48" y="11881"/>
                    </a:lnTo>
                    <a:lnTo>
                      <a:pt x="0" y="11161"/>
                    </a:lnTo>
                    <a:lnTo>
                      <a:pt x="0" y="10439"/>
                    </a:lnTo>
                    <a:lnTo>
                      <a:pt x="48" y="9719"/>
                    </a:lnTo>
                    <a:lnTo>
                      <a:pt x="144" y="9003"/>
                    </a:lnTo>
                    <a:lnTo>
                      <a:pt x="287" y="8293"/>
                    </a:lnTo>
                    <a:lnTo>
                      <a:pt x="479" y="7593"/>
                    </a:lnTo>
                    <a:lnTo>
                      <a:pt x="718" y="6904"/>
                    </a:lnTo>
                    <a:lnTo>
                      <a:pt x="1005" y="6229"/>
                    </a:lnTo>
                    <a:lnTo>
                      <a:pt x="1340" y="5571"/>
                    </a:lnTo>
                    <a:lnTo>
                      <a:pt x="1723" y="4933"/>
                    </a:lnTo>
                    <a:lnTo>
                      <a:pt x="2154" y="4316"/>
                    </a:lnTo>
                    <a:lnTo>
                      <a:pt x="2633" y="3724"/>
                    </a:lnTo>
                    <a:lnTo>
                      <a:pt x="3159" y="3159"/>
                    </a:lnTo>
                    <a:lnTo>
                      <a:pt x="3724" y="2633"/>
                    </a:lnTo>
                    <a:lnTo>
                      <a:pt x="4316" y="2154"/>
                    </a:lnTo>
                    <a:lnTo>
                      <a:pt x="4933" y="1723"/>
                    </a:lnTo>
                    <a:lnTo>
                      <a:pt x="5571" y="1340"/>
                    </a:lnTo>
                    <a:lnTo>
                      <a:pt x="6229" y="1005"/>
                    </a:lnTo>
                    <a:lnTo>
                      <a:pt x="6904" y="718"/>
                    </a:lnTo>
                    <a:lnTo>
                      <a:pt x="7593" y="479"/>
                    </a:lnTo>
                    <a:lnTo>
                      <a:pt x="8293" y="287"/>
                    </a:lnTo>
                    <a:lnTo>
                      <a:pt x="9003" y="144"/>
                    </a:lnTo>
                    <a:lnTo>
                      <a:pt x="9719" y="48"/>
                    </a:lnTo>
                    <a:lnTo>
                      <a:pt x="10439" y="0"/>
                    </a:lnTo>
                    <a:lnTo>
                      <a:pt x="11161" y="0"/>
                    </a:lnTo>
                    <a:lnTo>
                      <a:pt x="11881" y="48"/>
                    </a:lnTo>
                    <a:lnTo>
                      <a:pt x="12597" y="144"/>
                    </a:lnTo>
                    <a:lnTo>
                      <a:pt x="13307" y="287"/>
                    </a:lnTo>
                    <a:lnTo>
                      <a:pt x="14007" y="479"/>
                    </a:lnTo>
                    <a:lnTo>
                      <a:pt x="14696" y="718"/>
                    </a:lnTo>
                    <a:lnTo>
                      <a:pt x="15371" y="1005"/>
                    </a:lnTo>
                    <a:lnTo>
                      <a:pt x="16029" y="1340"/>
                    </a:lnTo>
                    <a:lnTo>
                      <a:pt x="16667" y="1723"/>
                    </a:lnTo>
                    <a:lnTo>
                      <a:pt x="17284" y="2154"/>
                    </a:lnTo>
                    <a:lnTo>
                      <a:pt x="17876" y="2633"/>
                    </a:lnTo>
                    <a:lnTo>
                      <a:pt x="18441" y="3159"/>
                    </a:lnTo>
                  </a:path>
                </a:pathLst>
              </a:custGeom>
              <a:noFill/>
              <a:ln w="12700" cap="flat">
                <a:solidFill>
                  <a:srgbClr val="9A9A9A"/>
                </a:solidFill>
                <a:prstDash val="solid"/>
                <a:round/>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grpSp>
      </p:grpSp>
      <p:sp>
        <p:nvSpPr>
          <p:cNvPr id="29" name="object 32">
            <a:extLst>
              <a:ext uri="{FF2B5EF4-FFF2-40B4-BE49-F238E27FC236}">
                <a16:creationId xmlns:a16="http://schemas.microsoft.com/office/drawing/2014/main" id="{6471E950-F630-2734-E5B1-770976B38722}"/>
              </a:ext>
            </a:extLst>
          </p:cNvPr>
          <p:cNvSpPr txBox="1"/>
          <p:nvPr/>
        </p:nvSpPr>
        <p:spPr>
          <a:xfrm>
            <a:off x="6630227" y="1552503"/>
            <a:ext cx="1850847" cy="9925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marL="206746" marR="10085" lvl="0" indent="-194680" algn="l" defTabSz="1815352" rtl="0" eaLnBrk="1" fontAlgn="auto" latinLnBrk="0" hangingPunct="0">
              <a:lnSpc>
                <a:spcPct val="104299"/>
              </a:lnSpc>
              <a:spcBef>
                <a:spcPts val="100"/>
              </a:spcBef>
              <a:spcAft>
                <a:spcPts val="0"/>
              </a:spcAft>
              <a:buClrTx/>
              <a:buSzTx/>
              <a:buFontTx/>
              <a:buNone/>
              <a:tabLst/>
              <a:defRPr sz="2100" b="1" spc="-42">
                <a:solidFill>
                  <a:srgbClr val="203ED7"/>
                </a:solidFill>
                <a:latin typeface="Helvetica"/>
                <a:ea typeface="Helvetica"/>
                <a:cs typeface="Helvetica"/>
                <a:sym typeface="Helvetica"/>
              </a:defRPr>
            </a:pPr>
            <a:r>
              <a:rPr kumimoji="0" sz="2100" b="1" i="0" u="none" strike="noStrike" kern="0" cap="none" spc="-42" normalizeH="0" baseline="0" noProof="0" dirty="0">
                <a:ln>
                  <a:noFill/>
                </a:ln>
                <a:solidFill>
                  <a:srgbClr val="203ED7"/>
                </a:solidFill>
                <a:effectLst/>
                <a:uLnTx/>
                <a:uFillTx/>
                <a:latin typeface="Helvetica"/>
                <a:cs typeface="Helvetica"/>
                <a:sym typeface="Helvetica"/>
              </a:rPr>
              <a:t>Reinforcement</a:t>
            </a:r>
            <a:r>
              <a:rPr kumimoji="0" sz="2100" b="1" i="0" u="none" strike="noStrike" kern="0" cap="none" spc="2100" normalizeH="0" baseline="0" noProof="0" dirty="0">
                <a:ln>
                  <a:noFill/>
                </a:ln>
                <a:solidFill>
                  <a:srgbClr val="203ED7"/>
                </a:solidFill>
                <a:effectLst/>
                <a:uLnTx/>
                <a:uFillTx/>
                <a:latin typeface="Helvetica"/>
                <a:cs typeface="Helvetica"/>
                <a:sym typeface="Helvetica"/>
              </a:rPr>
              <a:t> </a:t>
            </a:r>
            <a:r>
              <a:rPr kumimoji="0" sz="2100" b="1" i="0" u="none" strike="noStrike" kern="0" cap="none" spc="-42" normalizeH="0" baseline="0" noProof="0" dirty="0">
                <a:ln>
                  <a:noFill/>
                </a:ln>
                <a:solidFill>
                  <a:srgbClr val="203ED7"/>
                </a:solidFill>
                <a:effectLst/>
                <a:uLnTx/>
                <a:uFillTx/>
                <a:latin typeface="Helvetica"/>
                <a:cs typeface="Helvetica"/>
                <a:sym typeface="Helvetica"/>
              </a:rPr>
              <a:t>Learning</a:t>
            </a:r>
          </a:p>
        </p:txBody>
      </p:sp>
      <p:sp>
        <p:nvSpPr>
          <p:cNvPr id="30" name="object 20">
            <a:extLst>
              <a:ext uri="{FF2B5EF4-FFF2-40B4-BE49-F238E27FC236}">
                <a16:creationId xmlns:a16="http://schemas.microsoft.com/office/drawing/2014/main" id="{B58F8387-E052-882F-FBDA-7398EF03E9BF}"/>
              </a:ext>
            </a:extLst>
          </p:cNvPr>
          <p:cNvSpPr txBox="1"/>
          <p:nvPr/>
        </p:nvSpPr>
        <p:spPr>
          <a:xfrm>
            <a:off x="3550339" y="1444148"/>
            <a:ext cx="1398992" cy="1442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marL="0" marR="0" lvl="0" indent="12700" algn="l" defTabSz="1815352" rtl="0" eaLnBrk="1" fontAlgn="auto" latinLnBrk="0" hangingPunct="0">
              <a:lnSpc>
                <a:spcPct val="100000"/>
              </a:lnSpc>
              <a:spcBef>
                <a:spcPts val="100"/>
              </a:spcBef>
              <a:spcAft>
                <a:spcPts val="0"/>
              </a:spcAft>
              <a:buClrTx/>
              <a:buSzTx/>
              <a:buFontTx/>
              <a:buNone/>
              <a:tabLst/>
              <a:defRPr sz="900" b="1">
                <a:latin typeface="Helvetica"/>
                <a:ea typeface="Helvetica"/>
                <a:cs typeface="Helvetica"/>
                <a:sym typeface="Helvetica"/>
              </a:defRPr>
            </a:pPr>
            <a:r>
              <a:rPr kumimoji="0" sz="900" b="1" i="0" u="none" strike="noStrike" kern="0" cap="none" spc="0" normalizeH="0" baseline="0" noProof="0" dirty="0">
                <a:ln>
                  <a:noFill/>
                </a:ln>
                <a:solidFill>
                  <a:srgbClr val="000000"/>
                </a:solidFill>
                <a:effectLst/>
                <a:uLnTx/>
                <a:uFillTx/>
                <a:latin typeface="Helvetica"/>
                <a:cs typeface="Helvetica"/>
                <a:sym typeface="Helvetica"/>
              </a:rPr>
              <a:t>Computer</a:t>
            </a:r>
            <a:r>
              <a:rPr kumimoji="0" sz="900" b="1" i="0" u="none" strike="noStrike" kern="0" cap="none" spc="342" normalizeH="0" baseline="0" noProof="0" dirty="0">
                <a:ln>
                  <a:noFill/>
                </a:ln>
                <a:solidFill>
                  <a:srgbClr val="000000"/>
                </a:solidFill>
                <a:effectLst/>
                <a:uLnTx/>
                <a:uFillTx/>
                <a:latin typeface="Helvetica"/>
                <a:cs typeface="Helvetica"/>
                <a:sym typeface="Helvetica"/>
              </a:rPr>
              <a:t> </a:t>
            </a:r>
            <a:r>
              <a:rPr kumimoji="0" sz="900" b="1" i="0" u="none" strike="noStrike" kern="0" cap="none" spc="-18" normalizeH="0" baseline="0" noProof="0" dirty="0">
                <a:ln>
                  <a:noFill/>
                </a:ln>
                <a:solidFill>
                  <a:srgbClr val="000000"/>
                </a:solidFill>
                <a:effectLst/>
                <a:uLnTx/>
                <a:uFillTx/>
                <a:latin typeface="Helvetica"/>
                <a:cs typeface="Helvetica"/>
                <a:sym typeface="Helvetica"/>
              </a:rPr>
              <a:t>Science</a:t>
            </a:r>
          </a:p>
        </p:txBody>
      </p:sp>
      <p:sp>
        <p:nvSpPr>
          <p:cNvPr id="31" name="object 21">
            <a:extLst>
              <a:ext uri="{FF2B5EF4-FFF2-40B4-BE49-F238E27FC236}">
                <a16:creationId xmlns:a16="http://schemas.microsoft.com/office/drawing/2014/main" id="{866370F7-1F55-CDA0-0FBD-34A89D5965FF}"/>
              </a:ext>
            </a:extLst>
          </p:cNvPr>
          <p:cNvSpPr txBox="1"/>
          <p:nvPr/>
        </p:nvSpPr>
        <p:spPr>
          <a:xfrm>
            <a:off x="3814556" y="6073517"/>
            <a:ext cx="871120" cy="1442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indent="12700" algn="l" defTabSz="1815352">
              <a:spcBef>
                <a:spcPts val="100"/>
              </a:spcBef>
              <a:defRPr sz="900" b="1" spc="-18">
                <a:latin typeface="Helvetica"/>
                <a:ea typeface="Helvetica"/>
                <a:cs typeface="Helvetica"/>
                <a:sym typeface="Helvetica"/>
              </a:defRPr>
            </a:lvl1pPr>
          </a:lstStyle>
          <a:p>
            <a:pPr marL="0" marR="0" lvl="0" indent="12700" algn="l" defTabSz="1815352" rtl="0" eaLnBrk="1" fontAlgn="auto" latinLnBrk="0" hangingPunct="0">
              <a:lnSpc>
                <a:spcPct val="100000"/>
              </a:lnSpc>
              <a:spcBef>
                <a:spcPts val="100"/>
              </a:spcBef>
              <a:spcAft>
                <a:spcPts val="0"/>
              </a:spcAft>
              <a:buClrTx/>
              <a:buSzTx/>
              <a:buFontTx/>
              <a:buNone/>
              <a:tabLst/>
              <a:defRPr/>
            </a:pPr>
            <a:r>
              <a:rPr kumimoji="0" sz="900" b="1" i="0" u="none" strike="noStrike" kern="0" cap="none" spc="-18" normalizeH="0" baseline="0" noProof="0">
                <a:ln>
                  <a:noFill/>
                </a:ln>
                <a:solidFill>
                  <a:srgbClr val="000000"/>
                </a:solidFill>
                <a:effectLst/>
                <a:uLnTx/>
                <a:uFillTx/>
                <a:latin typeface="Helvetica"/>
                <a:cs typeface="Helvetica"/>
                <a:sym typeface="Helvetica"/>
              </a:rPr>
              <a:t>Economics</a:t>
            </a:r>
          </a:p>
        </p:txBody>
      </p:sp>
      <p:sp>
        <p:nvSpPr>
          <p:cNvPr id="32" name="object 22">
            <a:extLst>
              <a:ext uri="{FF2B5EF4-FFF2-40B4-BE49-F238E27FC236}">
                <a16:creationId xmlns:a16="http://schemas.microsoft.com/office/drawing/2014/main" id="{A3E52288-3549-85A0-A156-E372B837707E}"/>
              </a:ext>
            </a:extLst>
          </p:cNvPr>
          <p:cNvSpPr txBox="1"/>
          <p:nvPr/>
        </p:nvSpPr>
        <p:spPr>
          <a:xfrm>
            <a:off x="1901749" y="4584115"/>
            <a:ext cx="981635" cy="1442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indent="12700" algn="l" defTabSz="1815352">
              <a:spcBef>
                <a:spcPts val="100"/>
              </a:spcBef>
              <a:defRPr sz="900" b="1" spc="-18">
                <a:latin typeface="Helvetica"/>
                <a:ea typeface="Helvetica"/>
                <a:cs typeface="Helvetica"/>
                <a:sym typeface="Helvetica"/>
              </a:defRPr>
            </a:lvl1pPr>
          </a:lstStyle>
          <a:p>
            <a:pPr marL="0" marR="0" lvl="0" indent="12700" algn="l" defTabSz="1815352" rtl="0" eaLnBrk="1" fontAlgn="auto" latinLnBrk="0" hangingPunct="0">
              <a:lnSpc>
                <a:spcPct val="100000"/>
              </a:lnSpc>
              <a:spcBef>
                <a:spcPts val="100"/>
              </a:spcBef>
              <a:spcAft>
                <a:spcPts val="0"/>
              </a:spcAft>
              <a:buClrTx/>
              <a:buSzTx/>
              <a:buFontTx/>
              <a:buNone/>
              <a:tabLst/>
              <a:defRPr/>
            </a:pPr>
            <a:r>
              <a:rPr kumimoji="0" sz="900" b="1" i="0" u="none" strike="noStrike" kern="0" cap="none" spc="-18" normalizeH="0" baseline="0" noProof="0">
                <a:ln>
                  <a:noFill/>
                </a:ln>
                <a:solidFill>
                  <a:srgbClr val="000000"/>
                </a:solidFill>
                <a:effectLst/>
                <a:uLnTx/>
                <a:uFillTx/>
                <a:latin typeface="Helvetica"/>
                <a:cs typeface="Helvetica"/>
                <a:sym typeface="Helvetica"/>
              </a:rPr>
              <a:t>Mathematics</a:t>
            </a:r>
          </a:p>
        </p:txBody>
      </p:sp>
      <p:sp>
        <p:nvSpPr>
          <p:cNvPr id="33" name="object 23">
            <a:extLst>
              <a:ext uri="{FF2B5EF4-FFF2-40B4-BE49-F238E27FC236}">
                <a16:creationId xmlns:a16="http://schemas.microsoft.com/office/drawing/2014/main" id="{37604E30-5E3E-CC50-FD3B-FB9DFAF64995}"/>
              </a:ext>
            </a:extLst>
          </p:cNvPr>
          <p:cNvSpPr txBox="1"/>
          <p:nvPr/>
        </p:nvSpPr>
        <p:spPr>
          <a:xfrm>
            <a:off x="1884824" y="2816454"/>
            <a:ext cx="938727" cy="1442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indent="12700" algn="l" defTabSz="1815352">
              <a:spcBef>
                <a:spcPts val="100"/>
              </a:spcBef>
              <a:defRPr sz="900" b="1" spc="-18">
                <a:latin typeface="Helvetica"/>
                <a:ea typeface="Helvetica"/>
                <a:cs typeface="Helvetica"/>
                <a:sym typeface="Helvetica"/>
              </a:defRPr>
            </a:lvl1pPr>
          </a:lstStyle>
          <a:p>
            <a:pPr marL="0" marR="0" lvl="0" indent="12700" algn="l" defTabSz="1815352" rtl="0" eaLnBrk="1" fontAlgn="auto" latinLnBrk="0" hangingPunct="0">
              <a:lnSpc>
                <a:spcPct val="100000"/>
              </a:lnSpc>
              <a:spcBef>
                <a:spcPts val="100"/>
              </a:spcBef>
              <a:spcAft>
                <a:spcPts val="0"/>
              </a:spcAft>
              <a:buClrTx/>
              <a:buSzTx/>
              <a:buFontTx/>
              <a:buNone/>
              <a:tabLst/>
              <a:defRPr/>
            </a:pPr>
            <a:r>
              <a:rPr kumimoji="0" sz="900" b="1" i="0" u="none" strike="noStrike" kern="0" cap="none" spc="-18" normalizeH="0" baseline="0" noProof="0">
                <a:ln>
                  <a:noFill/>
                </a:ln>
                <a:solidFill>
                  <a:srgbClr val="000000"/>
                </a:solidFill>
                <a:effectLst/>
                <a:uLnTx/>
                <a:uFillTx/>
                <a:latin typeface="Helvetica"/>
                <a:cs typeface="Helvetica"/>
                <a:sym typeface="Helvetica"/>
              </a:rPr>
              <a:t>Engineering</a:t>
            </a:r>
          </a:p>
        </p:txBody>
      </p:sp>
      <p:sp>
        <p:nvSpPr>
          <p:cNvPr id="34" name="object 24">
            <a:extLst>
              <a:ext uri="{FF2B5EF4-FFF2-40B4-BE49-F238E27FC236}">
                <a16:creationId xmlns:a16="http://schemas.microsoft.com/office/drawing/2014/main" id="{7B199B74-21BE-2D11-EEA3-EF310F173201}"/>
              </a:ext>
            </a:extLst>
          </p:cNvPr>
          <p:cNvSpPr txBox="1"/>
          <p:nvPr/>
        </p:nvSpPr>
        <p:spPr>
          <a:xfrm>
            <a:off x="5635608" y="2816454"/>
            <a:ext cx="1058346" cy="1442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indent="12700" algn="l" defTabSz="1815352">
              <a:spcBef>
                <a:spcPts val="100"/>
              </a:spcBef>
              <a:defRPr sz="900" b="1" spc="-18">
                <a:latin typeface="Helvetica"/>
                <a:ea typeface="Helvetica"/>
                <a:cs typeface="Helvetica"/>
                <a:sym typeface="Helvetica"/>
              </a:defRPr>
            </a:lvl1pPr>
          </a:lstStyle>
          <a:p>
            <a:pPr marL="0" marR="0" lvl="0" indent="12700" algn="l" defTabSz="1815352" rtl="0" eaLnBrk="1" fontAlgn="auto" latinLnBrk="0" hangingPunct="0">
              <a:lnSpc>
                <a:spcPct val="100000"/>
              </a:lnSpc>
              <a:spcBef>
                <a:spcPts val="100"/>
              </a:spcBef>
              <a:spcAft>
                <a:spcPts val="0"/>
              </a:spcAft>
              <a:buClrTx/>
              <a:buSzTx/>
              <a:buFontTx/>
              <a:buNone/>
              <a:tabLst/>
              <a:defRPr/>
            </a:pPr>
            <a:r>
              <a:rPr kumimoji="0" sz="900" b="1" i="0" u="none" strike="noStrike" kern="0" cap="none" spc="-18" normalizeH="0" baseline="0" noProof="0">
                <a:ln>
                  <a:noFill/>
                </a:ln>
                <a:solidFill>
                  <a:srgbClr val="000000"/>
                </a:solidFill>
                <a:effectLst/>
                <a:uLnTx/>
                <a:uFillTx/>
                <a:latin typeface="Helvetica"/>
                <a:cs typeface="Helvetica"/>
                <a:sym typeface="Helvetica"/>
              </a:rPr>
              <a:t>Neuroscience</a:t>
            </a:r>
          </a:p>
        </p:txBody>
      </p:sp>
      <p:sp>
        <p:nvSpPr>
          <p:cNvPr id="35" name="object 25">
            <a:extLst>
              <a:ext uri="{FF2B5EF4-FFF2-40B4-BE49-F238E27FC236}">
                <a16:creationId xmlns:a16="http://schemas.microsoft.com/office/drawing/2014/main" id="{1309B007-EB02-A2A8-BB75-74FB17A27A29}"/>
              </a:ext>
            </a:extLst>
          </p:cNvPr>
          <p:cNvSpPr txBox="1"/>
          <p:nvPr/>
        </p:nvSpPr>
        <p:spPr>
          <a:xfrm>
            <a:off x="5765671" y="4584115"/>
            <a:ext cx="914026" cy="1442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indent="12700" algn="l" defTabSz="1815352">
              <a:spcBef>
                <a:spcPts val="100"/>
              </a:spcBef>
              <a:defRPr sz="900" b="1" spc="-18">
                <a:latin typeface="Helvetica"/>
                <a:ea typeface="Helvetica"/>
                <a:cs typeface="Helvetica"/>
                <a:sym typeface="Helvetica"/>
              </a:defRPr>
            </a:lvl1pPr>
          </a:lstStyle>
          <a:p>
            <a:pPr marL="0" marR="0" lvl="0" indent="12700" algn="l" defTabSz="1815352" rtl="0" eaLnBrk="1" fontAlgn="auto" latinLnBrk="0" hangingPunct="0">
              <a:lnSpc>
                <a:spcPct val="100000"/>
              </a:lnSpc>
              <a:spcBef>
                <a:spcPts val="100"/>
              </a:spcBef>
              <a:spcAft>
                <a:spcPts val="0"/>
              </a:spcAft>
              <a:buClrTx/>
              <a:buSzTx/>
              <a:buFontTx/>
              <a:buNone/>
              <a:tabLst/>
              <a:defRPr/>
            </a:pPr>
            <a:r>
              <a:rPr kumimoji="0" sz="900" b="1" i="0" u="none" strike="noStrike" kern="0" cap="none" spc="-18" normalizeH="0" baseline="0" noProof="0">
                <a:ln>
                  <a:noFill/>
                </a:ln>
                <a:solidFill>
                  <a:srgbClr val="000000"/>
                </a:solidFill>
                <a:effectLst/>
                <a:uLnTx/>
                <a:uFillTx/>
                <a:latin typeface="Helvetica"/>
                <a:cs typeface="Helvetica"/>
                <a:sym typeface="Helvetica"/>
              </a:rPr>
              <a:t>Psychology</a:t>
            </a:r>
          </a:p>
        </p:txBody>
      </p:sp>
      <p:sp>
        <p:nvSpPr>
          <p:cNvPr id="36" name="object 26">
            <a:extLst>
              <a:ext uri="{FF2B5EF4-FFF2-40B4-BE49-F238E27FC236}">
                <a16:creationId xmlns:a16="http://schemas.microsoft.com/office/drawing/2014/main" id="{D2FC7B1B-3EC0-8D8F-6F34-440D6EE4A820}"/>
              </a:ext>
            </a:extLst>
          </p:cNvPr>
          <p:cNvSpPr txBox="1"/>
          <p:nvPr/>
        </p:nvSpPr>
        <p:spPr>
          <a:xfrm>
            <a:off x="3938201" y="2897712"/>
            <a:ext cx="700797" cy="2946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marL="0" marR="10085" lvl="0" indent="29088" algn="l" defTabSz="1815352" rtl="0" eaLnBrk="1" fontAlgn="auto" latinLnBrk="0" hangingPunct="0">
              <a:lnSpc>
                <a:spcPct val="104299"/>
              </a:lnSpc>
              <a:spcBef>
                <a:spcPts val="100"/>
              </a:spcBef>
              <a:spcAft>
                <a:spcPts val="0"/>
              </a:spcAft>
              <a:buClrTx/>
              <a:buSzTx/>
              <a:buFontTx/>
              <a:buNone/>
              <a:tabLst/>
              <a:defRPr sz="900" b="1" spc="-18">
                <a:solidFill>
                  <a:srgbClr val="F53825"/>
                </a:solidFill>
                <a:latin typeface="Helvetica"/>
                <a:ea typeface="Helvetica"/>
                <a:cs typeface="Helvetica"/>
                <a:sym typeface="Helvetica"/>
              </a:defRPr>
            </a:pPr>
            <a:r>
              <a:rPr kumimoji="0" sz="900" b="1" i="0" u="none" strike="noStrike" kern="0" cap="none" spc="-18" normalizeH="0" baseline="0" noProof="0">
                <a:ln>
                  <a:noFill/>
                </a:ln>
                <a:solidFill>
                  <a:srgbClr val="F53825"/>
                </a:solidFill>
                <a:effectLst/>
                <a:uLnTx/>
                <a:uFillTx/>
                <a:latin typeface="Helvetica"/>
                <a:cs typeface="Helvetica"/>
                <a:sym typeface="Helvetica"/>
              </a:rPr>
              <a:t>Machine</a:t>
            </a:r>
            <a:r>
              <a:rPr kumimoji="0" sz="900" b="1" i="0" u="none" strike="noStrike" kern="0" cap="none" spc="900" normalizeH="0" baseline="0" noProof="0">
                <a:ln>
                  <a:noFill/>
                </a:ln>
                <a:solidFill>
                  <a:srgbClr val="F53825"/>
                </a:solidFill>
                <a:effectLst/>
                <a:uLnTx/>
                <a:uFillTx/>
                <a:latin typeface="Helvetica"/>
                <a:cs typeface="Helvetica"/>
                <a:sym typeface="Helvetica"/>
              </a:rPr>
              <a:t> </a:t>
            </a:r>
            <a:r>
              <a:rPr kumimoji="0" sz="900" b="1" i="0" u="none" strike="noStrike" kern="0" cap="none" spc="-18" normalizeH="0" baseline="0" noProof="0">
                <a:ln>
                  <a:noFill/>
                </a:ln>
                <a:solidFill>
                  <a:srgbClr val="F53825"/>
                </a:solidFill>
                <a:effectLst/>
                <a:uLnTx/>
                <a:uFillTx/>
                <a:latin typeface="Helvetica"/>
                <a:cs typeface="Helvetica"/>
                <a:sym typeface="Helvetica"/>
              </a:rPr>
              <a:t>Learning</a:t>
            </a:r>
          </a:p>
        </p:txBody>
      </p:sp>
      <p:sp>
        <p:nvSpPr>
          <p:cNvPr id="37" name="object 27">
            <a:extLst>
              <a:ext uri="{FF2B5EF4-FFF2-40B4-BE49-F238E27FC236}">
                <a16:creationId xmlns:a16="http://schemas.microsoft.com/office/drawing/2014/main" id="{5EC17339-7FA9-44A8-A274-65D314C022BE}"/>
              </a:ext>
            </a:extLst>
          </p:cNvPr>
          <p:cNvSpPr txBox="1"/>
          <p:nvPr/>
        </p:nvSpPr>
        <p:spPr>
          <a:xfrm>
            <a:off x="4278776" y="4048025"/>
            <a:ext cx="1348285" cy="2946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marL="170189" marR="10085" lvl="0" indent="-158124" algn="l" defTabSz="1815352" rtl="0" eaLnBrk="1" fontAlgn="auto" latinLnBrk="0" hangingPunct="0">
              <a:lnSpc>
                <a:spcPct val="104299"/>
              </a:lnSpc>
              <a:spcBef>
                <a:spcPts val="100"/>
              </a:spcBef>
              <a:spcAft>
                <a:spcPts val="0"/>
              </a:spcAft>
              <a:buClrTx/>
              <a:buSzTx/>
              <a:buFontTx/>
              <a:buNone/>
              <a:tabLst/>
              <a:defRPr sz="900" b="1" spc="-18">
                <a:solidFill>
                  <a:srgbClr val="F53825"/>
                </a:solidFill>
                <a:latin typeface="Helvetica"/>
                <a:ea typeface="Helvetica"/>
                <a:cs typeface="Helvetica"/>
                <a:sym typeface="Helvetica"/>
              </a:defRPr>
            </a:pPr>
            <a:r>
              <a:rPr kumimoji="0" sz="900" b="1" i="0" u="none" strike="noStrike" kern="0" cap="none" spc="-18" normalizeH="0" baseline="0" noProof="0">
                <a:ln>
                  <a:noFill/>
                </a:ln>
                <a:solidFill>
                  <a:srgbClr val="F53825"/>
                </a:solidFill>
                <a:effectLst/>
                <a:uLnTx/>
                <a:uFillTx/>
                <a:latin typeface="Helvetica"/>
                <a:cs typeface="Helvetica"/>
                <a:sym typeface="Helvetica"/>
              </a:rPr>
              <a:t>Classical/Operant</a:t>
            </a:r>
            <a:r>
              <a:rPr kumimoji="0" sz="900" b="1" i="0" u="none" strike="noStrike" kern="0" cap="none" spc="900" normalizeH="0" baseline="0" noProof="0">
                <a:ln>
                  <a:noFill/>
                </a:ln>
                <a:solidFill>
                  <a:srgbClr val="F53825"/>
                </a:solidFill>
                <a:effectLst/>
                <a:uLnTx/>
                <a:uFillTx/>
                <a:latin typeface="Helvetica"/>
                <a:cs typeface="Helvetica"/>
                <a:sym typeface="Helvetica"/>
              </a:rPr>
              <a:t> </a:t>
            </a:r>
            <a:r>
              <a:rPr kumimoji="0" sz="900" b="1" i="0" u="none" strike="noStrike" kern="0" cap="none" spc="-18" normalizeH="0" baseline="0" noProof="0">
                <a:ln>
                  <a:noFill/>
                </a:ln>
                <a:solidFill>
                  <a:srgbClr val="F53825"/>
                </a:solidFill>
                <a:effectLst/>
                <a:uLnTx/>
                <a:uFillTx/>
                <a:latin typeface="Helvetica"/>
                <a:cs typeface="Helvetica"/>
                <a:sym typeface="Helvetica"/>
              </a:rPr>
              <a:t>Conditioning</a:t>
            </a:r>
          </a:p>
        </p:txBody>
      </p:sp>
      <p:sp>
        <p:nvSpPr>
          <p:cNvPr id="38" name="object 28">
            <a:extLst>
              <a:ext uri="{FF2B5EF4-FFF2-40B4-BE49-F238E27FC236}">
                <a16:creationId xmlns:a16="http://schemas.microsoft.com/office/drawing/2014/main" id="{B82D8862-F8C3-CEA5-D4B8-3A6B7F97E115}"/>
              </a:ext>
            </a:extLst>
          </p:cNvPr>
          <p:cNvSpPr txBox="1"/>
          <p:nvPr/>
        </p:nvSpPr>
        <p:spPr>
          <a:xfrm>
            <a:off x="3263989" y="3242806"/>
            <a:ext cx="624086" cy="2946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marL="12606" marR="10085" lvl="0" indent="-541" algn="l" defTabSz="1815352" rtl="0" eaLnBrk="1" fontAlgn="auto" latinLnBrk="0" hangingPunct="0">
              <a:lnSpc>
                <a:spcPct val="104299"/>
              </a:lnSpc>
              <a:spcBef>
                <a:spcPts val="100"/>
              </a:spcBef>
              <a:spcAft>
                <a:spcPts val="0"/>
              </a:spcAft>
              <a:buClrTx/>
              <a:buSzTx/>
              <a:buFontTx/>
              <a:buNone/>
              <a:tabLst/>
              <a:defRPr sz="900" b="1" spc="-18">
                <a:solidFill>
                  <a:srgbClr val="F53825"/>
                </a:solidFill>
                <a:latin typeface="Helvetica"/>
                <a:ea typeface="Helvetica"/>
                <a:cs typeface="Helvetica"/>
                <a:sym typeface="Helvetica"/>
              </a:defRPr>
            </a:pPr>
            <a:r>
              <a:rPr kumimoji="0" sz="900" b="1" i="0" u="none" strike="noStrike" kern="0" cap="none" spc="-18" normalizeH="0" baseline="0" noProof="0">
                <a:ln>
                  <a:noFill/>
                </a:ln>
                <a:solidFill>
                  <a:srgbClr val="F53825"/>
                </a:solidFill>
                <a:effectLst/>
                <a:uLnTx/>
                <a:uFillTx/>
                <a:latin typeface="Helvetica"/>
                <a:cs typeface="Helvetica"/>
                <a:sym typeface="Helvetica"/>
              </a:rPr>
              <a:t>Optimal</a:t>
            </a:r>
            <a:r>
              <a:rPr kumimoji="0" sz="900" b="1" i="0" u="none" strike="noStrike" kern="0" cap="none" spc="900" normalizeH="0" baseline="0" noProof="0">
                <a:ln>
                  <a:noFill/>
                </a:ln>
                <a:solidFill>
                  <a:srgbClr val="F53825"/>
                </a:solidFill>
                <a:effectLst/>
                <a:uLnTx/>
                <a:uFillTx/>
                <a:latin typeface="Helvetica"/>
                <a:cs typeface="Helvetica"/>
                <a:sym typeface="Helvetica"/>
              </a:rPr>
              <a:t> </a:t>
            </a:r>
            <a:r>
              <a:rPr kumimoji="0" sz="900" b="1" i="0" u="none" strike="noStrike" kern="0" cap="none" spc="-18" normalizeH="0" baseline="0" noProof="0">
                <a:ln>
                  <a:noFill/>
                </a:ln>
                <a:solidFill>
                  <a:srgbClr val="F53825"/>
                </a:solidFill>
                <a:effectLst/>
                <a:uLnTx/>
                <a:uFillTx/>
                <a:latin typeface="Helvetica"/>
                <a:cs typeface="Helvetica"/>
                <a:sym typeface="Helvetica"/>
              </a:rPr>
              <a:t>Control</a:t>
            </a:r>
          </a:p>
        </p:txBody>
      </p:sp>
      <p:sp>
        <p:nvSpPr>
          <p:cNvPr id="39" name="object 29">
            <a:extLst>
              <a:ext uri="{FF2B5EF4-FFF2-40B4-BE49-F238E27FC236}">
                <a16:creationId xmlns:a16="http://schemas.microsoft.com/office/drawing/2014/main" id="{18E6CC20-E4FC-C46C-483D-FB071B2A14E4}"/>
              </a:ext>
            </a:extLst>
          </p:cNvPr>
          <p:cNvSpPr txBox="1"/>
          <p:nvPr/>
        </p:nvSpPr>
        <p:spPr>
          <a:xfrm>
            <a:off x="4649634" y="3242806"/>
            <a:ext cx="607183" cy="2946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marL="5042" marR="10085" lvl="0" indent="7021" algn="l" defTabSz="1815352" rtl="0" eaLnBrk="1" fontAlgn="auto" latinLnBrk="0" hangingPunct="0">
              <a:lnSpc>
                <a:spcPct val="104299"/>
              </a:lnSpc>
              <a:spcBef>
                <a:spcPts val="100"/>
              </a:spcBef>
              <a:spcAft>
                <a:spcPts val="0"/>
              </a:spcAft>
              <a:buClrTx/>
              <a:buSzTx/>
              <a:buFontTx/>
              <a:buNone/>
              <a:tabLst/>
              <a:defRPr sz="900" b="1" spc="-18">
                <a:solidFill>
                  <a:srgbClr val="F53825"/>
                </a:solidFill>
                <a:latin typeface="Helvetica"/>
                <a:ea typeface="Helvetica"/>
                <a:cs typeface="Helvetica"/>
                <a:sym typeface="Helvetica"/>
              </a:defRPr>
            </a:pPr>
            <a:r>
              <a:rPr kumimoji="0" sz="900" b="1" i="0" u="none" strike="noStrike" kern="0" cap="none" spc="-18" normalizeH="0" baseline="0" noProof="0">
                <a:ln>
                  <a:noFill/>
                </a:ln>
                <a:solidFill>
                  <a:srgbClr val="F53825"/>
                </a:solidFill>
                <a:effectLst/>
                <a:uLnTx/>
                <a:uFillTx/>
                <a:latin typeface="Helvetica"/>
                <a:cs typeface="Helvetica"/>
                <a:sym typeface="Helvetica"/>
              </a:rPr>
              <a:t>Reward</a:t>
            </a:r>
            <a:r>
              <a:rPr kumimoji="0" sz="900" b="1" i="0" u="none" strike="noStrike" kern="0" cap="none" spc="900" normalizeH="0" baseline="0" noProof="0">
                <a:ln>
                  <a:noFill/>
                </a:ln>
                <a:solidFill>
                  <a:srgbClr val="F53825"/>
                </a:solidFill>
                <a:effectLst/>
                <a:uLnTx/>
                <a:uFillTx/>
                <a:latin typeface="Helvetica"/>
                <a:cs typeface="Helvetica"/>
                <a:sym typeface="Helvetica"/>
              </a:rPr>
              <a:t> </a:t>
            </a:r>
            <a:r>
              <a:rPr kumimoji="0" sz="900" b="1" i="0" u="none" strike="noStrike" kern="0" cap="none" spc="-18" normalizeH="0" baseline="0" noProof="0">
                <a:ln>
                  <a:noFill/>
                </a:ln>
                <a:solidFill>
                  <a:srgbClr val="F53825"/>
                </a:solidFill>
                <a:effectLst/>
                <a:uLnTx/>
                <a:uFillTx/>
                <a:latin typeface="Helvetica"/>
                <a:cs typeface="Helvetica"/>
                <a:sym typeface="Helvetica"/>
              </a:rPr>
              <a:t>System</a:t>
            </a:r>
          </a:p>
        </p:txBody>
      </p:sp>
      <p:sp>
        <p:nvSpPr>
          <p:cNvPr id="40" name="object 30">
            <a:extLst>
              <a:ext uri="{FF2B5EF4-FFF2-40B4-BE49-F238E27FC236}">
                <a16:creationId xmlns:a16="http://schemas.microsoft.com/office/drawing/2014/main" id="{81269BDD-00DE-79DA-736B-B457DB1BA456}"/>
              </a:ext>
            </a:extLst>
          </p:cNvPr>
          <p:cNvSpPr txBox="1"/>
          <p:nvPr/>
        </p:nvSpPr>
        <p:spPr>
          <a:xfrm>
            <a:off x="3141456" y="4048025"/>
            <a:ext cx="862019" cy="2946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marL="57988" marR="10085" lvl="0" indent="-45922" algn="l" defTabSz="1815352" rtl="0" eaLnBrk="1" fontAlgn="auto" latinLnBrk="0" hangingPunct="0">
              <a:lnSpc>
                <a:spcPct val="104299"/>
              </a:lnSpc>
              <a:spcBef>
                <a:spcPts val="100"/>
              </a:spcBef>
              <a:spcAft>
                <a:spcPts val="0"/>
              </a:spcAft>
              <a:buClrTx/>
              <a:buSzTx/>
              <a:buFontTx/>
              <a:buNone/>
              <a:tabLst/>
              <a:defRPr sz="900" b="1" spc="-18">
                <a:solidFill>
                  <a:srgbClr val="F53825"/>
                </a:solidFill>
                <a:latin typeface="Helvetica"/>
                <a:ea typeface="Helvetica"/>
                <a:cs typeface="Helvetica"/>
                <a:sym typeface="Helvetica"/>
              </a:defRPr>
            </a:pPr>
            <a:r>
              <a:rPr kumimoji="0" sz="900" b="1" i="0" u="none" strike="noStrike" kern="0" cap="none" spc="-18" normalizeH="0" baseline="0" noProof="0">
                <a:ln>
                  <a:noFill/>
                </a:ln>
                <a:solidFill>
                  <a:srgbClr val="F53825"/>
                </a:solidFill>
                <a:effectLst/>
                <a:uLnTx/>
                <a:uFillTx/>
                <a:latin typeface="Helvetica"/>
                <a:cs typeface="Helvetica"/>
                <a:sym typeface="Helvetica"/>
              </a:rPr>
              <a:t>Operations</a:t>
            </a:r>
            <a:r>
              <a:rPr kumimoji="0" sz="900" b="1" i="0" u="none" strike="noStrike" kern="0" cap="none" spc="900" normalizeH="0" baseline="0" noProof="0">
                <a:ln>
                  <a:noFill/>
                </a:ln>
                <a:solidFill>
                  <a:srgbClr val="F53825"/>
                </a:solidFill>
                <a:effectLst/>
                <a:uLnTx/>
                <a:uFillTx/>
                <a:latin typeface="Helvetica"/>
                <a:cs typeface="Helvetica"/>
                <a:sym typeface="Helvetica"/>
              </a:rPr>
              <a:t> </a:t>
            </a:r>
            <a:r>
              <a:rPr kumimoji="0" sz="900" b="1" i="0" u="none" strike="noStrike" kern="0" cap="none" spc="-18" normalizeH="0" baseline="0" noProof="0">
                <a:ln>
                  <a:noFill/>
                </a:ln>
                <a:solidFill>
                  <a:srgbClr val="F53825"/>
                </a:solidFill>
                <a:effectLst/>
                <a:uLnTx/>
                <a:uFillTx/>
                <a:latin typeface="Helvetica"/>
                <a:cs typeface="Helvetica"/>
                <a:sym typeface="Helvetica"/>
              </a:rPr>
              <a:t>Research</a:t>
            </a:r>
          </a:p>
        </p:txBody>
      </p:sp>
      <p:sp>
        <p:nvSpPr>
          <p:cNvPr id="41" name="object 31">
            <a:extLst>
              <a:ext uri="{FF2B5EF4-FFF2-40B4-BE49-F238E27FC236}">
                <a16:creationId xmlns:a16="http://schemas.microsoft.com/office/drawing/2014/main" id="{EE8B831D-6BE0-43F4-FD95-DF4BEDF8A179}"/>
              </a:ext>
            </a:extLst>
          </p:cNvPr>
          <p:cNvSpPr txBox="1"/>
          <p:nvPr/>
        </p:nvSpPr>
        <p:spPr>
          <a:xfrm>
            <a:off x="3850842" y="4482589"/>
            <a:ext cx="836015" cy="2946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marL="0" marR="10085" lvl="0" indent="69429" algn="l" defTabSz="1815352" rtl="0" eaLnBrk="1" fontAlgn="auto" latinLnBrk="0" hangingPunct="0">
              <a:lnSpc>
                <a:spcPct val="104299"/>
              </a:lnSpc>
              <a:spcBef>
                <a:spcPts val="100"/>
              </a:spcBef>
              <a:spcAft>
                <a:spcPts val="0"/>
              </a:spcAft>
              <a:buClrTx/>
              <a:buSzTx/>
              <a:buFontTx/>
              <a:buNone/>
              <a:tabLst/>
              <a:defRPr sz="900" b="1" spc="-18">
                <a:solidFill>
                  <a:srgbClr val="F53825"/>
                </a:solidFill>
                <a:latin typeface="Helvetica"/>
                <a:ea typeface="Helvetica"/>
                <a:cs typeface="Helvetica"/>
                <a:sym typeface="Helvetica"/>
              </a:defRPr>
            </a:pPr>
            <a:r>
              <a:rPr kumimoji="0" sz="900" b="1" i="0" u="none" strike="noStrike" kern="0" cap="none" spc="-18" normalizeH="0" baseline="0" noProof="0">
                <a:ln>
                  <a:noFill/>
                </a:ln>
                <a:solidFill>
                  <a:srgbClr val="F53825"/>
                </a:solidFill>
                <a:effectLst/>
                <a:uLnTx/>
                <a:uFillTx/>
                <a:latin typeface="Helvetica"/>
                <a:cs typeface="Helvetica"/>
                <a:sym typeface="Helvetica"/>
              </a:rPr>
              <a:t>Bounded</a:t>
            </a:r>
            <a:r>
              <a:rPr kumimoji="0" sz="900" b="1" i="0" u="none" strike="noStrike" kern="0" cap="none" spc="900" normalizeH="0" baseline="0" noProof="0">
                <a:ln>
                  <a:noFill/>
                </a:ln>
                <a:solidFill>
                  <a:srgbClr val="F53825"/>
                </a:solidFill>
                <a:effectLst/>
                <a:uLnTx/>
                <a:uFillTx/>
                <a:latin typeface="Helvetica"/>
                <a:cs typeface="Helvetica"/>
                <a:sym typeface="Helvetica"/>
              </a:rPr>
              <a:t> </a:t>
            </a:r>
            <a:r>
              <a:rPr kumimoji="0" sz="900" b="1" i="0" u="none" strike="noStrike" kern="0" cap="none" spc="-18" normalizeH="0" baseline="0" noProof="0">
                <a:ln>
                  <a:noFill/>
                </a:ln>
                <a:solidFill>
                  <a:srgbClr val="F53825"/>
                </a:solidFill>
                <a:effectLst/>
                <a:uLnTx/>
                <a:uFillTx/>
                <a:latin typeface="Helvetica"/>
                <a:cs typeface="Helvetica"/>
                <a:sym typeface="Helvetica"/>
              </a:rPr>
              <a:t>Rationality</a:t>
            </a:r>
          </a:p>
        </p:txBody>
      </p:sp>
      <p:sp>
        <p:nvSpPr>
          <p:cNvPr id="2" name="Date Placeholder 3">
            <a:extLst>
              <a:ext uri="{FF2B5EF4-FFF2-40B4-BE49-F238E27FC236}">
                <a16:creationId xmlns:a16="http://schemas.microsoft.com/office/drawing/2014/main" id="{447D98C8-C285-9F9F-17DE-D9042AC6A4D7}"/>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Footer Placeholder 5">
            <a:extLst>
              <a:ext uri="{FF2B5EF4-FFF2-40B4-BE49-F238E27FC236}">
                <a16:creationId xmlns:a16="http://schemas.microsoft.com/office/drawing/2014/main" id="{CDF13265-25C5-28C0-4A19-CAA5839238C3}"/>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4" name="Slide Number Placeholder 7">
            <a:extLst>
              <a:ext uri="{FF2B5EF4-FFF2-40B4-BE49-F238E27FC236}">
                <a16:creationId xmlns:a16="http://schemas.microsoft.com/office/drawing/2014/main" id="{081BCBD7-9CD9-9CE0-ABFE-5E5C852455AD}"/>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163288134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dirty="0">
                <a:ln>
                  <a:noFill/>
                </a:ln>
                <a:solidFill>
                  <a:srgbClr val="000000"/>
                </a:solidFill>
                <a:effectLst/>
                <a:uLnTx/>
                <a:uFill>
                  <a:solidFill>
                    <a:srgbClr val="000000"/>
                  </a:solidFill>
                </a:uFill>
                <a:latin typeface="Comic Sans MS"/>
                <a:sym typeface="Comic Sans MS"/>
              </a:endParaRPr>
            </a:p>
          </p:txBody>
        </p:sp>
      </p:grpSp>
      <p:sp>
        <p:nvSpPr>
          <p:cNvPr id="14" name="Reinforcement Learning">
            <a:extLst>
              <a:ext uri="{FF2B5EF4-FFF2-40B4-BE49-F238E27FC236}">
                <a16:creationId xmlns:a16="http://schemas.microsoft.com/office/drawing/2014/main" id="{E2C36CA1-31AD-BAD1-A9C5-2CC471849A87}"/>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Reinforcement Learning </a:t>
            </a:r>
          </a:p>
        </p:txBody>
      </p:sp>
      <p:grpSp>
        <p:nvGrpSpPr>
          <p:cNvPr id="4" name="Group 3">
            <a:extLst>
              <a:ext uri="{FF2B5EF4-FFF2-40B4-BE49-F238E27FC236}">
                <a16:creationId xmlns:a16="http://schemas.microsoft.com/office/drawing/2014/main" id="{AEC34A09-1732-FB14-E61F-4C1A41EBFC20}"/>
              </a:ext>
            </a:extLst>
          </p:cNvPr>
          <p:cNvGrpSpPr/>
          <p:nvPr/>
        </p:nvGrpSpPr>
        <p:grpSpPr>
          <a:xfrm>
            <a:off x="13590" y="2079158"/>
            <a:ext cx="3659506" cy="3681148"/>
            <a:chOff x="1867235" y="1696123"/>
            <a:chExt cx="4901375" cy="5024060"/>
          </a:xfrm>
        </p:grpSpPr>
        <p:pic>
          <p:nvPicPr>
            <p:cNvPr id="5" name="object 11" descr="object 11">
              <a:extLst>
                <a:ext uri="{FF2B5EF4-FFF2-40B4-BE49-F238E27FC236}">
                  <a16:creationId xmlns:a16="http://schemas.microsoft.com/office/drawing/2014/main" id="{CB10DC90-8510-6812-EF32-18D4A45E21AE}"/>
                </a:ext>
              </a:extLst>
            </p:cNvPr>
            <p:cNvPicPr>
              <a:picLocks noChangeAspect="1"/>
            </p:cNvPicPr>
            <p:nvPr/>
          </p:nvPicPr>
          <p:blipFill>
            <a:blip r:embed="rId2"/>
            <a:stretch>
              <a:fillRect/>
            </a:stretch>
          </p:blipFill>
          <p:spPr>
            <a:xfrm>
              <a:off x="3482618" y="2108750"/>
              <a:ext cx="3285992" cy="3244571"/>
            </a:xfrm>
            <a:prstGeom prst="rect">
              <a:avLst/>
            </a:prstGeom>
            <a:ln w="12700">
              <a:miter lim="400000"/>
            </a:ln>
          </p:spPr>
        </p:pic>
        <p:pic>
          <p:nvPicPr>
            <p:cNvPr id="6" name="object 12" descr="object 12">
              <a:extLst>
                <a:ext uri="{FF2B5EF4-FFF2-40B4-BE49-F238E27FC236}">
                  <a16:creationId xmlns:a16="http://schemas.microsoft.com/office/drawing/2014/main" id="{0902BC6E-962A-1E6C-0126-158652DA49FC}"/>
                </a:ext>
              </a:extLst>
            </p:cNvPr>
            <p:cNvPicPr>
              <a:picLocks noChangeAspect="1"/>
            </p:cNvPicPr>
            <p:nvPr/>
          </p:nvPicPr>
          <p:blipFill>
            <a:blip r:embed="rId2"/>
            <a:stretch>
              <a:fillRect/>
            </a:stretch>
          </p:blipFill>
          <p:spPr>
            <a:xfrm>
              <a:off x="1867235" y="2108750"/>
              <a:ext cx="3285992" cy="3244571"/>
            </a:xfrm>
            <a:prstGeom prst="rect">
              <a:avLst/>
            </a:prstGeom>
            <a:ln w="12700">
              <a:miter lim="400000"/>
            </a:ln>
          </p:spPr>
        </p:pic>
        <p:pic>
          <p:nvPicPr>
            <p:cNvPr id="12" name="object 14" descr="object 14">
              <a:extLst>
                <a:ext uri="{FF2B5EF4-FFF2-40B4-BE49-F238E27FC236}">
                  <a16:creationId xmlns:a16="http://schemas.microsoft.com/office/drawing/2014/main" id="{7CE2546A-10DF-79A9-DE30-CA20A746175B}"/>
                </a:ext>
              </a:extLst>
            </p:cNvPr>
            <p:cNvPicPr>
              <a:picLocks noChangeAspect="1"/>
            </p:cNvPicPr>
            <p:nvPr/>
          </p:nvPicPr>
          <p:blipFill>
            <a:blip r:embed="rId2"/>
            <a:stretch>
              <a:fillRect/>
            </a:stretch>
          </p:blipFill>
          <p:spPr>
            <a:xfrm>
              <a:off x="2681829" y="3475612"/>
              <a:ext cx="3285992" cy="3244571"/>
            </a:xfrm>
            <a:prstGeom prst="rect">
              <a:avLst/>
            </a:prstGeom>
            <a:ln w="12700">
              <a:miter lim="400000"/>
            </a:ln>
          </p:spPr>
        </p:pic>
        <p:grpSp>
          <p:nvGrpSpPr>
            <p:cNvPr id="13" name="object 15">
              <a:extLst>
                <a:ext uri="{FF2B5EF4-FFF2-40B4-BE49-F238E27FC236}">
                  <a16:creationId xmlns:a16="http://schemas.microsoft.com/office/drawing/2014/main" id="{AF492706-CD12-6D6F-E645-03E1A3F192A5}"/>
                </a:ext>
              </a:extLst>
            </p:cNvPr>
            <p:cNvGrpSpPr/>
            <p:nvPr/>
          </p:nvGrpSpPr>
          <p:grpSpPr>
            <a:xfrm>
              <a:off x="1894847" y="1696123"/>
              <a:ext cx="4843844" cy="4818534"/>
              <a:chOff x="0" y="0"/>
              <a:chExt cx="4843842" cy="4818533"/>
            </a:xfrm>
          </p:grpSpPr>
          <p:sp>
            <p:nvSpPr>
              <p:cNvPr id="30" name="Shape">
                <a:extLst>
                  <a:ext uri="{FF2B5EF4-FFF2-40B4-BE49-F238E27FC236}">
                    <a16:creationId xmlns:a16="http://schemas.microsoft.com/office/drawing/2014/main" id="{DA34B00B-EA11-41C2-2CFE-494FD9768702}"/>
                  </a:ext>
                </a:extLst>
              </p:cNvPr>
              <p:cNvSpPr/>
              <p:nvPr/>
            </p:nvSpPr>
            <p:spPr>
              <a:xfrm>
                <a:off x="0" y="0"/>
                <a:ext cx="4843843" cy="4818534"/>
              </a:xfrm>
              <a:custGeom>
                <a:avLst/>
                <a:gdLst/>
                <a:ahLst/>
                <a:cxnLst>
                  <a:cxn ang="0">
                    <a:pos x="wd2" y="hd2"/>
                  </a:cxn>
                  <a:cxn ang="5400000">
                    <a:pos x="wd2" y="hd2"/>
                  </a:cxn>
                  <a:cxn ang="10800000">
                    <a:pos x="wd2" y="hd2"/>
                  </a:cxn>
                  <a:cxn ang="16200000">
                    <a:pos x="wd2" y="hd2"/>
                  </a:cxn>
                </a:cxnLst>
                <a:rect l="0" t="0" r="r" b="b"/>
                <a:pathLst>
                  <a:path w="21600" h="21600" extrusionOk="0">
                    <a:moveTo>
                      <a:pt x="18437" y="18437"/>
                    </a:moveTo>
                    <a:lnTo>
                      <a:pt x="18731" y="18131"/>
                    </a:lnTo>
                    <a:lnTo>
                      <a:pt x="19011" y="17817"/>
                    </a:lnTo>
                    <a:lnTo>
                      <a:pt x="19276" y="17495"/>
                    </a:lnTo>
                    <a:lnTo>
                      <a:pt x="19527" y="17165"/>
                    </a:lnTo>
                    <a:lnTo>
                      <a:pt x="19764" y="16828"/>
                    </a:lnTo>
                    <a:lnTo>
                      <a:pt x="19986" y="16484"/>
                    </a:lnTo>
                    <a:lnTo>
                      <a:pt x="20194" y="16134"/>
                    </a:lnTo>
                    <a:lnTo>
                      <a:pt x="20388" y="15778"/>
                    </a:lnTo>
                    <a:lnTo>
                      <a:pt x="20567" y="15416"/>
                    </a:lnTo>
                    <a:lnTo>
                      <a:pt x="20732" y="15049"/>
                    </a:lnTo>
                    <a:lnTo>
                      <a:pt x="20883" y="14678"/>
                    </a:lnTo>
                    <a:lnTo>
                      <a:pt x="21019" y="14302"/>
                    </a:lnTo>
                    <a:lnTo>
                      <a:pt x="21141" y="13923"/>
                    </a:lnTo>
                    <a:lnTo>
                      <a:pt x="21249" y="13540"/>
                    </a:lnTo>
                    <a:lnTo>
                      <a:pt x="21342" y="13154"/>
                    </a:lnTo>
                    <a:lnTo>
                      <a:pt x="21421" y="12765"/>
                    </a:lnTo>
                    <a:lnTo>
                      <a:pt x="21485" y="12375"/>
                    </a:lnTo>
                    <a:lnTo>
                      <a:pt x="21535" y="11983"/>
                    </a:lnTo>
                    <a:lnTo>
                      <a:pt x="21571" y="11589"/>
                    </a:lnTo>
                    <a:lnTo>
                      <a:pt x="21593" y="11195"/>
                    </a:lnTo>
                    <a:lnTo>
                      <a:pt x="21600" y="10800"/>
                    </a:lnTo>
                    <a:lnTo>
                      <a:pt x="21593" y="10405"/>
                    </a:lnTo>
                    <a:lnTo>
                      <a:pt x="21571" y="10011"/>
                    </a:lnTo>
                    <a:lnTo>
                      <a:pt x="21535" y="9617"/>
                    </a:lnTo>
                    <a:lnTo>
                      <a:pt x="21485" y="9225"/>
                    </a:lnTo>
                    <a:lnTo>
                      <a:pt x="21421" y="8835"/>
                    </a:lnTo>
                    <a:lnTo>
                      <a:pt x="21342" y="8446"/>
                    </a:lnTo>
                    <a:lnTo>
                      <a:pt x="21249" y="8060"/>
                    </a:lnTo>
                    <a:lnTo>
                      <a:pt x="21141" y="7677"/>
                    </a:lnTo>
                    <a:lnTo>
                      <a:pt x="21019" y="7298"/>
                    </a:lnTo>
                    <a:lnTo>
                      <a:pt x="20883" y="6922"/>
                    </a:lnTo>
                    <a:lnTo>
                      <a:pt x="20732" y="6551"/>
                    </a:lnTo>
                    <a:lnTo>
                      <a:pt x="20567" y="6184"/>
                    </a:lnTo>
                    <a:lnTo>
                      <a:pt x="20388" y="5822"/>
                    </a:lnTo>
                    <a:lnTo>
                      <a:pt x="20194" y="5466"/>
                    </a:lnTo>
                    <a:lnTo>
                      <a:pt x="19986" y="5116"/>
                    </a:lnTo>
                    <a:lnTo>
                      <a:pt x="19764" y="4772"/>
                    </a:lnTo>
                    <a:lnTo>
                      <a:pt x="19527" y="4435"/>
                    </a:lnTo>
                    <a:lnTo>
                      <a:pt x="19276" y="4105"/>
                    </a:lnTo>
                    <a:lnTo>
                      <a:pt x="19011" y="3783"/>
                    </a:lnTo>
                    <a:lnTo>
                      <a:pt x="18731" y="3469"/>
                    </a:lnTo>
                    <a:lnTo>
                      <a:pt x="18437" y="3163"/>
                    </a:lnTo>
                    <a:lnTo>
                      <a:pt x="18131" y="2869"/>
                    </a:lnTo>
                    <a:lnTo>
                      <a:pt x="17817" y="2589"/>
                    </a:lnTo>
                    <a:lnTo>
                      <a:pt x="17495" y="2324"/>
                    </a:lnTo>
                    <a:lnTo>
                      <a:pt x="17165" y="2073"/>
                    </a:lnTo>
                    <a:lnTo>
                      <a:pt x="16828" y="1836"/>
                    </a:lnTo>
                    <a:lnTo>
                      <a:pt x="16484" y="1614"/>
                    </a:lnTo>
                    <a:lnTo>
                      <a:pt x="16134" y="1406"/>
                    </a:lnTo>
                    <a:lnTo>
                      <a:pt x="15778" y="1212"/>
                    </a:lnTo>
                    <a:lnTo>
                      <a:pt x="15416" y="1033"/>
                    </a:lnTo>
                    <a:lnTo>
                      <a:pt x="15049" y="868"/>
                    </a:lnTo>
                    <a:lnTo>
                      <a:pt x="14678" y="717"/>
                    </a:lnTo>
                    <a:lnTo>
                      <a:pt x="14302" y="581"/>
                    </a:lnTo>
                    <a:lnTo>
                      <a:pt x="13923" y="459"/>
                    </a:lnTo>
                    <a:lnTo>
                      <a:pt x="13540" y="351"/>
                    </a:lnTo>
                    <a:lnTo>
                      <a:pt x="13154" y="258"/>
                    </a:lnTo>
                    <a:lnTo>
                      <a:pt x="12765" y="179"/>
                    </a:lnTo>
                    <a:lnTo>
                      <a:pt x="12375" y="115"/>
                    </a:lnTo>
                    <a:lnTo>
                      <a:pt x="11983" y="65"/>
                    </a:lnTo>
                    <a:lnTo>
                      <a:pt x="11589" y="29"/>
                    </a:lnTo>
                    <a:lnTo>
                      <a:pt x="11195" y="7"/>
                    </a:lnTo>
                    <a:lnTo>
                      <a:pt x="10800" y="0"/>
                    </a:lnTo>
                    <a:lnTo>
                      <a:pt x="10405" y="7"/>
                    </a:lnTo>
                    <a:lnTo>
                      <a:pt x="10011" y="29"/>
                    </a:lnTo>
                    <a:lnTo>
                      <a:pt x="9617" y="65"/>
                    </a:lnTo>
                    <a:lnTo>
                      <a:pt x="9225" y="115"/>
                    </a:lnTo>
                    <a:lnTo>
                      <a:pt x="8835" y="179"/>
                    </a:lnTo>
                    <a:lnTo>
                      <a:pt x="8446" y="258"/>
                    </a:lnTo>
                    <a:lnTo>
                      <a:pt x="8060" y="351"/>
                    </a:lnTo>
                    <a:lnTo>
                      <a:pt x="7677" y="459"/>
                    </a:lnTo>
                    <a:lnTo>
                      <a:pt x="7298" y="581"/>
                    </a:lnTo>
                    <a:lnTo>
                      <a:pt x="6922" y="717"/>
                    </a:lnTo>
                    <a:lnTo>
                      <a:pt x="6551" y="868"/>
                    </a:lnTo>
                    <a:lnTo>
                      <a:pt x="6184" y="1033"/>
                    </a:lnTo>
                    <a:lnTo>
                      <a:pt x="5822" y="1212"/>
                    </a:lnTo>
                    <a:lnTo>
                      <a:pt x="5466" y="1406"/>
                    </a:lnTo>
                    <a:lnTo>
                      <a:pt x="5116" y="1614"/>
                    </a:lnTo>
                    <a:lnTo>
                      <a:pt x="4772" y="1836"/>
                    </a:lnTo>
                    <a:lnTo>
                      <a:pt x="4435" y="2073"/>
                    </a:lnTo>
                    <a:lnTo>
                      <a:pt x="4105" y="2324"/>
                    </a:lnTo>
                    <a:lnTo>
                      <a:pt x="3783" y="2589"/>
                    </a:lnTo>
                    <a:lnTo>
                      <a:pt x="3469" y="2869"/>
                    </a:lnTo>
                    <a:lnTo>
                      <a:pt x="3163" y="3163"/>
                    </a:lnTo>
                    <a:lnTo>
                      <a:pt x="2869" y="3469"/>
                    </a:lnTo>
                    <a:lnTo>
                      <a:pt x="2589" y="3783"/>
                    </a:lnTo>
                    <a:lnTo>
                      <a:pt x="2324" y="4105"/>
                    </a:lnTo>
                    <a:lnTo>
                      <a:pt x="2073" y="4435"/>
                    </a:lnTo>
                    <a:lnTo>
                      <a:pt x="1836" y="4772"/>
                    </a:lnTo>
                    <a:lnTo>
                      <a:pt x="1614" y="5116"/>
                    </a:lnTo>
                    <a:lnTo>
                      <a:pt x="1406" y="5466"/>
                    </a:lnTo>
                    <a:lnTo>
                      <a:pt x="1212" y="5822"/>
                    </a:lnTo>
                    <a:lnTo>
                      <a:pt x="1033" y="6184"/>
                    </a:lnTo>
                    <a:lnTo>
                      <a:pt x="868" y="6551"/>
                    </a:lnTo>
                    <a:lnTo>
                      <a:pt x="717" y="6922"/>
                    </a:lnTo>
                    <a:lnTo>
                      <a:pt x="581" y="7298"/>
                    </a:lnTo>
                    <a:lnTo>
                      <a:pt x="459" y="7677"/>
                    </a:lnTo>
                    <a:lnTo>
                      <a:pt x="351" y="8060"/>
                    </a:lnTo>
                    <a:lnTo>
                      <a:pt x="258" y="8446"/>
                    </a:lnTo>
                    <a:lnTo>
                      <a:pt x="179" y="8835"/>
                    </a:lnTo>
                    <a:lnTo>
                      <a:pt x="115" y="9225"/>
                    </a:lnTo>
                    <a:lnTo>
                      <a:pt x="65" y="9617"/>
                    </a:lnTo>
                    <a:lnTo>
                      <a:pt x="29" y="10011"/>
                    </a:lnTo>
                    <a:lnTo>
                      <a:pt x="7" y="10405"/>
                    </a:lnTo>
                    <a:lnTo>
                      <a:pt x="0" y="10800"/>
                    </a:lnTo>
                    <a:lnTo>
                      <a:pt x="7" y="11195"/>
                    </a:lnTo>
                    <a:lnTo>
                      <a:pt x="29" y="11589"/>
                    </a:lnTo>
                    <a:lnTo>
                      <a:pt x="65" y="11983"/>
                    </a:lnTo>
                    <a:lnTo>
                      <a:pt x="115" y="12375"/>
                    </a:lnTo>
                    <a:lnTo>
                      <a:pt x="179" y="12765"/>
                    </a:lnTo>
                    <a:lnTo>
                      <a:pt x="258" y="13154"/>
                    </a:lnTo>
                    <a:lnTo>
                      <a:pt x="351" y="13540"/>
                    </a:lnTo>
                    <a:lnTo>
                      <a:pt x="459" y="13923"/>
                    </a:lnTo>
                    <a:lnTo>
                      <a:pt x="581" y="14302"/>
                    </a:lnTo>
                    <a:lnTo>
                      <a:pt x="717" y="14678"/>
                    </a:lnTo>
                    <a:lnTo>
                      <a:pt x="868" y="15049"/>
                    </a:lnTo>
                    <a:lnTo>
                      <a:pt x="1033" y="15416"/>
                    </a:lnTo>
                    <a:lnTo>
                      <a:pt x="1212" y="15778"/>
                    </a:lnTo>
                    <a:lnTo>
                      <a:pt x="1406" y="16134"/>
                    </a:lnTo>
                    <a:lnTo>
                      <a:pt x="1614" y="16484"/>
                    </a:lnTo>
                    <a:lnTo>
                      <a:pt x="1836" y="16828"/>
                    </a:lnTo>
                    <a:lnTo>
                      <a:pt x="2073" y="17165"/>
                    </a:lnTo>
                    <a:lnTo>
                      <a:pt x="2324" y="17495"/>
                    </a:lnTo>
                    <a:lnTo>
                      <a:pt x="2589" y="17817"/>
                    </a:lnTo>
                    <a:lnTo>
                      <a:pt x="2869" y="18131"/>
                    </a:lnTo>
                    <a:lnTo>
                      <a:pt x="3163" y="18437"/>
                    </a:lnTo>
                    <a:lnTo>
                      <a:pt x="3469" y="18731"/>
                    </a:lnTo>
                    <a:lnTo>
                      <a:pt x="3783" y="19011"/>
                    </a:lnTo>
                    <a:lnTo>
                      <a:pt x="4105" y="19276"/>
                    </a:lnTo>
                    <a:lnTo>
                      <a:pt x="4435" y="19527"/>
                    </a:lnTo>
                    <a:lnTo>
                      <a:pt x="4772" y="19764"/>
                    </a:lnTo>
                    <a:lnTo>
                      <a:pt x="5116" y="19986"/>
                    </a:lnTo>
                    <a:lnTo>
                      <a:pt x="5466" y="20194"/>
                    </a:lnTo>
                    <a:lnTo>
                      <a:pt x="5822" y="20388"/>
                    </a:lnTo>
                    <a:lnTo>
                      <a:pt x="6184" y="20567"/>
                    </a:lnTo>
                    <a:lnTo>
                      <a:pt x="6551" y="20732"/>
                    </a:lnTo>
                    <a:lnTo>
                      <a:pt x="6922" y="20883"/>
                    </a:lnTo>
                    <a:lnTo>
                      <a:pt x="7298" y="21019"/>
                    </a:lnTo>
                    <a:lnTo>
                      <a:pt x="7677" y="21141"/>
                    </a:lnTo>
                    <a:lnTo>
                      <a:pt x="8060" y="21249"/>
                    </a:lnTo>
                    <a:lnTo>
                      <a:pt x="8446" y="21342"/>
                    </a:lnTo>
                    <a:lnTo>
                      <a:pt x="8835" y="21421"/>
                    </a:lnTo>
                    <a:lnTo>
                      <a:pt x="9225" y="21485"/>
                    </a:lnTo>
                    <a:lnTo>
                      <a:pt x="9617" y="21535"/>
                    </a:lnTo>
                    <a:lnTo>
                      <a:pt x="10011" y="21571"/>
                    </a:lnTo>
                    <a:lnTo>
                      <a:pt x="10405" y="21593"/>
                    </a:lnTo>
                    <a:lnTo>
                      <a:pt x="10800" y="21600"/>
                    </a:lnTo>
                    <a:lnTo>
                      <a:pt x="11195" y="21593"/>
                    </a:lnTo>
                    <a:lnTo>
                      <a:pt x="11589" y="21571"/>
                    </a:lnTo>
                    <a:lnTo>
                      <a:pt x="11983" y="21535"/>
                    </a:lnTo>
                    <a:lnTo>
                      <a:pt x="12375" y="21485"/>
                    </a:lnTo>
                    <a:lnTo>
                      <a:pt x="12765" y="21421"/>
                    </a:lnTo>
                    <a:lnTo>
                      <a:pt x="13154" y="21342"/>
                    </a:lnTo>
                    <a:lnTo>
                      <a:pt x="13540" y="21249"/>
                    </a:lnTo>
                    <a:lnTo>
                      <a:pt x="13923" y="21141"/>
                    </a:lnTo>
                    <a:lnTo>
                      <a:pt x="14302" y="21019"/>
                    </a:lnTo>
                    <a:lnTo>
                      <a:pt x="14678" y="20883"/>
                    </a:lnTo>
                    <a:lnTo>
                      <a:pt x="15049" y="20732"/>
                    </a:lnTo>
                    <a:lnTo>
                      <a:pt x="15416" y="20567"/>
                    </a:lnTo>
                    <a:lnTo>
                      <a:pt x="15778" y="20388"/>
                    </a:lnTo>
                    <a:lnTo>
                      <a:pt x="16134" y="20194"/>
                    </a:lnTo>
                    <a:lnTo>
                      <a:pt x="16484" y="19986"/>
                    </a:lnTo>
                    <a:lnTo>
                      <a:pt x="16828" y="19764"/>
                    </a:lnTo>
                    <a:lnTo>
                      <a:pt x="17165" y="19527"/>
                    </a:lnTo>
                    <a:lnTo>
                      <a:pt x="17495" y="19276"/>
                    </a:lnTo>
                    <a:lnTo>
                      <a:pt x="17817" y="19011"/>
                    </a:lnTo>
                    <a:lnTo>
                      <a:pt x="18131" y="18731"/>
                    </a:lnTo>
                    <a:lnTo>
                      <a:pt x="18437" y="18437"/>
                    </a:lnTo>
                  </a:path>
                </a:pathLst>
              </a:custGeom>
              <a:noFill/>
              <a:ln w="25400" cap="flat">
                <a:solidFill>
                  <a:srgbClr val="9A9A9A"/>
                </a:solidFill>
                <a:prstDash val="solid"/>
                <a:round/>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1400" b="0" i="0" u="none" strike="noStrike" kern="0" cap="none" spc="0" normalizeH="0" baseline="0" noProof="0">
                  <a:ln>
                    <a:noFill/>
                  </a:ln>
                  <a:solidFill>
                    <a:srgbClr val="000000"/>
                  </a:solidFill>
                  <a:effectLst/>
                  <a:uLnTx/>
                  <a:uFillTx/>
                  <a:latin typeface="Calibri"/>
                  <a:cs typeface="Calibri"/>
                  <a:sym typeface="Calibri"/>
                </a:endParaRPr>
              </a:p>
            </p:txBody>
          </p:sp>
          <p:sp>
            <p:nvSpPr>
              <p:cNvPr id="31" name="Shape">
                <a:extLst>
                  <a:ext uri="{FF2B5EF4-FFF2-40B4-BE49-F238E27FC236}">
                    <a16:creationId xmlns:a16="http://schemas.microsoft.com/office/drawing/2014/main" id="{626B6ADE-0926-C92F-8AF1-D7FAAC3AEA16}"/>
                  </a:ext>
                </a:extLst>
              </p:cNvPr>
              <p:cNvSpPr/>
              <p:nvPr/>
            </p:nvSpPr>
            <p:spPr>
              <a:xfrm>
                <a:off x="124956" y="509272"/>
                <a:ext cx="4592782" cy="4295455"/>
              </a:xfrm>
              <a:custGeom>
                <a:avLst/>
                <a:gdLst/>
                <a:ahLst/>
                <a:cxnLst>
                  <a:cxn ang="0">
                    <a:pos x="wd2" y="hd2"/>
                  </a:cxn>
                  <a:cxn ang="5400000">
                    <a:pos x="wd2" y="hd2"/>
                  </a:cxn>
                  <a:cxn ang="10800000">
                    <a:pos x="wd2" y="hd2"/>
                  </a:cxn>
                  <a:cxn ang="16200000">
                    <a:pos x="wd2" y="hd2"/>
                  </a:cxn>
                </a:cxnLst>
                <a:rect l="0" t="0" r="r" b="b"/>
                <a:pathLst>
                  <a:path w="21600" h="21600" extrusionOk="0">
                    <a:moveTo>
                      <a:pt x="11954" y="12570"/>
                    </a:moveTo>
                    <a:lnTo>
                      <a:pt x="12270" y="12217"/>
                    </a:lnTo>
                    <a:lnTo>
                      <a:pt x="12558" y="11847"/>
                    </a:lnTo>
                    <a:lnTo>
                      <a:pt x="12821" y="11464"/>
                    </a:lnTo>
                    <a:lnTo>
                      <a:pt x="13057" y="11067"/>
                    </a:lnTo>
                    <a:lnTo>
                      <a:pt x="13267" y="10659"/>
                    </a:lnTo>
                    <a:lnTo>
                      <a:pt x="13451" y="10240"/>
                    </a:lnTo>
                    <a:lnTo>
                      <a:pt x="13609" y="9813"/>
                    </a:lnTo>
                    <a:lnTo>
                      <a:pt x="13740" y="9378"/>
                    </a:lnTo>
                    <a:lnTo>
                      <a:pt x="13845" y="8936"/>
                    </a:lnTo>
                    <a:lnTo>
                      <a:pt x="13924" y="8490"/>
                    </a:lnTo>
                    <a:lnTo>
                      <a:pt x="13977" y="8041"/>
                    </a:lnTo>
                    <a:lnTo>
                      <a:pt x="14003" y="7589"/>
                    </a:lnTo>
                    <a:lnTo>
                      <a:pt x="14003" y="7137"/>
                    </a:lnTo>
                    <a:lnTo>
                      <a:pt x="13977" y="6686"/>
                    </a:lnTo>
                    <a:lnTo>
                      <a:pt x="13924" y="6236"/>
                    </a:lnTo>
                    <a:lnTo>
                      <a:pt x="13845" y="5790"/>
                    </a:lnTo>
                    <a:lnTo>
                      <a:pt x="13740" y="5349"/>
                    </a:lnTo>
                    <a:lnTo>
                      <a:pt x="13609" y="4914"/>
                    </a:lnTo>
                    <a:lnTo>
                      <a:pt x="13451" y="4486"/>
                    </a:lnTo>
                    <a:lnTo>
                      <a:pt x="13267" y="4068"/>
                    </a:lnTo>
                    <a:lnTo>
                      <a:pt x="13057" y="3660"/>
                    </a:lnTo>
                    <a:lnTo>
                      <a:pt x="12821" y="3263"/>
                    </a:lnTo>
                    <a:lnTo>
                      <a:pt x="12558" y="2879"/>
                    </a:lnTo>
                    <a:lnTo>
                      <a:pt x="12270" y="2510"/>
                    </a:lnTo>
                    <a:lnTo>
                      <a:pt x="11954" y="2157"/>
                    </a:lnTo>
                    <a:lnTo>
                      <a:pt x="11631" y="1838"/>
                    </a:lnTo>
                    <a:lnTo>
                      <a:pt x="11295" y="1544"/>
                    </a:lnTo>
                    <a:lnTo>
                      <a:pt x="10945" y="1276"/>
                    </a:lnTo>
                    <a:lnTo>
                      <a:pt x="10584" y="1034"/>
                    </a:lnTo>
                    <a:lnTo>
                      <a:pt x="10212" y="817"/>
                    </a:lnTo>
                    <a:lnTo>
                      <a:pt x="9831" y="625"/>
                    </a:lnTo>
                    <a:lnTo>
                      <a:pt x="9442" y="459"/>
                    </a:lnTo>
                    <a:lnTo>
                      <a:pt x="9046" y="319"/>
                    </a:lnTo>
                    <a:lnTo>
                      <a:pt x="8644" y="204"/>
                    </a:lnTo>
                    <a:lnTo>
                      <a:pt x="8237" y="115"/>
                    </a:lnTo>
                    <a:lnTo>
                      <a:pt x="7827" y="51"/>
                    </a:lnTo>
                    <a:lnTo>
                      <a:pt x="7415" y="13"/>
                    </a:lnTo>
                    <a:lnTo>
                      <a:pt x="7001" y="0"/>
                    </a:lnTo>
                    <a:lnTo>
                      <a:pt x="6588" y="13"/>
                    </a:lnTo>
                    <a:lnTo>
                      <a:pt x="6176" y="51"/>
                    </a:lnTo>
                    <a:lnTo>
                      <a:pt x="5766" y="115"/>
                    </a:lnTo>
                    <a:lnTo>
                      <a:pt x="5359" y="204"/>
                    </a:lnTo>
                    <a:lnTo>
                      <a:pt x="4957" y="319"/>
                    </a:lnTo>
                    <a:lnTo>
                      <a:pt x="4561" y="459"/>
                    </a:lnTo>
                    <a:lnTo>
                      <a:pt x="4172" y="625"/>
                    </a:lnTo>
                    <a:lnTo>
                      <a:pt x="3791" y="817"/>
                    </a:lnTo>
                    <a:lnTo>
                      <a:pt x="3419" y="1034"/>
                    </a:lnTo>
                    <a:lnTo>
                      <a:pt x="3058" y="1276"/>
                    </a:lnTo>
                    <a:lnTo>
                      <a:pt x="2708" y="1544"/>
                    </a:lnTo>
                    <a:lnTo>
                      <a:pt x="2371" y="1838"/>
                    </a:lnTo>
                    <a:lnTo>
                      <a:pt x="2048" y="2157"/>
                    </a:lnTo>
                    <a:lnTo>
                      <a:pt x="1733" y="2510"/>
                    </a:lnTo>
                    <a:lnTo>
                      <a:pt x="1444" y="2879"/>
                    </a:lnTo>
                    <a:lnTo>
                      <a:pt x="1182" y="3263"/>
                    </a:lnTo>
                    <a:lnTo>
                      <a:pt x="945" y="3660"/>
                    </a:lnTo>
                    <a:lnTo>
                      <a:pt x="735" y="4068"/>
                    </a:lnTo>
                    <a:lnTo>
                      <a:pt x="551" y="4486"/>
                    </a:lnTo>
                    <a:lnTo>
                      <a:pt x="394" y="4914"/>
                    </a:lnTo>
                    <a:lnTo>
                      <a:pt x="263" y="5349"/>
                    </a:lnTo>
                    <a:lnTo>
                      <a:pt x="158" y="5790"/>
                    </a:lnTo>
                    <a:lnTo>
                      <a:pt x="79" y="6236"/>
                    </a:lnTo>
                    <a:lnTo>
                      <a:pt x="26" y="6686"/>
                    </a:lnTo>
                    <a:lnTo>
                      <a:pt x="0" y="7137"/>
                    </a:lnTo>
                    <a:lnTo>
                      <a:pt x="0" y="7589"/>
                    </a:lnTo>
                    <a:lnTo>
                      <a:pt x="26" y="8041"/>
                    </a:lnTo>
                    <a:lnTo>
                      <a:pt x="79" y="8490"/>
                    </a:lnTo>
                    <a:lnTo>
                      <a:pt x="158" y="8936"/>
                    </a:lnTo>
                    <a:lnTo>
                      <a:pt x="263" y="9378"/>
                    </a:lnTo>
                    <a:lnTo>
                      <a:pt x="394" y="9813"/>
                    </a:lnTo>
                    <a:lnTo>
                      <a:pt x="551" y="10240"/>
                    </a:lnTo>
                    <a:lnTo>
                      <a:pt x="735" y="10659"/>
                    </a:lnTo>
                    <a:lnTo>
                      <a:pt x="945" y="11067"/>
                    </a:lnTo>
                    <a:lnTo>
                      <a:pt x="1182" y="11464"/>
                    </a:lnTo>
                    <a:lnTo>
                      <a:pt x="1444" y="11847"/>
                    </a:lnTo>
                    <a:lnTo>
                      <a:pt x="1733" y="12217"/>
                    </a:lnTo>
                    <a:lnTo>
                      <a:pt x="2048" y="12570"/>
                    </a:lnTo>
                    <a:lnTo>
                      <a:pt x="2371" y="12889"/>
                    </a:lnTo>
                    <a:lnTo>
                      <a:pt x="2708" y="13183"/>
                    </a:lnTo>
                    <a:lnTo>
                      <a:pt x="3058" y="13451"/>
                    </a:lnTo>
                    <a:lnTo>
                      <a:pt x="3419" y="13693"/>
                    </a:lnTo>
                    <a:lnTo>
                      <a:pt x="3791" y="13910"/>
                    </a:lnTo>
                    <a:lnTo>
                      <a:pt x="4172" y="14101"/>
                    </a:lnTo>
                    <a:lnTo>
                      <a:pt x="4561" y="14267"/>
                    </a:lnTo>
                    <a:lnTo>
                      <a:pt x="4957" y="14408"/>
                    </a:lnTo>
                    <a:lnTo>
                      <a:pt x="5359" y="14522"/>
                    </a:lnTo>
                    <a:lnTo>
                      <a:pt x="5766" y="14612"/>
                    </a:lnTo>
                    <a:lnTo>
                      <a:pt x="6176" y="14676"/>
                    </a:lnTo>
                    <a:lnTo>
                      <a:pt x="6588" y="14714"/>
                    </a:lnTo>
                    <a:lnTo>
                      <a:pt x="7001" y="14727"/>
                    </a:lnTo>
                    <a:lnTo>
                      <a:pt x="7415" y="14714"/>
                    </a:lnTo>
                    <a:lnTo>
                      <a:pt x="7827" y="14676"/>
                    </a:lnTo>
                    <a:lnTo>
                      <a:pt x="8237" y="14612"/>
                    </a:lnTo>
                    <a:lnTo>
                      <a:pt x="8644" y="14522"/>
                    </a:lnTo>
                    <a:lnTo>
                      <a:pt x="9046" y="14408"/>
                    </a:lnTo>
                    <a:lnTo>
                      <a:pt x="9442" y="14267"/>
                    </a:lnTo>
                    <a:lnTo>
                      <a:pt x="9831" y="14101"/>
                    </a:lnTo>
                    <a:lnTo>
                      <a:pt x="10212" y="13910"/>
                    </a:lnTo>
                    <a:lnTo>
                      <a:pt x="10584" y="13693"/>
                    </a:lnTo>
                    <a:lnTo>
                      <a:pt x="10945" y="13451"/>
                    </a:lnTo>
                    <a:lnTo>
                      <a:pt x="11295" y="13183"/>
                    </a:lnTo>
                    <a:lnTo>
                      <a:pt x="11631" y="12889"/>
                    </a:lnTo>
                    <a:lnTo>
                      <a:pt x="11954" y="12570"/>
                    </a:lnTo>
                    <a:moveTo>
                      <a:pt x="19552" y="12570"/>
                    </a:moveTo>
                    <a:lnTo>
                      <a:pt x="19867" y="12217"/>
                    </a:lnTo>
                    <a:lnTo>
                      <a:pt x="20156" y="11847"/>
                    </a:lnTo>
                    <a:lnTo>
                      <a:pt x="20418" y="11464"/>
                    </a:lnTo>
                    <a:lnTo>
                      <a:pt x="20655" y="11067"/>
                    </a:lnTo>
                    <a:lnTo>
                      <a:pt x="20865" y="10659"/>
                    </a:lnTo>
                    <a:lnTo>
                      <a:pt x="21049" y="10240"/>
                    </a:lnTo>
                    <a:lnTo>
                      <a:pt x="21206" y="9813"/>
                    </a:lnTo>
                    <a:lnTo>
                      <a:pt x="21337" y="9378"/>
                    </a:lnTo>
                    <a:lnTo>
                      <a:pt x="21442" y="8936"/>
                    </a:lnTo>
                    <a:lnTo>
                      <a:pt x="21521" y="8490"/>
                    </a:lnTo>
                    <a:lnTo>
                      <a:pt x="21574" y="8041"/>
                    </a:lnTo>
                    <a:lnTo>
                      <a:pt x="21600" y="7589"/>
                    </a:lnTo>
                    <a:lnTo>
                      <a:pt x="21600" y="7137"/>
                    </a:lnTo>
                    <a:lnTo>
                      <a:pt x="21574" y="6686"/>
                    </a:lnTo>
                    <a:lnTo>
                      <a:pt x="21521" y="6236"/>
                    </a:lnTo>
                    <a:lnTo>
                      <a:pt x="21442" y="5790"/>
                    </a:lnTo>
                    <a:lnTo>
                      <a:pt x="21337" y="5349"/>
                    </a:lnTo>
                    <a:lnTo>
                      <a:pt x="21206" y="4914"/>
                    </a:lnTo>
                    <a:lnTo>
                      <a:pt x="21049" y="4486"/>
                    </a:lnTo>
                    <a:lnTo>
                      <a:pt x="20865" y="4068"/>
                    </a:lnTo>
                    <a:lnTo>
                      <a:pt x="20655" y="3660"/>
                    </a:lnTo>
                    <a:lnTo>
                      <a:pt x="20418" y="3263"/>
                    </a:lnTo>
                    <a:lnTo>
                      <a:pt x="20156" y="2879"/>
                    </a:lnTo>
                    <a:lnTo>
                      <a:pt x="19867" y="2510"/>
                    </a:lnTo>
                    <a:lnTo>
                      <a:pt x="19552" y="2157"/>
                    </a:lnTo>
                    <a:lnTo>
                      <a:pt x="19229" y="1838"/>
                    </a:lnTo>
                    <a:lnTo>
                      <a:pt x="18892" y="1544"/>
                    </a:lnTo>
                    <a:lnTo>
                      <a:pt x="18542" y="1276"/>
                    </a:lnTo>
                    <a:lnTo>
                      <a:pt x="18181" y="1034"/>
                    </a:lnTo>
                    <a:lnTo>
                      <a:pt x="17809" y="817"/>
                    </a:lnTo>
                    <a:lnTo>
                      <a:pt x="17428" y="625"/>
                    </a:lnTo>
                    <a:lnTo>
                      <a:pt x="17039" y="459"/>
                    </a:lnTo>
                    <a:lnTo>
                      <a:pt x="16643" y="319"/>
                    </a:lnTo>
                    <a:lnTo>
                      <a:pt x="16241" y="204"/>
                    </a:lnTo>
                    <a:lnTo>
                      <a:pt x="15834" y="115"/>
                    </a:lnTo>
                    <a:lnTo>
                      <a:pt x="15424" y="51"/>
                    </a:lnTo>
                    <a:lnTo>
                      <a:pt x="15012" y="13"/>
                    </a:lnTo>
                    <a:lnTo>
                      <a:pt x="14599" y="0"/>
                    </a:lnTo>
                    <a:lnTo>
                      <a:pt x="14185" y="13"/>
                    </a:lnTo>
                    <a:lnTo>
                      <a:pt x="13773" y="51"/>
                    </a:lnTo>
                    <a:lnTo>
                      <a:pt x="13363" y="115"/>
                    </a:lnTo>
                    <a:lnTo>
                      <a:pt x="12956" y="204"/>
                    </a:lnTo>
                    <a:lnTo>
                      <a:pt x="12554" y="319"/>
                    </a:lnTo>
                    <a:lnTo>
                      <a:pt x="12158" y="459"/>
                    </a:lnTo>
                    <a:lnTo>
                      <a:pt x="11769" y="625"/>
                    </a:lnTo>
                    <a:lnTo>
                      <a:pt x="11388" y="817"/>
                    </a:lnTo>
                    <a:lnTo>
                      <a:pt x="11016" y="1034"/>
                    </a:lnTo>
                    <a:lnTo>
                      <a:pt x="10655" y="1276"/>
                    </a:lnTo>
                    <a:lnTo>
                      <a:pt x="10305" y="1544"/>
                    </a:lnTo>
                    <a:lnTo>
                      <a:pt x="9969" y="1838"/>
                    </a:lnTo>
                    <a:lnTo>
                      <a:pt x="9646" y="2157"/>
                    </a:lnTo>
                    <a:lnTo>
                      <a:pt x="9330" y="2510"/>
                    </a:lnTo>
                    <a:lnTo>
                      <a:pt x="9042" y="2879"/>
                    </a:lnTo>
                    <a:lnTo>
                      <a:pt x="8779" y="3263"/>
                    </a:lnTo>
                    <a:lnTo>
                      <a:pt x="8543" y="3660"/>
                    </a:lnTo>
                    <a:lnTo>
                      <a:pt x="8333" y="4068"/>
                    </a:lnTo>
                    <a:lnTo>
                      <a:pt x="8149" y="4486"/>
                    </a:lnTo>
                    <a:lnTo>
                      <a:pt x="7991" y="4914"/>
                    </a:lnTo>
                    <a:lnTo>
                      <a:pt x="7860" y="5349"/>
                    </a:lnTo>
                    <a:lnTo>
                      <a:pt x="7755" y="5790"/>
                    </a:lnTo>
                    <a:lnTo>
                      <a:pt x="7676" y="6236"/>
                    </a:lnTo>
                    <a:lnTo>
                      <a:pt x="7623" y="6686"/>
                    </a:lnTo>
                    <a:lnTo>
                      <a:pt x="7597" y="7137"/>
                    </a:lnTo>
                    <a:lnTo>
                      <a:pt x="7597" y="7589"/>
                    </a:lnTo>
                    <a:lnTo>
                      <a:pt x="7623" y="8041"/>
                    </a:lnTo>
                    <a:lnTo>
                      <a:pt x="7676" y="8490"/>
                    </a:lnTo>
                    <a:lnTo>
                      <a:pt x="7755" y="8936"/>
                    </a:lnTo>
                    <a:lnTo>
                      <a:pt x="7860" y="9378"/>
                    </a:lnTo>
                    <a:lnTo>
                      <a:pt x="7991" y="9813"/>
                    </a:lnTo>
                    <a:lnTo>
                      <a:pt x="8149" y="10240"/>
                    </a:lnTo>
                    <a:lnTo>
                      <a:pt x="8333" y="10659"/>
                    </a:lnTo>
                    <a:lnTo>
                      <a:pt x="8543" y="11067"/>
                    </a:lnTo>
                    <a:lnTo>
                      <a:pt x="8779" y="11464"/>
                    </a:lnTo>
                    <a:lnTo>
                      <a:pt x="9042" y="11847"/>
                    </a:lnTo>
                    <a:lnTo>
                      <a:pt x="9330" y="12217"/>
                    </a:lnTo>
                    <a:lnTo>
                      <a:pt x="9646" y="12570"/>
                    </a:lnTo>
                    <a:lnTo>
                      <a:pt x="9969" y="12889"/>
                    </a:lnTo>
                    <a:lnTo>
                      <a:pt x="10305" y="13183"/>
                    </a:lnTo>
                    <a:lnTo>
                      <a:pt x="10655" y="13451"/>
                    </a:lnTo>
                    <a:lnTo>
                      <a:pt x="11016" y="13693"/>
                    </a:lnTo>
                    <a:lnTo>
                      <a:pt x="11388" y="13910"/>
                    </a:lnTo>
                    <a:lnTo>
                      <a:pt x="11769" y="14101"/>
                    </a:lnTo>
                    <a:lnTo>
                      <a:pt x="12158" y="14267"/>
                    </a:lnTo>
                    <a:lnTo>
                      <a:pt x="12554" y="14408"/>
                    </a:lnTo>
                    <a:lnTo>
                      <a:pt x="12956" y="14522"/>
                    </a:lnTo>
                    <a:lnTo>
                      <a:pt x="13363" y="14612"/>
                    </a:lnTo>
                    <a:lnTo>
                      <a:pt x="13773" y="14676"/>
                    </a:lnTo>
                    <a:lnTo>
                      <a:pt x="14185" y="14714"/>
                    </a:lnTo>
                    <a:lnTo>
                      <a:pt x="14599" y="14727"/>
                    </a:lnTo>
                    <a:lnTo>
                      <a:pt x="15012" y="14714"/>
                    </a:lnTo>
                    <a:lnTo>
                      <a:pt x="15424" y="14676"/>
                    </a:lnTo>
                    <a:lnTo>
                      <a:pt x="15834" y="14612"/>
                    </a:lnTo>
                    <a:lnTo>
                      <a:pt x="16241" y="14522"/>
                    </a:lnTo>
                    <a:lnTo>
                      <a:pt x="16643" y="14408"/>
                    </a:lnTo>
                    <a:lnTo>
                      <a:pt x="17039" y="14267"/>
                    </a:lnTo>
                    <a:lnTo>
                      <a:pt x="17428" y="14101"/>
                    </a:lnTo>
                    <a:lnTo>
                      <a:pt x="17809" y="13910"/>
                    </a:lnTo>
                    <a:lnTo>
                      <a:pt x="18181" y="13693"/>
                    </a:lnTo>
                    <a:lnTo>
                      <a:pt x="18542" y="13451"/>
                    </a:lnTo>
                    <a:lnTo>
                      <a:pt x="18892" y="13183"/>
                    </a:lnTo>
                    <a:lnTo>
                      <a:pt x="19229" y="12889"/>
                    </a:lnTo>
                    <a:lnTo>
                      <a:pt x="19552" y="12570"/>
                    </a:lnTo>
                    <a:moveTo>
                      <a:pt x="15786" y="19443"/>
                    </a:moveTo>
                    <a:lnTo>
                      <a:pt x="16101" y="19090"/>
                    </a:lnTo>
                    <a:lnTo>
                      <a:pt x="16390" y="18721"/>
                    </a:lnTo>
                    <a:lnTo>
                      <a:pt x="16652" y="18337"/>
                    </a:lnTo>
                    <a:lnTo>
                      <a:pt x="16888" y="17940"/>
                    </a:lnTo>
                    <a:lnTo>
                      <a:pt x="17099" y="17532"/>
                    </a:lnTo>
                    <a:lnTo>
                      <a:pt x="17282" y="17114"/>
                    </a:lnTo>
                    <a:lnTo>
                      <a:pt x="17440" y="16686"/>
                    </a:lnTo>
                    <a:lnTo>
                      <a:pt x="17571" y="16251"/>
                    </a:lnTo>
                    <a:lnTo>
                      <a:pt x="17676" y="15810"/>
                    </a:lnTo>
                    <a:lnTo>
                      <a:pt x="17755" y="15364"/>
                    </a:lnTo>
                    <a:lnTo>
                      <a:pt x="17808" y="14914"/>
                    </a:lnTo>
                    <a:lnTo>
                      <a:pt x="17834" y="14463"/>
                    </a:lnTo>
                    <a:lnTo>
                      <a:pt x="17834" y="14011"/>
                    </a:lnTo>
                    <a:lnTo>
                      <a:pt x="17808" y="13559"/>
                    </a:lnTo>
                    <a:lnTo>
                      <a:pt x="17755" y="13110"/>
                    </a:lnTo>
                    <a:lnTo>
                      <a:pt x="17676" y="12664"/>
                    </a:lnTo>
                    <a:lnTo>
                      <a:pt x="17571" y="12222"/>
                    </a:lnTo>
                    <a:lnTo>
                      <a:pt x="17440" y="11787"/>
                    </a:lnTo>
                    <a:lnTo>
                      <a:pt x="17282" y="11360"/>
                    </a:lnTo>
                    <a:lnTo>
                      <a:pt x="17099" y="10941"/>
                    </a:lnTo>
                    <a:lnTo>
                      <a:pt x="16888" y="10533"/>
                    </a:lnTo>
                    <a:lnTo>
                      <a:pt x="16652" y="10136"/>
                    </a:lnTo>
                    <a:lnTo>
                      <a:pt x="16390" y="9753"/>
                    </a:lnTo>
                    <a:lnTo>
                      <a:pt x="16101" y="9383"/>
                    </a:lnTo>
                    <a:lnTo>
                      <a:pt x="15786" y="9030"/>
                    </a:lnTo>
                    <a:lnTo>
                      <a:pt x="15463" y="8711"/>
                    </a:lnTo>
                    <a:lnTo>
                      <a:pt x="15126" y="8417"/>
                    </a:lnTo>
                    <a:lnTo>
                      <a:pt x="14776" y="8150"/>
                    </a:lnTo>
                    <a:lnTo>
                      <a:pt x="14415" y="7907"/>
                    </a:lnTo>
                    <a:lnTo>
                      <a:pt x="14043" y="7690"/>
                    </a:lnTo>
                    <a:lnTo>
                      <a:pt x="13662" y="7499"/>
                    </a:lnTo>
                    <a:lnTo>
                      <a:pt x="13273" y="7333"/>
                    </a:lnTo>
                    <a:lnTo>
                      <a:pt x="12877" y="7192"/>
                    </a:lnTo>
                    <a:lnTo>
                      <a:pt x="12475" y="7078"/>
                    </a:lnTo>
                    <a:lnTo>
                      <a:pt x="12068" y="6988"/>
                    </a:lnTo>
                    <a:lnTo>
                      <a:pt x="11658" y="6924"/>
                    </a:lnTo>
                    <a:lnTo>
                      <a:pt x="11246" y="6886"/>
                    </a:lnTo>
                    <a:lnTo>
                      <a:pt x="10832" y="6873"/>
                    </a:lnTo>
                    <a:lnTo>
                      <a:pt x="10419" y="6886"/>
                    </a:lnTo>
                    <a:lnTo>
                      <a:pt x="10007" y="6924"/>
                    </a:lnTo>
                    <a:lnTo>
                      <a:pt x="9597" y="6988"/>
                    </a:lnTo>
                    <a:lnTo>
                      <a:pt x="9190" y="7078"/>
                    </a:lnTo>
                    <a:lnTo>
                      <a:pt x="8788" y="7192"/>
                    </a:lnTo>
                    <a:lnTo>
                      <a:pt x="8392" y="7333"/>
                    </a:lnTo>
                    <a:lnTo>
                      <a:pt x="8003" y="7499"/>
                    </a:lnTo>
                    <a:lnTo>
                      <a:pt x="7622" y="7690"/>
                    </a:lnTo>
                    <a:lnTo>
                      <a:pt x="7250" y="7907"/>
                    </a:lnTo>
                    <a:lnTo>
                      <a:pt x="6889" y="8150"/>
                    </a:lnTo>
                    <a:lnTo>
                      <a:pt x="6539" y="8417"/>
                    </a:lnTo>
                    <a:lnTo>
                      <a:pt x="6202" y="8711"/>
                    </a:lnTo>
                    <a:lnTo>
                      <a:pt x="5879" y="9030"/>
                    </a:lnTo>
                    <a:lnTo>
                      <a:pt x="5564" y="9383"/>
                    </a:lnTo>
                    <a:lnTo>
                      <a:pt x="5275" y="9753"/>
                    </a:lnTo>
                    <a:lnTo>
                      <a:pt x="5013" y="10136"/>
                    </a:lnTo>
                    <a:lnTo>
                      <a:pt x="4776" y="10533"/>
                    </a:lnTo>
                    <a:lnTo>
                      <a:pt x="4566" y="10941"/>
                    </a:lnTo>
                    <a:lnTo>
                      <a:pt x="4383" y="11360"/>
                    </a:lnTo>
                    <a:lnTo>
                      <a:pt x="4225" y="11787"/>
                    </a:lnTo>
                    <a:lnTo>
                      <a:pt x="4094" y="12222"/>
                    </a:lnTo>
                    <a:lnTo>
                      <a:pt x="3989" y="12664"/>
                    </a:lnTo>
                    <a:lnTo>
                      <a:pt x="3910" y="13110"/>
                    </a:lnTo>
                    <a:lnTo>
                      <a:pt x="3857" y="13559"/>
                    </a:lnTo>
                    <a:lnTo>
                      <a:pt x="3831" y="14011"/>
                    </a:lnTo>
                    <a:lnTo>
                      <a:pt x="3831" y="14463"/>
                    </a:lnTo>
                    <a:lnTo>
                      <a:pt x="3857" y="14914"/>
                    </a:lnTo>
                    <a:lnTo>
                      <a:pt x="3910" y="15364"/>
                    </a:lnTo>
                    <a:lnTo>
                      <a:pt x="3989" y="15810"/>
                    </a:lnTo>
                    <a:lnTo>
                      <a:pt x="4094" y="16251"/>
                    </a:lnTo>
                    <a:lnTo>
                      <a:pt x="4225" y="16686"/>
                    </a:lnTo>
                    <a:lnTo>
                      <a:pt x="4383" y="17114"/>
                    </a:lnTo>
                    <a:lnTo>
                      <a:pt x="4566" y="17532"/>
                    </a:lnTo>
                    <a:lnTo>
                      <a:pt x="4776" y="17940"/>
                    </a:lnTo>
                    <a:lnTo>
                      <a:pt x="5013" y="18337"/>
                    </a:lnTo>
                    <a:lnTo>
                      <a:pt x="5275" y="18721"/>
                    </a:lnTo>
                    <a:lnTo>
                      <a:pt x="5564" y="19090"/>
                    </a:lnTo>
                    <a:lnTo>
                      <a:pt x="5879" y="19443"/>
                    </a:lnTo>
                    <a:lnTo>
                      <a:pt x="6202" y="19762"/>
                    </a:lnTo>
                    <a:lnTo>
                      <a:pt x="6539" y="20056"/>
                    </a:lnTo>
                    <a:lnTo>
                      <a:pt x="6889" y="20324"/>
                    </a:lnTo>
                    <a:lnTo>
                      <a:pt x="7250" y="20566"/>
                    </a:lnTo>
                    <a:lnTo>
                      <a:pt x="7622" y="20783"/>
                    </a:lnTo>
                    <a:lnTo>
                      <a:pt x="8003" y="20975"/>
                    </a:lnTo>
                    <a:lnTo>
                      <a:pt x="8392" y="21141"/>
                    </a:lnTo>
                    <a:lnTo>
                      <a:pt x="8788" y="21281"/>
                    </a:lnTo>
                    <a:lnTo>
                      <a:pt x="9190" y="21396"/>
                    </a:lnTo>
                    <a:lnTo>
                      <a:pt x="9597" y="21485"/>
                    </a:lnTo>
                    <a:lnTo>
                      <a:pt x="10007" y="21549"/>
                    </a:lnTo>
                    <a:lnTo>
                      <a:pt x="10419" y="21587"/>
                    </a:lnTo>
                    <a:lnTo>
                      <a:pt x="10832" y="21600"/>
                    </a:lnTo>
                    <a:lnTo>
                      <a:pt x="11246" y="21587"/>
                    </a:lnTo>
                    <a:lnTo>
                      <a:pt x="11658" y="21549"/>
                    </a:lnTo>
                    <a:lnTo>
                      <a:pt x="12068" y="21485"/>
                    </a:lnTo>
                    <a:lnTo>
                      <a:pt x="12475" y="21396"/>
                    </a:lnTo>
                    <a:lnTo>
                      <a:pt x="12877" y="21281"/>
                    </a:lnTo>
                    <a:lnTo>
                      <a:pt x="13273" y="21141"/>
                    </a:lnTo>
                    <a:lnTo>
                      <a:pt x="13662" y="20975"/>
                    </a:lnTo>
                    <a:lnTo>
                      <a:pt x="14043" y="20783"/>
                    </a:lnTo>
                    <a:lnTo>
                      <a:pt x="14415" y="20566"/>
                    </a:lnTo>
                    <a:lnTo>
                      <a:pt x="14776" y="20324"/>
                    </a:lnTo>
                    <a:lnTo>
                      <a:pt x="15126" y="20056"/>
                    </a:lnTo>
                    <a:lnTo>
                      <a:pt x="15463" y="19762"/>
                    </a:lnTo>
                    <a:lnTo>
                      <a:pt x="15786" y="19443"/>
                    </a:lnTo>
                  </a:path>
                </a:pathLst>
              </a:custGeom>
              <a:noFill/>
              <a:ln w="25400" cap="flat">
                <a:solidFill>
                  <a:srgbClr val="9A9A9A"/>
                </a:solidFill>
                <a:prstDash val="solid"/>
                <a:round/>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1400" b="0" i="0" u="none" strike="noStrike" kern="0" cap="none" spc="0" normalizeH="0" baseline="0" noProof="0">
                  <a:ln>
                    <a:noFill/>
                  </a:ln>
                  <a:solidFill>
                    <a:srgbClr val="000000"/>
                  </a:solidFill>
                  <a:effectLst/>
                  <a:uLnTx/>
                  <a:uFillTx/>
                  <a:latin typeface="Calibri"/>
                  <a:cs typeface="Calibri"/>
                  <a:sym typeface="Calibri"/>
                </a:endParaRPr>
              </a:p>
            </p:txBody>
          </p:sp>
        </p:grpSp>
        <p:sp>
          <p:nvSpPr>
            <p:cNvPr id="26" name="object 16">
              <a:extLst>
                <a:ext uri="{FF2B5EF4-FFF2-40B4-BE49-F238E27FC236}">
                  <a16:creationId xmlns:a16="http://schemas.microsoft.com/office/drawing/2014/main" id="{EA266DD7-4BE4-D2A6-33E6-BE70EA825072}"/>
                </a:ext>
              </a:extLst>
            </p:cNvPr>
            <p:cNvSpPr txBox="1"/>
            <p:nvPr/>
          </p:nvSpPr>
          <p:spPr>
            <a:xfrm>
              <a:off x="3495479" y="5474345"/>
              <a:ext cx="1641431" cy="5880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marL="0" marR="10085" lvl="0" indent="0" algn="ctr" defTabSz="1815352" rtl="0" eaLnBrk="1" fontAlgn="auto" latinLnBrk="0" hangingPunct="0">
                <a:lnSpc>
                  <a:spcPct val="100000"/>
                </a:lnSpc>
                <a:spcBef>
                  <a:spcPts val="0"/>
                </a:spcBef>
                <a:spcAft>
                  <a:spcPts val="0"/>
                </a:spcAft>
                <a:buClrTx/>
                <a:buSzTx/>
                <a:buFontTx/>
                <a:buNone/>
                <a:tabLst/>
                <a:defRPr sz="1100" b="1" spc="-18">
                  <a:latin typeface="Helvetica"/>
                  <a:ea typeface="Helvetica"/>
                  <a:cs typeface="Helvetica"/>
                  <a:sym typeface="Helvetica"/>
                </a:defRPr>
              </a:pPr>
              <a:r>
                <a:rPr kumimoji="0" sz="1400" b="1" i="0" u="none" strike="noStrike" kern="0" cap="none" spc="-18" normalizeH="0" baseline="0" noProof="0" dirty="0">
                  <a:ln>
                    <a:noFill/>
                  </a:ln>
                  <a:solidFill>
                    <a:srgbClr val="000000"/>
                  </a:solidFill>
                  <a:effectLst/>
                  <a:uLnTx/>
                  <a:uFillTx/>
                  <a:latin typeface="Arial"/>
                  <a:cs typeface="Helvetica"/>
                  <a:sym typeface="Helvetica"/>
                </a:rPr>
                <a:t>Reinforcement Learning</a:t>
              </a:r>
            </a:p>
          </p:txBody>
        </p:sp>
        <p:sp>
          <p:nvSpPr>
            <p:cNvPr id="27" name="object 17">
              <a:extLst>
                <a:ext uri="{FF2B5EF4-FFF2-40B4-BE49-F238E27FC236}">
                  <a16:creationId xmlns:a16="http://schemas.microsoft.com/office/drawing/2014/main" id="{A5A8855F-5DF0-1FD7-894B-B5F3AFD32FB5}"/>
                </a:ext>
              </a:extLst>
            </p:cNvPr>
            <p:cNvSpPr txBox="1"/>
            <p:nvPr/>
          </p:nvSpPr>
          <p:spPr>
            <a:xfrm>
              <a:off x="2117996" y="3403655"/>
              <a:ext cx="1288687" cy="5880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marL="0" marR="10085" lvl="0" indent="0" algn="ctr" defTabSz="1815352" rtl="0" eaLnBrk="1" fontAlgn="auto" latinLnBrk="0" hangingPunct="0">
                <a:lnSpc>
                  <a:spcPct val="100000"/>
                </a:lnSpc>
                <a:spcBef>
                  <a:spcPts val="0"/>
                </a:spcBef>
                <a:spcAft>
                  <a:spcPts val="0"/>
                </a:spcAft>
                <a:buClrTx/>
                <a:buSzTx/>
                <a:buFontTx/>
                <a:buNone/>
                <a:tabLst/>
                <a:defRPr sz="1100" b="1" spc="-18">
                  <a:latin typeface="Helvetica"/>
                  <a:ea typeface="Helvetica"/>
                  <a:cs typeface="Helvetica"/>
                  <a:sym typeface="Helvetica"/>
                </a:defRPr>
              </a:pPr>
              <a:r>
                <a:rPr kumimoji="0" sz="1400" b="1" i="0" u="none" strike="noStrike" kern="0" cap="none" spc="-18" normalizeH="0" baseline="0" noProof="0" dirty="0">
                  <a:ln>
                    <a:noFill/>
                  </a:ln>
                  <a:solidFill>
                    <a:srgbClr val="000000"/>
                  </a:solidFill>
                  <a:effectLst/>
                  <a:uLnTx/>
                  <a:uFillTx/>
                  <a:latin typeface="Arial"/>
                  <a:cs typeface="Helvetica"/>
                  <a:sym typeface="Helvetica"/>
                </a:rPr>
                <a:t>Supervise</a:t>
              </a:r>
              <a:r>
                <a:rPr kumimoji="0" lang="en-US" sz="1400" b="1" i="0" u="none" strike="noStrike" kern="0" cap="none" spc="-18" normalizeH="0" baseline="0" noProof="0" dirty="0">
                  <a:ln>
                    <a:noFill/>
                  </a:ln>
                  <a:solidFill>
                    <a:srgbClr val="000000"/>
                  </a:solidFill>
                  <a:effectLst/>
                  <a:uLnTx/>
                  <a:uFillTx/>
                  <a:latin typeface="Arial"/>
                  <a:cs typeface="Helvetica"/>
                  <a:sym typeface="Helvetica"/>
                </a:rPr>
                <a:t>d </a:t>
              </a:r>
              <a:r>
                <a:rPr kumimoji="0" sz="1400" b="1" i="0" u="none" strike="noStrike" kern="0" cap="none" spc="-18" normalizeH="0" baseline="0" noProof="0" dirty="0">
                  <a:ln>
                    <a:noFill/>
                  </a:ln>
                  <a:solidFill>
                    <a:srgbClr val="000000"/>
                  </a:solidFill>
                  <a:effectLst/>
                  <a:uLnTx/>
                  <a:uFillTx/>
                  <a:latin typeface="Arial"/>
                  <a:cs typeface="Helvetica"/>
                  <a:sym typeface="Helvetica"/>
                </a:rPr>
                <a:t>Learning</a:t>
              </a:r>
            </a:p>
          </p:txBody>
        </p:sp>
        <p:sp>
          <p:nvSpPr>
            <p:cNvPr id="28" name="object 18">
              <a:extLst>
                <a:ext uri="{FF2B5EF4-FFF2-40B4-BE49-F238E27FC236}">
                  <a16:creationId xmlns:a16="http://schemas.microsoft.com/office/drawing/2014/main" id="{A5BB078D-1D9C-EAEF-4627-56992AF4128B}"/>
                </a:ext>
              </a:extLst>
            </p:cNvPr>
            <p:cNvSpPr txBox="1"/>
            <p:nvPr/>
          </p:nvSpPr>
          <p:spPr>
            <a:xfrm>
              <a:off x="5039307" y="3486965"/>
              <a:ext cx="1600893" cy="5880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marL="0" marR="10085" lvl="0" indent="0" algn="ctr" defTabSz="1815352" rtl="0" eaLnBrk="1" fontAlgn="auto" latinLnBrk="0" hangingPunct="0">
                <a:lnSpc>
                  <a:spcPct val="100000"/>
                </a:lnSpc>
                <a:spcBef>
                  <a:spcPts val="0"/>
                </a:spcBef>
                <a:spcAft>
                  <a:spcPts val="0"/>
                </a:spcAft>
                <a:buClrTx/>
                <a:buSzTx/>
                <a:buFontTx/>
                <a:buNone/>
                <a:tabLst/>
                <a:defRPr sz="1100" b="1" spc="-18">
                  <a:latin typeface="Helvetica"/>
                  <a:ea typeface="Helvetica"/>
                  <a:cs typeface="Helvetica"/>
                  <a:sym typeface="Helvetica"/>
                </a:defRPr>
              </a:pPr>
              <a:r>
                <a:rPr kumimoji="0" sz="1400" b="1" i="0" u="none" strike="noStrike" kern="0" cap="none" spc="-18" normalizeH="0" baseline="0" noProof="0" dirty="0">
                  <a:ln>
                    <a:noFill/>
                  </a:ln>
                  <a:solidFill>
                    <a:srgbClr val="000000"/>
                  </a:solidFill>
                  <a:effectLst/>
                  <a:uLnTx/>
                  <a:uFillTx/>
                  <a:latin typeface="Arial"/>
                  <a:cs typeface="Helvetica"/>
                  <a:sym typeface="Helvetica"/>
                </a:rPr>
                <a:t>Unsupervis</a:t>
              </a:r>
              <a:r>
                <a:rPr kumimoji="0" lang="en-US" sz="1400" b="1" i="0" u="none" strike="noStrike" kern="0" cap="none" spc="-18" normalizeH="0" baseline="0" noProof="0" dirty="0">
                  <a:ln>
                    <a:noFill/>
                  </a:ln>
                  <a:solidFill>
                    <a:srgbClr val="000000"/>
                  </a:solidFill>
                  <a:effectLst/>
                  <a:uLnTx/>
                  <a:uFillTx/>
                  <a:latin typeface="Arial"/>
                  <a:cs typeface="Helvetica"/>
                  <a:sym typeface="Helvetica"/>
                </a:rPr>
                <a:t>e</a:t>
              </a:r>
              <a:r>
                <a:rPr kumimoji="0" sz="1400" b="1" i="0" u="none" strike="noStrike" kern="0" cap="none" spc="-18" normalizeH="0" baseline="0" noProof="0" dirty="0">
                  <a:ln>
                    <a:noFill/>
                  </a:ln>
                  <a:solidFill>
                    <a:srgbClr val="000000"/>
                  </a:solidFill>
                  <a:effectLst/>
                  <a:uLnTx/>
                  <a:uFillTx/>
                  <a:latin typeface="Arial"/>
                  <a:cs typeface="Helvetica"/>
                  <a:sym typeface="Helvetica"/>
                </a:rPr>
                <a:t>d Learning</a:t>
              </a:r>
            </a:p>
          </p:txBody>
        </p:sp>
        <p:sp>
          <p:nvSpPr>
            <p:cNvPr id="29" name="object 19">
              <a:extLst>
                <a:ext uri="{FF2B5EF4-FFF2-40B4-BE49-F238E27FC236}">
                  <a16:creationId xmlns:a16="http://schemas.microsoft.com/office/drawing/2014/main" id="{E650A7F7-BB08-B61C-C615-4C76D588DA78}"/>
                </a:ext>
              </a:extLst>
            </p:cNvPr>
            <p:cNvSpPr txBox="1"/>
            <p:nvPr/>
          </p:nvSpPr>
          <p:spPr>
            <a:xfrm>
              <a:off x="3549556" y="3881419"/>
              <a:ext cx="1533278" cy="5880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0" marR="10085" lvl="0" indent="0" algn="ctr" defTabSz="1815352" rtl="0" eaLnBrk="1" fontAlgn="auto" latinLnBrk="0" hangingPunct="0">
                <a:lnSpc>
                  <a:spcPct val="100000"/>
                </a:lnSpc>
                <a:spcBef>
                  <a:spcPts val="0"/>
                </a:spcBef>
                <a:spcAft>
                  <a:spcPts val="0"/>
                </a:spcAft>
                <a:buClrTx/>
                <a:buSzTx/>
                <a:buFontTx/>
                <a:buNone/>
                <a:tabLst/>
                <a:defRPr sz="1100" b="1" spc="-18">
                  <a:latin typeface="Helvetica"/>
                  <a:ea typeface="Helvetica"/>
                  <a:cs typeface="Helvetica"/>
                  <a:sym typeface="Helvetica"/>
                </a:defRPr>
              </a:pPr>
              <a:r>
                <a:rPr kumimoji="0" sz="1400" b="1" i="0" u="none" strike="noStrike" kern="0" cap="none" spc="-18" normalizeH="0" baseline="0" noProof="0" dirty="0">
                  <a:ln>
                    <a:noFill/>
                  </a:ln>
                  <a:solidFill>
                    <a:srgbClr val="C00000"/>
                  </a:solidFill>
                  <a:effectLst/>
                  <a:uLnTx/>
                  <a:uFillTx/>
                  <a:latin typeface="Arial"/>
                  <a:cs typeface="Helvetica"/>
                  <a:sym typeface="Helvetica"/>
                </a:rPr>
                <a:t>Machine Learning</a:t>
              </a:r>
            </a:p>
          </p:txBody>
        </p:sp>
      </p:grpSp>
      <p:pic>
        <p:nvPicPr>
          <p:cNvPr id="1026" name="Picture 2">
            <a:extLst>
              <a:ext uri="{FF2B5EF4-FFF2-40B4-BE49-F238E27FC236}">
                <a16:creationId xmlns:a16="http://schemas.microsoft.com/office/drawing/2014/main" id="{008624C7-6DD2-5D5C-7408-BF5DACCBC2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4055" y="2121523"/>
            <a:ext cx="5361588" cy="3835025"/>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329D0A27-D923-10C6-BFC0-202291BEBC05}"/>
              </a:ext>
            </a:extLst>
          </p:cNvPr>
          <p:cNvSpPr txBox="1"/>
          <p:nvPr/>
        </p:nvSpPr>
        <p:spPr>
          <a:xfrm>
            <a:off x="5745176" y="6246014"/>
            <a:ext cx="1359346"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Gill Sans"/>
                <a:ea typeface="+mj-ea"/>
                <a:cs typeface="+mj-cs"/>
                <a:sym typeface="Gill Sans"/>
                <a:hlinkClick r:id="rId4"/>
              </a:rPr>
              <a:t>Image source</a:t>
            </a:r>
            <a:endParaRPr kumimoji="0" lang="en-US" sz="1800" b="0" i="0" u="none" strike="noStrike" kern="0" cap="none" spc="0" normalizeH="0" baseline="0" noProof="0" dirty="0">
              <a:ln>
                <a:noFill/>
              </a:ln>
              <a:solidFill>
                <a:srgbClr val="000000"/>
              </a:solidFill>
              <a:effectLst/>
              <a:uLnTx/>
              <a:uFillTx/>
              <a:latin typeface="Gill Sans"/>
              <a:ea typeface="+mj-ea"/>
              <a:cs typeface="+mj-cs"/>
              <a:sym typeface="Gill Sans"/>
            </a:endParaRPr>
          </a:p>
        </p:txBody>
      </p:sp>
      <p:sp>
        <p:nvSpPr>
          <p:cNvPr id="16" name="Date Placeholder 3">
            <a:extLst>
              <a:ext uri="{FF2B5EF4-FFF2-40B4-BE49-F238E27FC236}">
                <a16:creationId xmlns:a16="http://schemas.microsoft.com/office/drawing/2014/main" id="{639620FD-AD1B-8BC2-C656-E764B4F16E85}"/>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 name="Footer Placeholder 5">
            <a:extLst>
              <a:ext uri="{FF2B5EF4-FFF2-40B4-BE49-F238E27FC236}">
                <a16:creationId xmlns:a16="http://schemas.microsoft.com/office/drawing/2014/main" id="{F0EAC74B-4573-D0F6-94B1-0251F901E785}"/>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8" name="Slide Number Placeholder 7">
            <a:extLst>
              <a:ext uri="{FF2B5EF4-FFF2-40B4-BE49-F238E27FC236}">
                <a16:creationId xmlns:a16="http://schemas.microsoft.com/office/drawing/2014/main" id="{08EAFD50-1E88-9E0B-BD5F-20C56030B1C2}"/>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14277519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RL: Learning by Trial &amp; Error">
            <a:extLst>
              <a:ext uri="{FF2B5EF4-FFF2-40B4-BE49-F238E27FC236}">
                <a16:creationId xmlns:a16="http://schemas.microsoft.com/office/drawing/2014/main" id="{239B4E4D-0916-03FD-E864-F5AD489E2665}"/>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RL: Learning by Trial &amp; Error</a:t>
            </a:r>
          </a:p>
        </p:txBody>
      </p:sp>
      <p:grpSp>
        <p:nvGrpSpPr>
          <p:cNvPr id="3" name="Group">
            <a:extLst>
              <a:ext uri="{FF2B5EF4-FFF2-40B4-BE49-F238E27FC236}">
                <a16:creationId xmlns:a16="http://schemas.microsoft.com/office/drawing/2014/main" id="{D793BCF6-B8C1-3A15-AF7B-0FAD395A0597}"/>
              </a:ext>
            </a:extLst>
          </p:cNvPr>
          <p:cNvGrpSpPr/>
          <p:nvPr/>
        </p:nvGrpSpPr>
        <p:grpSpPr>
          <a:xfrm>
            <a:off x="566652" y="1953723"/>
            <a:ext cx="3654522" cy="4187595"/>
            <a:chOff x="0" y="0"/>
            <a:chExt cx="3654521" cy="4187593"/>
          </a:xfrm>
        </p:grpSpPr>
        <p:pic>
          <p:nvPicPr>
            <p:cNvPr id="4" name="object 12" descr="object 12">
              <a:extLst>
                <a:ext uri="{FF2B5EF4-FFF2-40B4-BE49-F238E27FC236}">
                  <a16:creationId xmlns:a16="http://schemas.microsoft.com/office/drawing/2014/main" id="{D466EE00-2A1A-A9A5-6417-A0409E7B0438}"/>
                </a:ext>
              </a:extLst>
            </p:cNvPr>
            <p:cNvPicPr>
              <a:picLocks noChangeAspect="1"/>
            </p:cNvPicPr>
            <p:nvPr/>
          </p:nvPicPr>
          <p:blipFill>
            <a:blip r:embed="rId2"/>
            <a:stretch>
              <a:fillRect/>
            </a:stretch>
          </p:blipFill>
          <p:spPr>
            <a:xfrm>
              <a:off x="910855" y="0"/>
              <a:ext cx="1886393" cy="1643433"/>
            </a:xfrm>
            <a:prstGeom prst="rect">
              <a:avLst/>
            </a:prstGeom>
            <a:ln w="12700" cap="flat">
              <a:noFill/>
              <a:miter lim="400000"/>
            </a:ln>
            <a:effectLst/>
          </p:spPr>
        </p:pic>
        <p:sp>
          <p:nvSpPr>
            <p:cNvPr id="5" name="object 13">
              <a:extLst>
                <a:ext uri="{FF2B5EF4-FFF2-40B4-BE49-F238E27FC236}">
                  <a16:creationId xmlns:a16="http://schemas.microsoft.com/office/drawing/2014/main" id="{7996DA15-A1D7-B125-256A-7863E77CC2D6}"/>
                </a:ext>
              </a:extLst>
            </p:cNvPr>
            <p:cNvSpPr txBox="1"/>
            <p:nvPr/>
          </p:nvSpPr>
          <p:spPr>
            <a:xfrm>
              <a:off x="0" y="489869"/>
              <a:ext cx="767039" cy="1397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indent="12700" algn="l" defTabSz="1815352">
                <a:spcBef>
                  <a:spcPts val="100"/>
                </a:spcBef>
                <a:defRPr sz="900" b="1" spc="-18">
                  <a:latin typeface="Helvetica"/>
                  <a:ea typeface="Helvetica"/>
                  <a:cs typeface="Helvetica"/>
                  <a:sym typeface="Helvetica"/>
                </a:defRPr>
              </a:lvl1pPr>
            </a:lstStyle>
            <a:p>
              <a:pPr marL="0" marR="0" lvl="0" indent="12700" algn="l" defTabSz="1815352" rtl="0" eaLnBrk="1" fontAlgn="auto" latinLnBrk="0" hangingPunct="0">
                <a:lnSpc>
                  <a:spcPct val="100000"/>
                </a:lnSpc>
                <a:spcBef>
                  <a:spcPts val="100"/>
                </a:spcBef>
                <a:spcAft>
                  <a:spcPts val="0"/>
                </a:spcAft>
                <a:buClrTx/>
                <a:buSzTx/>
                <a:buFontTx/>
                <a:buNone/>
                <a:tabLst/>
                <a:defRPr/>
              </a:pPr>
              <a:r>
                <a:rPr kumimoji="0" sz="900" b="1" i="0" u="none" strike="noStrike" kern="0" cap="none" spc="-18" normalizeH="0" baseline="0" noProof="0">
                  <a:ln>
                    <a:noFill/>
                  </a:ln>
                  <a:solidFill>
                    <a:srgbClr val="000000"/>
                  </a:solidFill>
                  <a:effectLst/>
                  <a:uLnTx/>
                  <a:uFillTx/>
                  <a:latin typeface="Helvetica"/>
                  <a:cs typeface="Helvetica"/>
                  <a:sym typeface="Helvetica"/>
                </a:rPr>
                <a:t>observation</a:t>
              </a:r>
            </a:p>
          </p:txBody>
        </p:sp>
        <p:sp>
          <p:nvSpPr>
            <p:cNvPr id="6" name="object 14">
              <a:extLst>
                <a:ext uri="{FF2B5EF4-FFF2-40B4-BE49-F238E27FC236}">
                  <a16:creationId xmlns:a16="http://schemas.microsoft.com/office/drawing/2014/main" id="{F869B382-8240-4935-2831-66E7CE165CC7}"/>
                </a:ext>
              </a:extLst>
            </p:cNvPr>
            <p:cNvSpPr txBox="1"/>
            <p:nvPr/>
          </p:nvSpPr>
          <p:spPr>
            <a:xfrm>
              <a:off x="1257141" y="1888367"/>
              <a:ext cx="466018" cy="1397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indent="12700" algn="l" defTabSz="1815352">
                <a:spcBef>
                  <a:spcPts val="100"/>
                </a:spcBef>
                <a:defRPr sz="900" b="1" spc="-18">
                  <a:latin typeface="Helvetica"/>
                  <a:ea typeface="Helvetica"/>
                  <a:cs typeface="Helvetica"/>
                  <a:sym typeface="Helvetica"/>
                </a:defRPr>
              </a:lvl1pPr>
            </a:lstStyle>
            <a:p>
              <a:pPr marL="0" marR="0" lvl="0" indent="12700" algn="l" defTabSz="1815352" rtl="0" eaLnBrk="1" fontAlgn="auto" latinLnBrk="0" hangingPunct="0">
                <a:lnSpc>
                  <a:spcPct val="100000"/>
                </a:lnSpc>
                <a:spcBef>
                  <a:spcPts val="100"/>
                </a:spcBef>
                <a:spcAft>
                  <a:spcPts val="0"/>
                </a:spcAft>
                <a:buClrTx/>
                <a:buSzTx/>
                <a:buFontTx/>
                <a:buNone/>
                <a:tabLst/>
                <a:defRPr/>
              </a:pPr>
              <a:r>
                <a:rPr kumimoji="0" sz="900" b="1" i="0" u="none" strike="noStrike" kern="0" cap="none" spc="-18" normalizeH="0" baseline="0" noProof="0">
                  <a:ln>
                    <a:noFill/>
                  </a:ln>
                  <a:solidFill>
                    <a:srgbClr val="000000"/>
                  </a:solidFill>
                  <a:effectLst/>
                  <a:uLnTx/>
                  <a:uFillTx/>
                  <a:latin typeface="Helvetica"/>
                  <a:cs typeface="Helvetica"/>
                  <a:sym typeface="Helvetica"/>
                </a:rPr>
                <a:t>reward</a:t>
              </a:r>
            </a:p>
          </p:txBody>
        </p:sp>
        <p:sp>
          <p:nvSpPr>
            <p:cNvPr id="12" name="object 15">
              <a:extLst>
                <a:ext uri="{FF2B5EF4-FFF2-40B4-BE49-F238E27FC236}">
                  <a16:creationId xmlns:a16="http://schemas.microsoft.com/office/drawing/2014/main" id="{E718144F-1C4A-D0AF-6B9B-BDD95A62903C}"/>
                </a:ext>
              </a:extLst>
            </p:cNvPr>
            <p:cNvSpPr txBox="1"/>
            <p:nvPr/>
          </p:nvSpPr>
          <p:spPr>
            <a:xfrm>
              <a:off x="3091590" y="489869"/>
              <a:ext cx="423192" cy="1397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indent="12700" algn="l" defTabSz="1815352">
                <a:spcBef>
                  <a:spcPts val="100"/>
                </a:spcBef>
                <a:defRPr sz="900" b="1" spc="-18">
                  <a:latin typeface="Helvetica"/>
                  <a:ea typeface="Helvetica"/>
                  <a:cs typeface="Helvetica"/>
                  <a:sym typeface="Helvetica"/>
                </a:defRPr>
              </a:lvl1pPr>
            </a:lstStyle>
            <a:p>
              <a:pPr marL="0" marR="0" lvl="0" indent="12700" algn="l" defTabSz="1815352" rtl="0" eaLnBrk="1" fontAlgn="auto" latinLnBrk="0" hangingPunct="0">
                <a:lnSpc>
                  <a:spcPct val="100000"/>
                </a:lnSpc>
                <a:spcBef>
                  <a:spcPts val="100"/>
                </a:spcBef>
                <a:spcAft>
                  <a:spcPts val="0"/>
                </a:spcAft>
                <a:buClrTx/>
                <a:buSzTx/>
                <a:buFontTx/>
                <a:buNone/>
                <a:tabLst/>
                <a:defRPr/>
              </a:pPr>
              <a:r>
                <a:rPr kumimoji="0" sz="900" b="1" i="0" u="none" strike="noStrike" kern="0" cap="none" spc="-18" normalizeH="0" baseline="0" noProof="0">
                  <a:ln>
                    <a:noFill/>
                  </a:ln>
                  <a:solidFill>
                    <a:srgbClr val="000000"/>
                  </a:solidFill>
                  <a:effectLst/>
                  <a:uLnTx/>
                  <a:uFillTx/>
                  <a:latin typeface="Helvetica"/>
                  <a:cs typeface="Helvetica"/>
                  <a:sym typeface="Helvetica"/>
                </a:rPr>
                <a:t>action</a:t>
              </a:r>
            </a:p>
          </p:txBody>
        </p:sp>
        <p:sp>
          <p:nvSpPr>
            <p:cNvPr id="13" name="object 16">
              <a:extLst>
                <a:ext uri="{FF2B5EF4-FFF2-40B4-BE49-F238E27FC236}">
                  <a16:creationId xmlns:a16="http://schemas.microsoft.com/office/drawing/2014/main" id="{E8199E74-85B7-AE76-2165-4B0556B40ABC}"/>
                </a:ext>
              </a:extLst>
            </p:cNvPr>
            <p:cNvSpPr txBox="1"/>
            <p:nvPr/>
          </p:nvSpPr>
          <p:spPr>
            <a:xfrm>
              <a:off x="3144848" y="821716"/>
              <a:ext cx="277092" cy="1816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marL="0" marR="0" lvl="0" indent="38100" algn="l" defTabSz="1815352" rtl="0" eaLnBrk="1" fontAlgn="auto" latinLnBrk="0" hangingPunct="0">
                <a:lnSpc>
                  <a:spcPct val="100000"/>
                </a:lnSpc>
                <a:spcBef>
                  <a:spcPts val="100"/>
                </a:spcBef>
                <a:spcAft>
                  <a:spcPts val="0"/>
                </a:spcAft>
                <a:buClrTx/>
                <a:buSzTx/>
                <a:buFontTx/>
                <a:buNone/>
                <a:tabLst/>
                <a:defRPr sz="900" b="1" i="1" spc="-45">
                  <a:latin typeface="Helvetica"/>
                  <a:ea typeface="Helvetica"/>
                  <a:cs typeface="Helvetica"/>
                  <a:sym typeface="Helvetica"/>
                </a:defRPr>
              </a:pPr>
              <a:r>
                <a:rPr kumimoji="0" sz="900" b="1" i="1" u="none" strike="noStrike" kern="0" cap="none" spc="-45" normalizeH="0" baseline="0" noProof="0">
                  <a:ln>
                    <a:noFill/>
                  </a:ln>
                  <a:solidFill>
                    <a:srgbClr val="000000"/>
                  </a:solidFill>
                  <a:effectLst/>
                  <a:uLnTx/>
                  <a:uFillTx/>
                  <a:latin typeface="Helvetica"/>
                  <a:cs typeface="Helvetica"/>
                  <a:sym typeface="Helvetica"/>
                </a:rPr>
                <a:t>A</a:t>
              </a:r>
              <a:r>
                <a:rPr kumimoji="0" sz="1100" b="1" i="1" u="none" strike="noStrike" kern="0" cap="none" spc="-67" normalizeH="0" baseline="-17878" noProof="0">
                  <a:ln>
                    <a:noFill/>
                  </a:ln>
                  <a:solidFill>
                    <a:srgbClr val="000000"/>
                  </a:solidFill>
                  <a:effectLst/>
                  <a:uLnTx/>
                  <a:uFillTx/>
                  <a:latin typeface="Helvetica"/>
                  <a:cs typeface="Helvetica"/>
                  <a:sym typeface="Helvetica"/>
                </a:rPr>
                <a:t>t</a:t>
              </a:r>
            </a:p>
          </p:txBody>
        </p:sp>
        <p:sp>
          <p:nvSpPr>
            <p:cNvPr id="14" name="object 17">
              <a:extLst>
                <a:ext uri="{FF2B5EF4-FFF2-40B4-BE49-F238E27FC236}">
                  <a16:creationId xmlns:a16="http://schemas.microsoft.com/office/drawing/2014/main" id="{545E035B-A15C-687A-99B8-02AE27D7BD48}"/>
                </a:ext>
              </a:extLst>
            </p:cNvPr>
            <p:cNvSpPr txBox="1"/>
            <p:nvPr/>
          </p:nvSpPr>
          <p:spPr>
            <a:xfrm>
              <a:off x="1928074" y="1888367"/>
              <a:ext cx="277092" cy="1816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marL="0" marR="0" lvl="0" indent="38100" algn="l" defTabSz="1815352" rtl="0" eaLnBrk="1" fontAlgn="auto" latinLnBrk="0" hangingPunct="0">
                <a:lnSpc>
                  <a:spcPct val="100000"/>
                </a:lnSpc>
                <a:spcBef>
                  <a:spcPts val="100"/>
                </a:spcBef>
                <a:spcAft>
                  <a:spcPts val="0"/>
                </a:spcAft>
                <a:buClrTx/>
                <a:buSzTx/>
                <a:buFontTx/>
                <a:buNone/>
                <a:tabLst/>
                <a:defRPr sz="900" b="1" i="1" spc="-45">
                  <a:latin typeface="Helvetica"/>
                  <a:ea typeface="Helvetica"/>
                  <a:cs typeface="Helvetica"/>
                  <a:sym typeface="Helvetica"/>
                </a:defRPr>
              </a:pPr>
              <a:r>
                <a:rPr kumimoji="0" sz="900" b="1" i="1" u="none" strike="noStrike" kern="0" cap="none" spc="-45" normalizeH="0" baseline="0" noProof="0">
                  <a:ln>
                    <a:noFill/>
                  </a:ln>
                  <a:solidFill>
                    <a:srgbClr val="000000"/>
                  </a:solidFill>
                  <a:effectLst/>
                  <a:uLnTx/>
                  <a:uFillTx/>
                  <a:latin typeface="Helvetica"/>
                  <a:cs typeface="Helvetica"/>
                  <a:sym typeface="Helvetica"/>
                </a:rPr>
                <a:t>R</a:t>
              </a:r>
              <a:r>
                <a:rPr kumimoji="0" sz="1100" b="1" i="1" u="none" strike="noStrike" kern="0" cap="none" spc="-67" normalizeH="0" baseline="-17878" noProof="0">
                  <a:ln>
                    <a:noFill/>
                  </a:ln>
                  <a:solidFill>
                    <a:srgbClr val="000000"/>
                  </a:solidFill>
                  <a:effectLst/>
                  <a:uLnTx/>
                  <a:uFillTx/>
                  <a:latin typeface="Helvetica"/>
                  <a:cs typeface="Helvetica"/>
                  <a:sym typeface="Helvetica"/>
                </a:rPr>
                <a:t>t</a:t>
              </a:r>
            </a:p>
          </p:txBody>
        </p:sp>
        <p:sp>
          <p:nvSpPr>
            <p:cNvPr id="15" name="object 18">
              <a:extLst>
                <a:ext uri="{FF2B5EF4-FFF2-40B4-BE49-F238E27FC236}">
                  <a16:creationId xmlns:a16="http://schemas.microsoft.com/office/drawing/2014/main" id="{0356F6D2-32E3-938A-B28B-F093F9FD8AB2}"/>
                </a:ext>
              </a:extLst>
            </p:cNvPr>
            <p:cNvSpPr txBox="1"/>
            <p:nvPr/>
          </p:nvSpPr>
          <p:spPr>
            <a:xfrm>
              <a:off x="241618" y="821716"/>
              <a:ext cx="284649" cy="1816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marL="0" marR="0" lvl="0" indent="38100" algn="l" defTabSz="1815352" rtl="0" eaLnBrk="1" fontAlgn="auto" latinLnBrk="0" hangingPunct="0">
                <a:lnSpc>
                  <a:spcPct val="100000"/>
                </a:lnSpc>
                <a:spcBef>
                  <a:spcPts val="100"/>
                </a:spcBef>
                <a:spcAft>
                  <a:spcPts val="0"/>
                </a:spcAft>
                <a:buClrTx/>
                <a:buSzTx/>
                <a:buFontTx/>
                <a:buNone/>
                <a:tabLst/>
                <a:defRPr sz="900" b="1" i="1" spc="-45">
                  <a:latin typeface="Helvetica"/>
                  <a:ea typeface="Helvetica"/>
                  <a:cs typeface="Helvetica"/>
                  <a:sym typeface="Helvetica"/>
                </a:defRPr>
              </a:pPr>
              <a:r>
                <a:rPr kumimoji="0" sz="900" b="1" i="1" u="none" strike="noStrike" kern="0" cap="none" spc="-45" normalizeH="0" baseline="0" noProof="0">
                  <a:ln>
                    <a:noFill/>
                  </a:ln>
                  <a:solidFill>
                    <a:srgbClr val="000000"/>
                  </a:solidFill>
                  <a:effectLst/>
                  <a:uLnTx/>
                  <a:uFillTx/>
                  <a:latin typeface="Helvetica"/>
                  <a:cs typeface="Helvetica"/>
                  <a:sym typeface="Helvetica"/>
                </a:rPr>
                <a:t>O</a:t>
              </a:r>
              <a:r>
                <a:rPr kumimoji="0" sz="1100" b="1" i="1" u="none" strike="noStrike" kern="0" cap="none" spc="-67" normalizeH="0" baseline="-17878" noProof="0">
                  <a:ln>
                    <a:noFill/>
                  </a:ln>
                  <a:solidFill>
                    <a:srgbClr val="000000"/>
                  </a:solidFill>
                  <a:effectLst/>
                  <a:uLnTx/>
                  <a:uFillTx/>
                  <a:latin typeface="Helvetica"/>
                  <a:cs typeface="Helvetica"/>
                  <a:sym typeface="Helvetica"/>
                </a:rPr>
                <a:t>t</a:t>
              </a:r>
            </a:p>
          </p:txBody>
        </p:sp>
        <p:grpSp>
          <p:nvGrpSpPr>
            <p:cNvPr id="16" name="object 19">
              <a:extLst>
                <a:ext uri="{FF2B5EF4-FFF2-40B4-BE49-F238E27FC236}">
                  <a16:creationId xmlns:a16="http://schemas.microsoft.com/office/drawing/2014/main" id="{CA54DE65-D54F-5962-E06C-CE4359C7C77D}"/>
                </a:ext>
              </a:extLst>
            </p:cNvPr>
            <p:cNvGrpSpPr/>
            <p:nvPr/>
          </p:nvGrpSpPr>
          <p:grpSpPr>
            <a:xfrm>
              <a:off x="23956" y="712680"/>
              <a:ext cx="719003" cy="2597888"/>
              <a:chOff x="0" y="0"/>
              <a:chExt cx="719002" cy="2597886"/>
            </a:xfrm>
          </p:grpSpPr>
          <p:sp>
            <p:nvSpPr>
              <p:cNvPr id="26" name="object 20">
                <a:extLst>
                  <a:ext uri="{FF2B5EF4-FFF2-40B4-BE49-F238E27FC236}">
                    <a16:creationId xmlns:a16="http://schemas.microsoft.com/office/drawing/2014/main" id="{E3B6676C-151F-7531-D418-93F73290EE09}"/>
                  </a:ext>
                </a:extLst>
              </p:cNvPr>
              <p:cNvSpPr/>
              <p:nvPr/>
            </p:nvSpPr>
            <p:spPr>
              <a:xfrm>
                <a:off x="0" y="37923"/>
                <a:ext cx="719003" cy="2559964"/>
              </a:xfrm>
              <a:custGeom>
                <a:avLst/>
                <a:gdLst/>
                <a:ahLst/>
                <a:cxnLst>
                  <a:cxn ang="0">
                    <a:pos x="wd2" y="hd2"/>
                  </a:cxn>
                  <a:cxn ang="5400000">
                    <a:pos x="wd2" y="hd2"/>
                  </a:cxn>
                  <a:cxn ang="10800000">
                    <a:pos x="wd2" y="hd2"/>
                  </a:cxn>
                  <a:cxn ang="16200000">
                    <a:pos x="wd2" y="hd2"/>
                  </a:cxn>
                </a:cxnLst>
                <a:rect l="0" t="0" r="r" b="b"/>
                <a:pathLst>
                  <a:path w="21600" h="21600" extrusionOk="0">
                    <a:moveTo>
                      <a:pt x="16995" y="0"/>
                    </a:moveTo>
                    <a:lnTo>
                      <a:pt x="0" y="0"/>
                    </a:lnTo>
                    <a:lnTo>
                      <a:pt x="0" y="21600"/>
                    </a:lnTo>
                    <a:lnTo>
                      <a:pt x="21600" y="21600"/>
                    </a:lnTo>
                  </a:path>
                </a:pathLst>
              </a:custGeom>
              <a:noFill/>
              <a:ln w="25400" cap="flat">
                <a:solidFill>
                  <a:srgbClr val="FF2600"/>
                </a:solidFill>
                <a:prstDash val="solid"/>
                <a:round/>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sp>
            <p:nvSpPr>
              <p:cNvPr id="27" name="object 21">
                <a:extLst>
                  <a:ext uri="{FF2B5EF4-FFF2-40B4-BE49-F238E27FC236}">
                    <a16:creationId xmlns:a16="http://schemas.microsoft.com/office/drawing/2014/main" id="{0A858023-7A96-1935-905A-81D7B1F743CF}"/>
                  </a:ext>
                </a:extLst>
              </p:cNvPr>
              <p:cNvSpPr/>
              <p:nvPr/>
            </p:nvSpPr>
            <p:spPr>
              <a:xfrm>
                <a:off x="565719" y="0"/>
                <a:ext cx="101136" cy="7585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lnTo>
                      <a:pt x="0" y="0"/>
                    </a:lnTo>
                    <a:close/>
                  </a:path>
                </a:pathLst>
              </a:custGeom>
              <a:solidFill>
                <a:srgbClr val="FF2600"/>
              </a:solidFill>
              <a:ln w="12700" cap="flat">
                <a:noFill/>
                <a:miter lim="400000"/>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sp>
            <p:nvSpPr>
              <p:cNvPr id="28" name="object 22">
                <a:extLst>
                  <a:ext uri="{FF2B5EF4-FFF2-40B4-BE49-F238E27FC236}">
                    <a16:creationId xmlns:a16="http://schemas.microsoft.com/office/drawing/2014/main" id="{341D576A-FE86-540E-39B9-33ACE1ACFF6C}"/>
                  </a:ext>
                </a:extLst>
              </p:cNvPr>
              <p:cNvSpPr/>
              <p:nvPr/>
            </p:nvSpPr>
            <p:spPr>
              <a:xfrm>
                <a:off x="565719" y="0"/>
                <a:ext cx="101136" cy="75852"/>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lnTo>
                      <a:pt x="0" y="0"/>
                    </a:lnTo>
                    <a:lnTo>
                      <a:pt x="0" y="21600"/>
                    </a:lnTo>
                    <a:lnTo>
                      <a:pt x="21600" y="10800"/>
                    </a:lnTo>
                    <a:close/>
                  </a:path>
                </a:pathLst>
              </a:custGeom>
              <a:noFill/>
              <a:ln w="25400" cap="flat">
                <a:solidFill>
                  <a:srgbClr val="FF2600"/>
                </a:solidFill>
                <a:prstDash val="solid"/>
                <a:round/>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grpSp>
        <p:grpSp>
          <p:nvGrpSpPr>
            <p:cNvPr id="17" name="object 23">
              <a:extLst>
                <a:ext uri="{FF2B5EF4-FFF2-40B4-BE49-F238E27FC236}">
                  <a16:creationId xmlns:a16="http://schemas.microsoft.com/office/drawing/2014/main" id="{6E96510A-BE8F-D3E3-7C41-F46C68995613}"/>
                </a:ext>
              </a:extLst>
            </p:cNvPr>
            <p:cNvGrpSpPr/>
            <p:nvPr/>
          </p:nvGrpSpPr>
          <p:grpSpPr>
            <a:xfrm>
              <a:off x="1838842" y="1723233"/>
              <a:ext cx="75853" cy="662907"/>
              <a:chOff x="0" y="0"/>
              <a:chExt cx="75851" cy="662905"/>
            </a:xfrm>
          </p:grpSpPr>
          <p:sp>
            <p:nvSpPr>
              <p:cNvPr id="23" name="object 24">
                <a:extLst>
                  <a:ext uri="{FF2B5EF4-FFF2-40B4-BE49-F238E27FC236}">
                    <a16:creationId xmlns:a16="http://schemas.microsoft.com/office/drawing/2014/main" id="{BF43E3A4-8616-44D7-C81D-2E17C4376406}"/>
                  </a:ext>
                </a:extLst>
              </p:cNvPr>
              <p:cNvSpPr/>
              <p:nvPr/>
            </p:nvSpPr>
            <p:spPr>
              <a:xfrm flipH="1">
                <a:off x="37925" y="101135"/>
                <a:ext cx="1" cy="561771"/>
              </a:xfrm>
              <a:prstGeom prst="line">
                <a:avLst/>
              </a:prstGeom>
              <a:noFill/>
              <a:ln w="25400" cap="flat">
                <a:solidFill>
                  <a:srgbClr val="FF2600"/>
                </a:solidFill>
                <a:prstDash val="solid"/>
                <a:round/>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sp>
            <p:nvSpPr>
              <p:cNvPr id="24" name="object 25">
                <a:extLst>
                  <a:ext uri="{FF2B5EF4-FFF2-40B4-BE49-F238E27FC236}">
                    <a16:creationId xmlns:a16="http://schemas.microsoft.com/office/drawing/2014/main" id="{93D0EB21-BC43-70C2-9AFA-7354B1F803D5}"/>
                  </a:ext>
                </a:extLst>
              </p:cNvPr>
              <p:cNvSpPr/>
              <p:nvPr/>
            </p:nvSpPr>
            <p:spPr>
              <a:xfrm>
                <a:off x="0" y="0"/>
                <a:ext cx="75852" cy="10113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0" y="21600"/>
                    </a:lnTo>
                    <a:lnTo>
                      <a:pt x="21600" y="21600"/>
                    </a:lnTo>
                    <a:lnTo>
                      <a:pt x="10800" y="0"/>
                    </a:lnTo>
                    <a:close/>
                  </a:path>
                </a:pathLst>
              </a:custGeom>
              <a:solidFill>
                <a:srgbClr val="FF2600"/>
              </a:solidFill>
              <a:ln w="12700" cap="flat">
                <a:noFill/>
                <a:miter lim="400000"/>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sp>
            <p:nvSpPr>
              <p:cNvPr id="25" name="object 26">
                <a:extLst>
                  <a:ext uri="{FF2B5EF4-FFF2-40B4-BE49-F238E27FC236}">
                    <a16:creationId xmlns:a16="http://schemas.microsoft.com/office/drawing/2014/main" id="{ED7ABDCE-5654-CD1F-BA22-831EF3793CE7}"/>
                  </a:ext>
                </a:extLst>
              </p:cNvPr>
              <p:cNvSpPr/>
              <p:nvPr/>
            </p:nvSpPr>
            <p:spPr>
              <a:xfrm>
                <a:off x="0" y="0"/>
                <a:ext cx="75852" cy="10113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0" y="21600"/>
                    </a:lnTo>
                    <a:lnTo>
                      <a:pt x="21600" y="21600"/>
                    </a:lnTo>
                    <a:lnTo>
                      <a:pt x="10800" y="0"/>
                    </a:lnTo>
                    <a:close/>
                  </a:path>
                </a:pathLst>
              </a:custGeom>
              <a:noFill/>
              <a:ln w="25400" cap="flat">
                <a:solidFill>
                  <a:srgbClr val="FF2600"/>
                </a:solidFill>
                <a:prstDash val="solid"/>
                <a:round/>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grpSp>
        <p:grpSp>
          <p:nvGrpSpPr>
            <p:cNvPr id="18" name="object 27">
              <a:extLst>
                <a:ext uri="{FF2B5EF4-FFF2-40B4-BE49-F238E27FC236}">
                  <a16:creationId xmlns:a16="http://schemas.microsoft.com/office/drawing/2014/main" id="{BE643D34-2BD1-3D6B-919A-F1482DABD6A6}"/>
                </a:ext>
              </a:extLst>
            </p:cNvPr>
            <p:cNvGrpSpPr/>
            <p:nvPr/>
          </p:nvGrpSpPr>
          <p:grpSpPr>
            <a:xfrm>
              <a:off x="2939470" y="750604"/>
              <a:ext cx="715052" cy="2597890"/>
              <a:chOff x="0" y="0"/>
              <a:chExt cx="715051" cy="2597888"/>
            </a:xfrm>
          </p:grpSpPr>
          <p:sp>
            <p:nvSpPr>
              <p:cNvPr id="20" name="object 28">
                <a:extLst>
                  <a:ext uri="{FF2B5EF4-FFF2-40B4-BE49-F238E27FC236}">
                    <a16:creationId xmlns:a16="http://schemas.microsoft.com/office/drawing/2014/main" id="{8B518D28-696E-CB18-05F5-C868D0A20E8E}"/>
                  </a:ext>
                </a:extLst>
              </p:cNvPr>
              <p:cNvSpPr/>
              <p:nvPr/>
            </p:nvSpPr>
            <p:spPr>
              <a:xfrm>
                <a:off x="0" y="0"/>
                <a:ext cx="715052" cy="255996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4630" y="21600"/>
                    </a:lnTo>
                  </a:path>
                </a:pathLst>
              </a:custGeom>
              <a:noFill/>
              <a:ln w="25400" cap="flat">
                <a:solidFill>
                  <a:srgbClr val="FF2600"/>
                </a:solidFill>
                <a:prstDash val="solid"/>
                <a:round/>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sp>
            <p:nvSpPr>
              <p:cNvPr id="21" name="object 29">
                <a:extLst>
                  <a:ext uri="{FF2B5EF4-FFF2-40B4-BE49-F238E27FC236}">
                    <a16:creationId xmlns:a16="http://schemas.microsoft.com/office/drawing/2014/main" id="{9E345DD0-736D-77ED-388F-A47B1B8108B1}"/>
                  </a:ext>
                </a:extLst>
              </p:cNvPr>
              <p:cNvSpPr/>
              <p:nvPr/>
            </p:nvSpPr>
            <p:spPr>
              <a:xfrm>
                <a:off x="52147" y="2522038"/>
                <a:ext cx="101134" cy="7585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0800"/>
                    </a:lnTo>
                    <a:lnTo>
                      <a:pt x="21600" y="21600"/>
                    </a:lnTo>
                    <a:lnTo>
                      <a:pt x="21600" y="0"/>
                    </a:lnTo>
                    <a:close/>
                  </a:path>
                </a:pathLst>
              </a:custGeom>
              <a:solidFill>
                <a:srgbClr val="FF2600"/>
              </a:solidFill>
              <a:ln w="12700" cap="flat">
                <a:noFill/>
                <a:miter lim="400000"/>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sp>
            <p:nvSpPr>
              <p:cNvPr id="22" name="object 30">
                <a:extLst>
                  <a:ext uri="{FF2B5EF4-FFF2-40B4-BE49-F238E27FC236}">
                    <a16:creationId xmlns:a16="http://schemas.microsoft.com/office/drawing/2014/main" id="{B32C7EC0-3C54-98C3-1D9D-8FED41C538B6}"/>
                  </a:ext>
                </a:extLst>
              </p:cNvPr>
              <p:cNvSpPr/>
              <p:nvPr/>
            </p:nvSpPr>
            <p:spPr>
              <a:xfrm>
                <a:off x="52145" y="2522038"/>
                <a:ext cx="101134" cy="75851"/>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21600" y="21600"/>
                    </a:lnTo>
                    <a:lnTo>
                      <a:pt x="21600" y="0"/>
                    </a:lnTo>
                    <a:lnTo>
                      <a:pt x="0" y="10800"/>
                    </a:lnTo>
                    <a:close/>
                  </a:path>
                </a:pathLst>
              </a:custGeom>
              <a:noFill/>
              <a:ln w="25400" cap="flat">
                <a:solidFill>
                  <a:srgbClr val="FF2600"/>
                </a:solidFill>
                <a:prstDash val="solid"/>
                <a:round/>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grpSp>
        <p:pic>
          <p:nvPicPr>
            <p:cNvPr id="19" name="object 31" descr="object 31">
              <a:extLst>
                <a:ext uri="{FF2B5EF4-FFF2-40B4-BE49-F238E27FC236}">
                  <a16:creationId xmlns:a16="http://schemas.microsoft.com/office/drawing/2014/main" id="{2BA06BC3-5EA6-2398-1B5C-51C9379CFFAD}"/>
                </a:ext>
              </a:extLst>
            </p:cNvPr>
            <p:cNvPicPr>
              <a:picLocks noChangeAspect="1"/>
            </p:cNvPicPr>
            <p:nvPr/>
          </p:nvPicPr>
          <p:blipFill>
            <a:blip r:embed="rId3"/>
            <a:stretch>
              <a:fillRect/>
            </a:stretch>
          </p:blipFill>
          <p:spPr>
            <a:xfrm>
              <a:off x="1034310" y="2528358"/>
              <a:ext cx="1692814" cy="1659236"/>
            </a:xfrm>
            <a:prstGeom prst="rect">
              <a:avLst/>
            </a:prstGeom>
            <a:ln w="12700" cap="flat">
              <a:noFill/>
              <a:miter lim="400000"/>
            </a:ln>
            <a:effectLst/>
          </p:spPr>
        </p:pic>
      </p:grpSp>
      <p:sp>
        <p:nvSpPr>
          <p:cNvPr id="29" name="In each step the agent…">
            <a:extLst>
              <a:ext uri="{FF2B5EF4-FFF2-40B4-BE49-F238E27FC236}">
                <a16:creationId xmlns:a16="http://schemas.microsoft.com/office/drawing/2014/main" id="{9FBAEEB9-76B7-E8DB-B9C4-C86A621B9DDE}"/>
              </a:ext>
            </a:extLst>
          </p:cNvPr>
          <p:cNvSpPr txBox="1"/>
          <p:nvPr/>
        </p:nvSpPr>
        <p:spPr>
          <a:xfrm>
            <a:off x="5018789" y="1217889"/>
            <a:ext cx="3779864" cy="56117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p>
            <a:pPr marL="0" marR="0" lvl="0" indent="0" algn="l" defTabSz="406400" rtl="0" eaLnBrk="1" fontAlgn="auto" latinLnBrk="0" hangingPunct="0">
              <a:lnSpc>
                <a:spcPct val="120000"/>
              </a:lnSpc>
              <a:spcBef>
                <a:spcPts val="0"/>
              </a:spcBef>
              <a:spcAft>
                <a:spcPts val="0"/>
              </a:spcAft>
              <a:buClrTx/>
              <a:buSzTx/>
              <a:buFontTx/>
              <a:buNone/>
              <a:tabLst/>
              <a:defRPr sz="2500"/>
            </a:pPr>
            <a:r>
              <a:rPr kumimoji="0" sz="2500" b="0" i="0" u="none" strike="noStrike" kern="0" cap="none" spc="0" normalizeH="0" baseline="0" noProof="0" dirty="0">
                <a:ln>
                  <a:noFill/>
                </a:ln>
                <a:solidFill>
                  <a:srgbClr val="000000"/>
                </a:solidFill>
                <a:effectLst/>
                <a:uLnTx/>
                <a:uFillTx/>
                <a:latin typeface="Gill Sans"/>
                <a:sym typeface="Gill Sans"/>
              </a:rPr>
              <a:t>In each step the agent</a:t>
            </a:r>
          </a:p>
          <a:p>
            <a:pPr marL="481965" marR="0" lvl="0" indent="-342900" algn="l" defTabSz="406400" rtl="0" eaLnBrk="1" fontAlgn="auto" latinLnBrk="0" hangingPunct="0">
              <a:lnSpc>
                <a:spcPct val="120000"/>
              </a:lnSpc>
              <a:spcBef>
                <a:spcPts val="0"/>
              </a:spcBef>
              <a:spcAft>
                <a:spcPts val="0"/>
              </a:spcAft>
              <a:buClrTx/>
              <a:buSzPct val="100000"/>
              <a:buFontTx/>
              <a:buChar char="-"/>
              <a:tabLst/>
              <a:defRPr sz="2500"/>
            </a:pPr>
            <a:r>
              <a:rPr kumimoji="0" sz="2500" b="0" i="0" u="none" strike="noStrike" kern="0" cap="none" spc="0" normalizeH="0" baseline="0" noProof="0" dirty="0">
                <a:ln>
                  <a:noFill/>
                </a:ln>
                <a:solidFill>
                  <a:srgbClr val="000000"/>
                </a:solidFill>
                <a:effectLst/>
                <a:uLnTx/>
                <a:uFillTx/>
                <a:latin typeface="Gill Sans"/>
                <a:sym typeface="Gill Sans"/>
              </a:rPr>
              <a:t>performs an action</a:t>
            </a:r>
          </a:p>
          <a:p>
            <a:pPr marL="481965" marR="0" lvl="0" indent="-342900" algn="l" defTabSz="406400" rtl="0" eaLnBrk="1" fontAlgn="auto" latinLnBrk="0" hangingPunct="0">
              <a:lnSpc>
                <a:spcPct val="120000"/>
              </a:lnSpc>
              <a:spcBef>
                <a:spcPts val="0"/>
              </a:spcBef>
              <a:spcAft>
                <a:spcPts val="0"/>
              </a:spcAft>
              <a:buClrTx/>
              <a:buSzPct val="100000"/>
              <a:buFontTx/>
              <a:buChar char="-"/>
              <a:tabLst/>
              <a:defRPr sz="2500"/>
            </a:pPr>
            <a:r>
              <a:rPr kumimoji="0" sz="2500" b="0" i="0" u="none" strike="noStrike" kern="0" cap="none" spc="0" normalizeH="0" baseline="0" noProof="0" dirty="0">
                <a:ln>
                  <a:noFill/>
                </a:ln>
                <a:solidFill>
                  <a:srgbClr val="000000"/>
                </a:solidFill>
                <a:effectLst/>
                <a:uLnTx/>
                <a:uFillTx/>
                <a:latin typeface="Gill Sans"/>
                <a:sym typeface="Gill Sans"/>
              </a:rPr>
              <a:t>receives a reward</a:t>
            </a:r>
          </a:p>
          <a:p>
            <a:pPr marL="481965" marR="0" lvl="0" indent="-342900" algn="l" defTabSz="406400" rtl="0" eaLnBrk="1" fontAlgn="auto" latinLnBrk="0" hangingPunct="0">
              <a:lnSpc>
                <a:spcPct val="120000"/>
              </a:lnSpc>
              <a:spcBef>
                <a:spcPts val="0"/>
              </a:spcBef>
              <a:spcAft>
                <a:spcPts val="0"/>
              </a:spcAft>
              <a:buClrTx/>
              <a:buSzPct val="100000"/>
              <a:buFontTx/>
              <a:buChar char="-"/>
              <a:tabLst/>
              <a:defRPr sz="2500"/>
            </a:pPr>
            <a:r>
              <a:rPr kumimoji="0" sz="2500" b="0" i="0" u="none" strike="noStrike" kern="0" cap="none" spc="0" normalizeH="0" baseline="0" noProof="0" dirty="0">
                <a:ln>
                  <a:noFill/>
                </a:ln>
                <a:solidFill>
                  <a:srgbClr val="000000"/>
                </a:solidFill>
                <a:effectLst/>
                <a:uLnTx/>
                <a:uFillTx/>
                <a:latin typeface="Gill Sans"/>
                <a:sym typeface="Gill Sans"/>
              </a:rPr>
              <a:t>environment changes</a:t>
            </a:r>
          </a:p>
          <a:p>
            <a:pPr marL="0" marR="0" lvl="0" indent="0" algn="l" defTabSz="406400" rtl="0" eaLnBrk="1" fontAlgn="auto" latinLnBrk="0" hangingPunct="0">
              <a:lnSpc>
                <a:spcPct val="120000"/>
              </a:lnSpc>
              <a:spcBef>
                <a:spcPts val="0"/>
              </a:spcBef>
              <a:spcAft>
                <a:spcPts val="0"/>
              </a:spcAft>
              <a:buClrTx/>
              <a:buSzTx/>
              <a:buFontTx/>
              <a:buNone/>
              <a:tabLst/>
              <a:defRPr sz="2500"/>
            </a:pPr>
            <a:endParaRPr kumimoji="0" sz="2500" b="0" i="0"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20000"/>
              </a:lnSpc>
              <a:spcBef>
                <a:spcPts val="0"/>
              </a:spcBef>
              <a:spcAft>
                <a:spcPts val="0"/>
              </a:spcAft>
              <a:buClrTx/>
              <a:buSzTx/>
              <a:buFontTx/>
              <a:buNone/>
              <a:tabLst/>
              <a:defRPr sz="2500">
                <a:solidFill>
                  <a:srgbClr val="C82506"/>
                </a:solidFill>
              </a:defRPr>
            </a:pPr>
            <a:r>
              <a:rPr kumimoji="0" sz="2500" b="0" i="0" u="none" strike="noStrike" kern="0" cap="none" spc="0" normalizeH="0" baseline="0" noProof="0" dirty="0">
                <a:ln>
                  <a:noFill/>
                </a:ln>
                <a:solidFill>
                  <a:srgbClr val="C82506"/>
                </a:solidFill>
                <a:effectLst/>
                <a:uLnTx/>
                <a:uFillTx/>
                <a:latin typeface="Gill Sans"/>
                <a:sym typeface="Gill Sans"/>
              </a:rPr>
              <a:t>environment is not </a:t>
            </a:r>
            <a:br>
              <a:rPr kumimoji="0" sz="2500" b="0" i="0" u="none" strike="noStrike" kern="0" cap="none" spc="0" normalizeH="0" baseline="0" noProof="0" dirty="0">
                <a:ln>
                  <a:noFill/>
                </a:ln>
                <a:solidFill>
                  <a:srgbClr val="C82506"/>
                </a:solidFill>
                <a:effectLst/>
                <a:uLnTx/>
                <a:uFillTx/>
                <a:latin typeface="Gill Sans"/>
                <a:sym typeface="Gill Sans"/>
              </a:rPr>
            </a:br>
            <a:r>
              <a:rPr kumimoji="0" sz="2500" b="0" i="0" u="none" strike="noStrike" kern="0" cap="none" spc="0" normalizeH="0" baseline="0" noProof="0" dirty="0">
                <a:ln>
                  <a:noFill/>
                </a:ln>
                <a:solidFill>
                  <a:srgbClr val="C82506"/>
                </a:solidFill>
                <a:effectLst/>
                <a:uLnTx/>
                <a:uFillTx/>
                <a:latin typeface="Gill Sans"/>
                <a:sym typeface="Gill Sans"/>
              </a:rPr>
              <a:t>directly visible to agent</a:t>
            </a:r>
          </a:p>
          <a:p>
            <a:pPr marL="0" marR="0" lvl="0" indent="0" algn="l" defTabSz="406400" rtl="0" eaLnBrk="1" fontAlgn="auto" latinLnBrk="0" hangingPunct="0">
              <a:lnSpc>
                <a:spcPct val="120000"/>
              </a:lnSpc>
              <a:spcBef>
                <a:spcPts val="0"/>
              </a:spcBef>
              <a:spcAft>
                <a:spcPts val="0"/>
              </a:spcAft>
              <a:buClrTx/>
              <a:buSzTx/>
              <a:buFontTx/>
              <a:buNone/>
              <a:tabLst/>
              <a:defRPr sz="2500">
                <a:solidFill>
                  <a:srgbClr val="C82506"/>
                </a:solidFill>
              </a:defRPr>
            </a:pPr>
            <a:endParaRPr kumimoji="0" sz="1400" b="0" i="0" u="none" strike="noStrike" kern="0" cap="none" spc="0" normalizeH="0" baseline="0" noProof="0" dirty="0">
              <a:ln>
                <a:noFill/>
              </a:ln>
              <a:solidFill>
                <a:srgbClr val="C82506"/>
              </a:solidFill>
              <a:effectLst/>
              <a:uLnTx/>
              <a:uFillTx/>
              <a:latin typeface="Gill Sans"/>
              <a:sym typeface="Gill Sans"/>
            </a:endParaRPr>
          </a:p>
          <a:p>
            <a:pPr marL="0" marR="0" lvl="0" indent="0" algn="l" defTabSz="406400" rtl="0" eaLnBrk="1" fontAlgn="auto" latinLnBrk="0" hangingPunct="0">
              <a:lnSpc>
                <a:spcPct val="120000"/>
              </a:lnSpc>
              <a:spcBef>
                <a:spcPts val="0"/>
              </a:spcBef>
              <a:spcAft>
                <a:spcPts val="0"/>
              </a:spcAft>
              <a:buClrTx/>
              <a:buSzTx/>
              <a:buFontTx/>
              <a:buNone/>
              <a:tabLst/>
              <a:defRPr sz="2500"/>
            </a:pPr>
            <a:r>
              <a:rPr kumimoji="0" sz="2500" b="0" i="0" u="none" strike="noStrike" kern="0" cap="none" spc="0" normalizeH="0" baseline="0" noProof="0" dirty="0">
                <a:ln>
                  <a:noFill/>
                </a:ln>
                <a:solidFill>
                  <a:srgbClr val="000000"/>
                </a:solidFill>
                <a:effectLst/>
                <a:uLnTx/>
                <a:uFillTx/>
                <a:latin typeface="Gill Sans"/>
                <a:sym typeface="Gill Sans"/>
              </a:rPr>
              <a:t>agents learns an internal</a:t>
            </a:r>
            <a:br>
              <a:rPr kumimoji="0" sz="2500" b="0" i="0" u="none" strike="noStrike" kern="0" cap="none" spc="0" normalizeH="0" baseline="0" noProof="0" dirty="0">
                <a:ln>
                  <a:noFill/>
                </a:ln>
                <a:solidFill>
                  <a:srgbClr val="000000"/>
                </a:solidFill>
                <a:effectLst/>
                <a:uLnTx/>
                <a:uFillTx/>
                <a:latin typeface="Gill Sans"/>
                <a:sym typeface="Gill Sans"/>
              </a:rPr>
            </a:br>
            <a:r>
              <a:rPr kumimoji="0" sz="2500" b="0" i="0" u="none" strike="noStrike" kern="0" cap="none" spc="0" normalizeH="0" baseline="0" noProof="0" dirty="0">
                <a:ln>
                  <a:noFill/>
                </a:ln>
                <a:solidFill>
                  <a:srgbClr val="000000"/>
                </a:solidFill>
                <a:effectLst/>
                <a:uLnTx/>
                <a:uFillTx/>
                <a:latin typeface="Gill Sans"/>
                <a:sym typeface="Gill Sans"/>
              </a:rPr>
              <a:t>representation of the </a:t>
            </a:r>
          </a:p>
          <a:p>
            <a:pPr marL="0" marR="0" lvl="0" indent="0" algn="l" defTabSz="406400" rtl="0" eaLnBrk="1" fontAlgn="auto" latinLnBrk="0" hangingPunct="0">
              <a:lnSpc>
                <a:spcPct val="120000"/>
              </a:lnSpc>
              <a:spcBef>
                <a:spcPts val="0"/>
              </a:spcBef>
              <a:spcAft>
                <a:spcPts val="0"/>
              </a:spcAft>
              <a:buClrTx/>
              <a:buSzTx/>
              <a:buFontTx/>
              <a:buNone/>
              <a:tabLst/>
              <a:defRPr sz="2500"/>
            </a:pPr>
            <a:r>
              <a:rPr kumimoji="0" sz="2500" b="0" i="0" u="none" strike="noStrike" kern="0" cap="none" spc="0" normalizeH="0" baseline="0" noProof="0" dirty="0">
                <a:ln>
                  <a:noFill/>
                </a:ln>
                <a:solidFill>
                  <a:srgbClr val="000000"/>
                </a:solidFill>
                <a:effectLst/>
                <a:uLnTx/>
                <a:uFillTx/>
                <a:latin typeface="Gill Sans"/>
                <a:sym typeface="Gill Sans"/>
              </a:rPr>
              <a:t>environment based on </a:t>
            </a:r>
          </a:p>
          <a:p>
            <a:pPr marL="0" marR="0" lvl="0" indent="0" algn="l" defTabSz="406400" rtl="0" eaLnBrk="1" fontAlgn="auto" latinLnBrk="0" hangingPunct="0">
              <a:lnSpc>
                <a:spcPct val="120000"/>
              </a:lnSpc>
              <a:spcBef>
                <a:spcPts val="0"/>
              </a:spcBef>
              <a:spcAft>
                <a:spcPts val="0"/>
              </a:spcAft>
              <a:buClrTx/>
              <a:buSzTx/>
              <a:buFontTx/>
              <a:buNone/>
              <a:tabLst/>
              <a:defRPr sz="2500"/>
            </a:pPr>
            <a:r>
              <a:rPr kumimoji="0" sz="2500" b="0" i="0" u="none" strike="noStrike" kern="0" cap="none" spc="0" normalizeH="0" baseline="0" noProof="0" dirty="0">
                <a:ln>
                  <a:noFill/>
                </a:ln>
                <a:solidFill>
                  <a:srgbClr val="000000"/>
                </a:solidFill>
                <a:effectLst/>
                <a:uLnTx/>
                <a:uFillTx/>
                <a:latin typeface="Gill Sans"/>
                <a:sym typeface="Gill Sans"/>
              </a:rPr>
              <a:t>the reward (experience)</a:t>
            </a:r>
          </a:p>
        </p:txBody>
      </p:sp>
      <p:sp>
        <p:nvSpPr>
          <p:cNvPr id="30" name="Date Placeholder 3">
            <a:extLst>
              <a:ext uri="{FF2B5EF4-FFF2-40B4-BE49-F238E27FC236}">
                <a16:creationId xmlns:a16="http://schemas.microsoft.com/office/drawing/2014/main" id="{34E37CB1-6437-656A-AEBC-96404467B995}"/>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31" name="Footer Placeholder 5">
            <a:extLst>
              <a:ext uri="{FF2B5EF4-FFF2-40B4-BE49-F238E27FC236}">
                <a16:creationId xmlns:a16="http://schemas.microsoft.com/office/drawing/2014/main" id="{FD960E89-124F-67DE-E6FB-FBB479A436D9}"/>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32" name="Slide Number Placeholder 7">
            <a:extLst>
              <a:ext uri="{FF2B5EF4-FFF2-40B4-BE49-F238E27FC236}">
                <a16:creationId xmlns:a16="http://schemas.microsoft.com/office/drawing/2014/main" id="{6D73A210-3850-2785-D015-2D93A9E942D6}"/>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73636063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Learning the Environment by Trial &amp; Error">
            <a:extLst>
              <a:ext uri="{FF2B5EF4-FFF2-40B4-BE49-F238E27FC236}">
                <a16:creationId xmlns:a16="http://schemas.microsoft.com/office/drawing/2014/main" id="{F4BC27C8-6588-A669-9B53-ABC61BFB9385}"/>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Learning the Environment by Trial &amp; Error</a:t>
            </a:r>
          </a:p>
        </p:txBody>
      </p:sp>
      <p:sp>
        <p:nvSpPr>
          <p:cNvPr id="3" name="the environment is not known and needs to be learned…">
            <a:extLst>
              <a:ext uri="{FF2B5EF4-FFF2-40B4-BE49-F238E27FC236}">
                <a16:creationId xmlns:a16="http://schemas.microsoft.com/office/drawing/2014/main" id="{F58F8E83-1031-6BCF-4D7D-000F0B56DE02}"/>
              </a:ext>
            </a:extLst>
          </p:cNvPr>
          <p:cNvSpPr txBox="1"/>
          <p:nvPr/>
        </p:nvSpPr>
        <p:spPr>
          <a:xfrm>
            <a:off x="416867" y="1193182"/>
            <a:ext cx="8667437" cy="51284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spAutoFit/>
          </a:bodyPr>
          <a:lstStyle/>
          <a:p>
            <a:pPr marL="228600" marR="0" lvl="0" indent="-228600" algn="l" defTabSz="406400" rtl="0" eaLnBrk="1" fontAlgn="auto" latinLnBrk="0" hangingPunct="0">
              <a:lnSpc>
                <a:spcPct val="150000"/>
              </a:lnSpc>
              <a:spcBef>
                <a:spcPts val="0"/>
              </a:spcBef>
              <a:spcAft>
                <a:spcPts val="0"/>
              </a:spcAft>
              <a:buClrTx/>
              <a:buSzPct val="100000"/>
              <a:buFontTx/>
              <a:buChar char="•"/>
              <a:tabLst/>
              <a:defRPr sz="2200">
                <a:solidFill>
                  <a:srgbClr val="C82506"/>
                </a:solidFill>
              </a:defRPr>
            </a:pPr>
            <a:r>
              <a:rPr kumimoji="0" sz="2200" b="0" i="0" u="none" strike="noStrike" kern="0" cap="none" spc="0" normalizeH="0" baseline="0" noProof="0" dirty="0">
                <a:ln>
                  <a:noFill/>
                </a:ln>
                <a:solidFill>
                  <a:srgbClr val="C82506"/>
                </a:solidFill>
                <a:effectLst/>
                <a:uLnTx/>
                <a:uFillTx/>
                <a:latin typeface="Gill Sans"/>
                <a:sym typeface="Gill Sans"/>
              </a:rPr>
              <a:t>the environment is not known and needs to be learned</a:t>
            </a:r>
          </a:p>
          <a:p>
            <a:pPr marL="228600" marR="0" lvl="0" indent="-228600" algn="l" defTabSz="406400" rtl="0" eaLnBrk="1" fontAlgn="auto" latinLnBrk="0" hangingPunct="0">
              <a:lnSpc>
                <a:spcPct val="150000"/>
              </a:lnSpc>
              <a:spcBef>
                <a:spcPts val="0"/>
              </a:spcBef>
              <a:spcAft>
                <a:spcPts val="0"/>
              </a:spcAft>
              <a:buClrTx/>
              <a:buSzPct val="100000"/>
              <a:buFontTx/>
              <a:buChar char="•"/>
              <a:tabLst/>
              <a:defRPr sz="2200">
                <a:solidFill>
                  <a:srgbClr val="C82506"/>
                </a:solidFill>
              </a:defRPr>
            </a:pPr>
            <a:r>
              <a:rPr kumimoji="0" sz="2200" b="0" i="0" u="none" strike="noStrike" kern="0" cap="none" spc="0" normalizeH="0" baseline="0" noProof="0" dirty="0">
                <a:ln>
                  <a:noFill/>
                </a:ln>
                <a:solidFill>
                  <a:srgbClr val="C82506"/>
                </a:solidFill>
                <a:effectLst/>
                <a:uLnTx/>
                <a:uFillTx/>
                <a:latin typeface="Gill Sans"/>
                <a:sym typeface="Gill Sans"/>
              </a:rPr>
              <a:t>no supervisor knowledge</a:t>
            </a:r>
          </a:p>
          <a:p>
            <a:pPr marL="228600" marR="0" lvl="0" indent="-228600" algn="l" defTabSz="406400" rtl="0" eaLnBrk="1" fontAlgn="auto" latinLnBrk="0" hangingPunct="0">
              <a:lnSpc>
                <a:spcPct val="150000"/>
              </a:lnSpc>
              <a:spcBef>
                <a:spcPts val="0"/>
              </a:spcBef>
              <a:spcAft>
                <a:spcPts val="0"/>
              </a:spcAft>
              <a:buClrTx/>
              <a:buSzPct val="100000"/>
              <a:buFontTx/>
              <a:buChar char="•"/>
              <a:tabLst/>
              <a:defRPr sz="2200">
                <a:solidFill>
                  <a:srgbClr val="C82506"/>
                </a:solidFill>
              </a:defRPr>
            </a:pPr>
            <a:r>
              <a:rPr kumimoji="0" sz="2200" b="0" i="0" u="none" strike="noStrike" kern="0" cap="none" spc="0" normalizeH="0" baseline="0" noProof="0" dirty="0">
                <a:ln>
                  <a:noFill/>
                </a:ln>
                <a:solidFill>
                  <a:srgbClr val="C82506"/>
                </a:solidFill>
                <a:effectLst/>
                <a:uLnTx/>
                <a:uFillTx/>
                <a:latin typeface="Gill Sans"/>
                <a:sym typeface="Gill Sans"/>
              </a:rPr>
              <a:t>environment can only be learned through the reward</a:t>
            </a:r>
          </a:p>
          <a:p>
            <a:pPr marL="228600" marR="0" lvl="0" indent="-228600" algn="l" defTabSz="406400" rtl="0" eaLnBrk="1" fontAlgn="auto" latinLnBrk="0" hangingPunct="0">
              <a:lnSpc>
                <a:spcPct val="150000"/>
              </a:lnSpc>
              <a:spcBef>
                <a:spcPts val="0"/>
              </a:spcBef>
              <a:spcAft>
                <a:spcPts val="0"/>
              </a:spcAft>
              <a:buClrTx/>
              <a:buSzPct val="100000"/>
              <a:buFontTx/>
              <a:buChar char="•"/>
              <a:tabLst/>
              <a:defRPr sz="2200">
                <a:solidFill>
                  <a:srgbClr val="C82506"/>
                </a:solidFill>
              </a:defRPr>
            </a:pPr>
            <a:r>
              <a:rPr kumimoji="0" sz="2200" b="0" i="0" u="none" strike="noStrike" kern="0" cap="none" spc="0" normalizeH="0" baseline="0" noProof="0" dirty="0">
                <a:ln>
                  <a:noFill/>
                </a:ln>
                <a:solidFill>
                  <a:srgbClr val="C82506"/>
                </a:solidFill>
                <a:effectLst/>
                <a:uLnTx/>
                <a:uFillTx/>
                <a:latin typeface="Gill Sans"/>
                <a:sym typeface="Gill Sans"/>
              </a:rPr>
              <a:t>actions change the environment</a:t>
            </a:r>
          </a:p>
          <a:p>
            <a:pPr marL="228600" marR="0" lvl="0" indent="-228600" algn="l" defTabSz="406400" rtl="0" eaLnBrk="1" fontAlgn="auto" latinLnBrk="0" hangingPunct="0">
              <a:lnSpc>
                <a:spcPct val="150000"/>
              </a:lnSpc>
              <a:spcBef>
                <a:spcPts val="0"/>
              </a:spcBef>
              <a:spcAft>
                <a:spcPts val="0"/>
              </a:spcAft>
              <a:buClrTx/>
              <a:buSzPct val="100000"/>
              <a:buFontTx/>
              <a:buChar char="•"/>
              <a:tabLst/>
              <a:defRPr sz="2200"/>
            </a:pPr>
            <a:r>
              <a:rPr kumimoji="0" sz="2200" b="0" i="0" u="none" strike="noStrike" kern="0" cap="none" spc="0" normalizeH="0" baseline="0" noProof="0" dirty="0">
                <a:ln>
                  <a:noFill/>
                </a:ln>
                <a:solidFill>
                  <a:srgbClr val="000000"/>
                </a:solidFill>
                <a:effectLst/>
                <a:uLnTx/>
                <a:uFillTx/>
                <a:latin typeface="Gill Sans"/>
                <a:sym typeface="Gill Sans"/>
              </a:rPr>
              <a:t>from the agent perspective the environment is dynamic and stochastic</a:t>
            </a:r>
          </a:p>
          <a:p>
            <a:pPr marL="571500" marR="0" lvl="1" indent="-228600" algn="l" defTabSz="406400" rtl="0" eaLnBrk="1" fontAlgn="auto" latinLnBrk="0" hangingPunct="0">
              <a:lnSpc>
                <a:spcPct val="150000"/>
              </a:lnSpc>
              <a:spcBef>
                <a:spcPts val="0"/>
              </a:spcBef>
              <a:spcAft>
                <a:spcPts val="0"/>
              </a:spcAft>
              <a:buClrTx/>
              <a:buSzPct val="100000"/>
              <a:buFontTx/>
              <a:buChar char="•"/>
              <a:tabLst/>
              <a:defRPr sz="2200"/>
            </a:pPr>
            <a:r>
              <a:rPr kumimoji="0" sz="2200" b="0" i="0" u="none" strike="noStrike" kern="0" cap="none" spc="0" normalizeH="0" baseline="0" noProof="0" dirty="0">
                <a:ln>
                  <a:noFill/>
                </a:ln>
                <a:solidFill>
                  <a:srgbClr val="000000"/>
                </a:solidFill>
                <a:effectLst/>
                <a:uLnTx/>
                <a:uFillTx/>
                <a:latin typeface="Gill Sans"/>
                <a:sym typeface="Gill Sans"/>
              </a:rPr>
              <a:t>dynamics capture in a (discrete) “state” of the environment, </a:t>
            </a:r>
          </a:p>
          <a:p>
            <a:pPr marL="571500" marR="0" lvl="1" indent="-228600" algn="l" defTabSz="406400" rtl="0" eaLnBrk="1" fontAlgn="auto" latinLnBrk="0" hangingPunct="0">
              <a:lnSpc>
                <a:spcPct val="150000"/>
              </a:lnSpc>
              <a:spcBef>
                <a:spcPts val="0"/>
              </a:spcBef>
              <a:spcAft>
                <a:spcPts val="0"/>
              </a:spcAft>
              <a:buClrTx/>
              <a:buSzPct val="100000"/>
              <a:buFontTx/>
              <a:buChar char="•"/>
              <a:tabLst/>
              <a:defRPr sz="2200"/>
            </a:pPr>
            <a:r>
              <a:rPr kumimoji="0" sz="2200" b="0" i="0" u="none" strike="noStrike" kern="0" cap="none" spc="0" normalizeH="0" baseline="0" noProof="0" dirty="0">
                <a:ln>
                  <a:noFill/>
                </a:ln>
                <a:solidFill>
                  <a:srgbClr val="000000"/>
                </a:solidFill>
                <a:effectLst/>
                <a:uLnTx/>
                <a:uFillTx/>
                <a:latin typeface="Gill Sans"/>
                <a:sym typeface="Gill Sans"/>
              </a:rPr>
              <a:t>stochasticity captured in probabilistic state transitions.</a:t>
            </a:r>
          </a:p>
          <a:p>
            <a:pPr marL="228600" marR="0" lvl="0" indent="-228600" algn="l" defTabSz="406400" rtl="0" eaLnBrk="1" fontAlgn="auto" latinLnBrk="0" hangingPunct="0">
              <a:lnSpc>
                <a:spcPct val="150000"/>
              </a:lnSpc>
              <a:spcBef>
                <a:spcPts val="0"/>
              </a:spcBef>
              <a:spcAft>
                <a:spcPts val="0"/>
              </a:spcAft>
              <a:buClrTx/>
              <a:buSzPct val="100000"/>
              <a:buFontTx/>
              <a:buChar char="•"/>
              <a:tabLst/>
              <a:defRPr sz="2200"/>
            </a:pPr>
            <a:r>
              <a:rPr kumimoji="0" sz="2200" b="0" i="0" u="none" strike="noStrike" kern="0" cap="none" spc="0" normalizeH="0" baseline="0" noProof="0" dirty="0">
                <a:ln>
                  <a:noFill/>
                </a:ln>
                <a:solidFill>
                  <a:srgbClr val="000000"/>
                </a:solidFill>
                <a:effectLst/>
                <a:uLnTx/>
                <a:uFillTx/>
                <a:latin typeface="Gill Sans"/>
                <a:sym typeface="Gill Sans"/>
              </a:rPr>
              <a:t>In MAS, the (unknown) actions of others also change the environment.</a:t>
            </a:r>
          </a:p>
          <a:p>
            <a:pPr marL="571500" marR="0" lvl="1" indent="-228600" algn="l" defTabSz="406400" rtl="0" eaLnBrk="1" fontAlgn="auto" latinLnBrk="0" hangingPunct="0">
              <a:lnSpc>
                <a:spcPct val="150000"/>
              </a:lnSpc>
              <a:spcBef>
                <a:spcPts val="0"/>
              </a:spcBef>
              <a:spcAft>
                <a:spcPts val="0"/>
              </a:spcAft>
              <a:buClrTx/>
              <a:buSzPct val="100000"/>
              <a:buFontTx/>
              <a:buChar char="•"/>
              <a:tabLst/>
              <a:defRPr sz="2200"/>
            </a:pPr>
            <a:r>
              <a:rPr kumimoji="0" sz="2200" b="0" i="0" u="none" strike="noStrike" kern="0" cap="none" spc="0" normalizeH="0" baseline="0" noProof="0" dirty="0">
                <a:ln>
                  <a:noFill/>
                </a:ln>
                <a:solidFill>
                  <a:srgbClr val="000000"/>
                </a:solidFill>
                <a:effectLst/>
                <a:uLnTx/>
                <a:uFillTx/>
                <a:latin typeface="Gill Sans"/>
                <a:sym typeface="Gill Sans"/>
              </a:rPr>
              <a:t>we will initially focus on the single-agent perspective </a:t>
            </a:r>
          </a:p>
          <a:p>
            <a:pPr marL="571500" marR="0" lvl="1" indent="-228600" algn="l" defTabSz="406400" rtl="0" eaLnBrk="1" fontAlgn="auto" latinLnBrk="0" hangingPunct="0">
              <a:lnSpc>
                <a:spcPct val="150000"/>
              </a:lnSpc>
              <a:spcBef>
                <a:spcPts val="0"/>
              </a:spcBef>
              <a:spcAft>
                <a:spcPts val="0"/>
              </a:spcAft>
              <a:buClrTx/>
              <a:buSzPct val="100000"/>
              <a:buFontTx/>
              <a:buChar char="•"/>
              <a:tabLst/>
              <a:defRPr sz="2200"/>
            </a:pPr>
            <a:r>
              <a:rPr kumimoji="0" sz="2200" b="0" i="0" u="none" strike="noStrike" kern="0" cap="none" spc="0" normalizeH="0" baseline="0" noProof="0" dirty="0" err="1">
                <a:ln>
                  <a:noFill/>
                </a:ln>
                <a:solidFill>
                  <a:srgbClr val="000000"/>
                </a:solidFill>
                <a:effectLst/>
                <a:uLnTx/>
                <a:uFillTx/>
                <a:latin typeface="Gill Sans"/>
                <a:sym typeface="Gill Sans"/>
              </a:rPr>
              <a:t>ie</a:t>
            </a:r>
            <a:r>
              <a:rPr kumimoji="0" sz="2200" b="0" i="0" u="none" strike="noStrike" kern="0" cap="none" spc="0" normalizeH="0" baseline="0" noProof="0" dirty="0">
                <a:ln>
                  <a:noFill/>
                </a:ln>
                <a:solidFill>
                  <a:srgbClr val="000000"/>
                </a:solidFill>
                <a:effectLst/>
                <a:uLnTx/>
                <a:uFillTx/>
                <a:latin typeface="Gill Sans"/>
                <a:sym typeface="Gill Sans"/>
              </a:rPr>
              <a:t>. we are treating the others as a part of the (unknown) environment</a:t>
            </a:r>
          </a:p>
        </p:txBody>
      </p:sp>
      <p:sp>
        <p:nvSpPr>
          <p:cNvPr id="4" name="Date Placeholder 3">
            <a:extLst>
              <a:ext uri="{FF2B5EF4-FFF2-40B4-BE49-F238E27FC236}">
                <a16:creationId xmlns:a16="http://schemas.microsoft.com/office/drawing/2014/main" id="{76AE2524-8AA4-AABF-A61E-226DE13E0472}"/>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AEF8B50F-826E-F77A-E940-CA05CFB47B5A}"/>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D46EC585-EF6D-82D8-829B-5A4FF3DB02A7}"/>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5</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218990025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Action-Cycle">
            <a:extLst>
              <a:ext uri="{FF2B5EF4-FFF2-40B4-BE49-F238E27FC236}">
                <a16:creationId xmlns:a16="http://schemas.microsoft.com/office/drawing/2014/main" id="{F108D1E0-B77C-9085-3030-2067877E380B}"/>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Action-Cycle</a:t>
            </a:r>
          </a:p>
        </p:txBody>
      </p:sp>
      <p:pic>
        <p:nvPicPr>
          <p:cNvPr id="3" name="Image" descr="Image">
            <a:extLst>
              <a:ext uri="{FF2B5EF4-FFF2-40B4-BE49-F238E27FC236}">
                <a16:creationId xmlns:a16="http://schemas.microsoft.com/office/drawing/2014/main" id="{D6892584-9C62-5E47-66D7-34C60D1DC8A2}"/>
              </a:ext>
            </a:extLst>
          </p:cNvPr>
          <p:cNvPicPr>
            <a:picLocks noChangeAspect="1"/>
          </p:cNvPicPr>
          <p:nvPr/>
        </p:nvPicPr>
        <p:blipFill>
          <a:blip r:embed="rId2"/>
          <a:stretch>
            <a:fillRect/>
          </a:stretch>
        </p:blipFill>
        <p:spPr>
          <a:xfrm>
            <a:off x="0" y="1027081"/>
            <a:ext cx="9144000" cy="3256025"/>
          </a:xfrm>
          <a:prstGeom prst="rect">
            <a:avLst/>
          </a:prstGeom>
          <a:ln w="12700">
            <a:miter lim="400000"/>
          </a:ln>
        </p:spPr>
      </p:pic>
      <mc:AlternateContent xmlns:mc="http://schemas.openxmlformats.org/markup-compatibility/2006" xmlns:a14="http://schemas.microsoft.com/office/drawing/2010/main">
        <mc:Choice Requires="a14">
          <p:sp>
            <p:nvSpPr>
              <p:cNvPr id="4" name="Time  :       agent finds environment in state  , picks &amp; executes action…">
                <a:extLst>
                  <a:ext uri="{FF2B5EF4-FFF2-40B4-BE49-F238E27FC236}">
                    <a16:creationId xmlns:a16="http://schemas.microsoft.com/office/drawing/2014/main" id="{F13F5178-0585-98FA-771C-F3BA26E1FDF3}"/>
                  </a:ext>
                </a:extLst>
              </p:cNvPr>
              <p:cNvSpPr txBox="1"/>
              <p:nvPr/>
            </p:nvSpPr>
            <p:spPr>
              <a:xfrm>
                <a:off x="358974" y="4790161"/>
                <a:ext cx="7498271" cy="1540116"/>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wrap="none" lIns="50800" tIns="50800" rIns="50800" bIns="50800" anchor="ctr">
                <a:spAutoFit/>
              </a:bodyPr>
              <a:lstStyle/>
              <a:p>
                <a:pPr marL="228600" marR="0" lvl="0" indent="-228600" algn="l" defTabSz="406400" rtl="0" eaLnBrk="1" fontAlgn="auto" latinLnBrk="0" hangingPunct="0">
                  <a:lnSpc>
                    <a:spcPct val="100000"/>
                  </a:lnSpc>
                  <a:spcBef>
                    <a:spcPts val="0"/>
                  </a:spcBef>
                  <a:spcAft>
                    <a:spcPts val="0"/>
                  </a:spcAft>
                  <a:buClrTx/>
                  <a:buSzPct val="100000"/>
                  <a:buFontTx/>
                  <a:buChar char="‣"/>
                  <a:tabLst/>
                  <a:defRPr sz="1900"/>
                </a:pPr>
                <a:r>
                  <a:rPr kumimoji="0" sz="1900" b="0" i="0" u="none" strike="noStrike" kern="0" cap="none" spc="0" normalizeH="0" baseline="0" noProof="0">
                    <a:ln>
                      <a:noFill/>
                    </a:ln>
                    <a:solidFill>
                      <a:srgbClr val="000000"/>
                    </a:solidFill>
                    <a:effectLst/>
                    <a:uLnTx/>
                    <a:uFillTx/>
                    <a:latin typeface="Gill Sans"/>
                    <a:sym typeface="Gill Sans"/>
                  </a:rPr>
                  <a:t>Time </a:t>
                </a:r>
                <a14:m>
                  <m:oMath xmlns:m="http://schemas.openxmlformats.org/officeDocument/2006/math">
                    <m: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oMath>
                </a14:m>
                <a:r>
                  <a:rPr kumimoji="0" sz="1900" b="0" i="0" u="none" strike="noStrike" kern="0" cap="none" spc="0" normalizeH="0" baseline="0" noProof="0">
                    <a:ln>
                      <a:noFill/>
                    </a:ln>
                    <a:solidFill>
                      <a:srgbClr val="000000"/>
                    </a:solidFill>
                    <a:effectLst/>
                    <a:uLnTx/>
                    <a:uFillTx/>
                    <a:latin typeface="Gill Sans"/>
                    <a:sym typeface="Gill Sans"/>
                  </a:rPr>
                  <a:t>:       agent finds environment in state </a:t>
                </a:r>
                <a14:m>
                  <m:oMath xmlns:m="http://schemas.openxmlformats.org/officeDocument/2006/math">
                    <m:sSub>
                      <m:sSubPr>
                        <m:ctrlP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e>
                      <m:sub>
                        <m: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oMath>
                </a14:m>
                <a:r>
                  <a:rPr kumimoji="0" sz="1900" b="0" i="0" u="none" strike="noStrike" kern="0" cap="none" spc="0" normalizeH="0" baseline="0" noProof="0">
                    <a:ln>
                      <a:noFill/>
                    </a:ln>
                    <a:solidFill>
                      <a:srgbClr val="000000"/>
                    </a:solidFill>
                    <a:effectLst/>
                    <a:uLnTx/>
                    <a:uFillTx/>
                    <a:latin typeface="Gill Sans"/>
                    <a:sym typeface="Gill Sans"/>
                  </a:rPr>
                  <a:t>, picks &amp; executes action </a:t>
                </a:r>
                <a14:m>
                  <m:oMath xmlns:m="http://schemas.openxmlformats.org/officeDocument/2006/math">
                    <m:sSub>
                      <m:sSubPr>
                        <m:ctrlP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t>𝐴</m:t>
                        </m:r>
                      </m:e>
                      <m:sub>
                        <m: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oMath>
                </a14:m>
                <a:br>
                  <a:rPr kumimoji="0" sz="1900" b="0" i="0" u="none" strike="noStrike" kern="0" cap="none" spc="0" normalizeH="0" baseline="0" noProof="0">
                    <a:ln>
                      <a:noFill/>
                    </a:ln>
                    <a:solidFill>
                      <a:srgbClr val="000000"/>
                    </a:solidFill>
                    <a:effectLst/>
                    <a:uLnTx/>
                    <a:uFillTx/>
                    <a:latin typeface="Gill Sans"/>
                    <a:sym typeface="Gill Sans"/>
                  </a:rPr>
                </a:br>
                <a:endParaRPr kumimoji="0" sz="1900" b="0" i="0" u="none" strike="noStrike" kern="0" cap="none" spc="0" normalizeH="0" baseline="0" noProof="0">
                  <a:ln>
                    <a:noFill/>
                  </a:ln>
                  <a:solidFill>
                    <a:srgbClr val="000000"/>
                  </a:solidFill>
                  <a:effectLst/>
                  <a:uLnTx/>
                  <a:uFillTx/>
                  <a:latin typeface="Gill Sans"/>
                  <a:sym typeface="Gill Sans"/>
                </a:endParaRPr>
              </a:p>
              <a:p>
                <a:pPr marL="228600" marR="0" lvl="0" indent="-228600" algn="l" defTabSz="406400" rtl="0" eaLnBrk="1" fontAlgn="auto" latinLnBrk="0" hangingPunct="0">
                  <a:lnSpc>
                    <a:spcPct val="100000"/>
                  </a:lnSpc>
                  <a:spcBef>
                    <a:spcPts val="0"/>
                  </a:spcBef>
                  <a:spcAft>
                    <a:spcPts val="0"/>
                  </a:spcAft>
                  <a:buClrTx/>
                  <a:buSzPct val="100000"/>
                  <a:buFontTx/>
                  <a:buChar char="‣"/>
                  <a:tabLst/>
                  <a:defRPr sz="1900"/>
                </a:pPr>
                <a:r>
                  <a:rPr kumimoji="0" sz="1900" b="0" i="0" u="none" strike="noStrike" kern="0" cap="none" spc="0" normalizeH="0" baseline="0" noProof="0">
                    <a:ln>
                      <a:noFill/>
                    </a:ln>
                    <a:solidFill>
                      <a:srgbClr val="000000"/>
                    </a:solidFill>
                    <a:effectLst/>
                    <a:uLnTx/>
                    <a:uFillTx/>
                    <a:latin typeface="Gill Sans"/>
                    <a:sym typeface="Gill Sans"/>
                  </a:rPr>
                  <a:t>                 environment changes in response to </a:t>
                </a:r>
                <a14:m>
                  <m:oMath xmlns:m="http://schemas.openxmlformats.org/officeDocument/2006/math">
                    <m:sSub>
                      <m:sSubPr>
                        <m:ctrlP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t>𝐴</m:t>
                        </m:r>
                      </m:e>
                      <m:sub>
                        <m: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oMath>
                </a14:m>
                <a:r>
                  <a:rPr kumimoji="0" sz="1900" b="0" i="0" u="none" strike="noStrike" kern="0" cap="none" spc="0" normalizeH="0" baseline="0" noProof="0">
                    <a:ln>
                      <a:noFill/>
                    </a:ln>
                    <a:solidFill>
                      <a:srgbClr val="000000"/>
                    </a:solidFill>
                    <a:effectLst/>
                    <a:uLnTx/>
                    <a:uFillTx/>
                    <a:latin typeface="Gill Sans"/>
                    <a:sym typeface="Gill Sans"/>
                  </a:rPr>
                  <a:t> from </a:t>
                </a:r>
                <a14:m>
                  <m:oMath xmlns:m="http://schemas.openxmlformats.org/officeDocument/2006/math">
                    <m:sSub>
                      <m:sSubPr>
                        <m:ctrlP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e>
                      <m:sub>
                        <m: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oMath>
                </a14:m>
                <a:r>
                  <a:rPr kumimoji="0" sz="1900" b="0" i="0" u="none" strike="noStrike" kern="0" cap="none" spc="0" normalizeH="0" baseline="0" noProof="0">
                    <a:ln>
                      <a:noFill/>
                    </a:ln>
                    <a:solidFill>
                      <a:srgbClr val="000000"/>
                    </a:solidFill>
                    <a:effectLst/>
                    <a:uLnTx/>
                    <a:uFillTx/>
                    <a:latin typeface="Gill Sans"/>
                    <a:sym typeface="Gill Sans"/>
                  </a:rPr>
                  <a:t> to </a:t>
                </a:r>
                <a14:m>
                  <m:oMath xmlns:m="http://schemas.openxmlformats.org/officeDocument/2006/math">
                    <m:sSub>
                      <m:sSubPr>
                        <m:ctrlP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e>
                      <m:sub>
                        <m: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t>+1</m:t>
                        </m:r>
                      </m:sub>
                    </m:sSub>
                  </m:oMath>
                </a14:m>
                <a:br>
                  <a:rPr kumimoji="0" sz="1900" b="0" i="0" u="none" strike="noStrike" kern="0" cap="none" spc="0" normalizeH="0" baseline="0" noProof="0">
                    <a:ln>
                      <a:noFill/>
                    </a:ln>
                    <a:solidFill>
                      <a:srgbClr val="000000"/>
                    </a:solidFill>
                    <a:effectLst/>
                    <a:uLnTx/>
                    <a:uFillTx/>
                    <a:latin typeface="Gill Sans"/>
                    <a:sym typeface="Gill Sans"/>
                  </a:rPr>
                </a:br>
                <a:endParaRPr kumimoji="0" sz="1900" b="0" i="0" u="none" strike="noStrike" kern="0" cap="none" spc="0" normalizeH="0" baseline="0" noProof="0">
                  <a:ln>
                    <a:noFill/>
                  </a:ln>
                  <a:solidFill>
                    <a:srgbClr val="000000"/>
                  </a:solidFill>
                  <a:effectLst/>
                  <a:uLnTx/>
                  <a:uFillTx/>
                  <a:latin typeface="Gill Sans"/>
                  <a:sym typeface="Gill Sans"/>
                </a:endParaRPr>
              </a:p>
              <a:p>
                <a:pPr marL="228600" marR="0" lvl="0" indent="-228600" algn="l" defTabSz="406400" rtl="0" eaLnBrk="1" fontAlgn="auto" latinLnBrk="0" hangingPunct="0">
                  <a:lnSpc>
                    <a:spcPct val="100000"/>
                  </a:lnSpc>
                  <a:spcBef>
                    <a:spcPts val="0"/>
                  </a:spcBef>
                  <a:spcAft>
                    <a:spcPts val="0"/>
                  </a:spcAft>
                  <a:buClrTx/>
                  <a:buSzPct val="100000"/>
                  <a:buFontTx/>
                  <a:buChar char="‣"/>
                  <a:tabLst/>
                  <a:defRPr sz="1900"/>
                </a:pPr>
                <a:r>
                  <a:rPr kumimoji="0" sz="1900" b="0" i="0" u="none" strike="noStrike" kern="0" cap="none" spc="0" normalizeH="0" baseline="0" noProof="0">
                    <a:ln>
                      <a:noFill/>
                    </a:ln>
                    <a:solidFill>
                      <a:srgbClr val="000000"/>
                    </a:solidFill>
                    <a:effectLst/>
                    <a:uLnTx/>
                    <a:uFillTx/>
                    <a:latin typeface="Gill Sans"/>
                    <a:sym typeface="Gill Sans"/>
                  </a:rPr>
                  <a:t>Time </a:t>
                </a:r>
                <a14:m>
                  <m:oMath xmlns:m="http://schemas.openxmlformats.org/officeDocument/2006/math">
                    <m: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t>+1</m:t>
                    </m:r>
                  </m:oMath>
                </a14:m>
                <a:r>
                  <a:rPr kumimoji="0" sz="1900" b="0" i="0" u="none" strike="noStrike" kern="0" cap="none" spc="0" normalizeH="0" baseline="0" noProof="0">
                    <a:ln>
                      <a:noFill/>
                    </a:ln>
                    <a:solidFill>
                      <a:srgbClr val="000000"/>
                    </a:solidFill>
                    <a:effectLst/>
                    <a:uLnTx/>
                    <a:uFillTx/>
                    <a:latin typeface="Gill Sans"/>
                    <a:sym typeface="Gill Sans"/>
                  </a:rPr>
                  <a:t>: agent finds itself in state </a:t>
                </a:r>
                <a14:m>
                  <m:oMath xmlns:m="http://schemas.openxmlformats.org/officeDocument/2006/math">
                    <m:sSub>
                      <m:sSubPr>
                        <m:ctrlP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e>
                      <m:sub>
                        <m: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t>+1</m:t>
                        </m:r>
                      </m:sub>
                    </m:sSub>
                  </m:oMath>
                </a14:m>
                <a:r>
                  <a:rPr kumimoji="0" sz="1900" b="0" i="0" u="none" strike="noStrike" kern="0" cap="none" spc="0" normalizeH="0" baseline="0" noProof="0">
                    <a:ln>
                      <a:noFill/>
                    </a:ln>
                    <a:solidFill>
                      <a:srgbClr val="000000"/>
                    </a:solidFill>
                    <a:effectLst/>
                    <a:uLnTx/>
                    <a:uFillTx/>
                    <a:latin typeface="Gill Sans"/>
                    <a:sym typeface="Gill Sans"/>
                  </a:rPr>
                  <a:t> and receives reward </a:t>
                </a:r>
                <a14:m>
                  <m:oMath xmlns:m="http://schemas.openxmlformats.org/officeDocument/2006/math">
                    <m:sSub>
                      <m:sSubPr>
                        <m:ctrlP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e>
                      <m:sub>
                        <m: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1950" b="0" i="1" u="none" strike="noStrike" kern="0" cap="none" spc="0" normalizeH="0" baseline="0" noProof="0">
                            <a:ln>
                              <a:noFill/>
                            </a:ln>
                            <a:solidFill>
                              <a:srgbClr val="000000"/>
                            </a:solidFill>
                            <a:effectLst/>
                            <a:uLnTx/>
                            <a:uFillTx/>
                            <a:latin typeface="Cambria Math" panose="02040503050406030204" pitchFamily="18" charset="0"/>
                            <a:sym typeface="Gill Sans"/>
                          </a:rPr>
                          <m:t>+1</m:t>
                        </m:r>
                      </m:sub>
                    </m:sSub>
                  </m:oMath>
                </a14:m>
                <a:endParaRPr kumimoji="0" sz="1900" b="0" i="0" u="none" strike="noStrike" kern="0" cap="none" spc="0" normalizeH="0" baseline="0" noProof="0">
                  <a:ln>
                    <a:noFill/>
                  </a:ln>
                  <a:solidFill>
                    <a:srgbClr val="000000"/>
                  </a:solidFill>
                  <a:effectLst/>
                  <a:uLnTx/>
                  <a:uFillTx/>
                  <a:latin typeface="Gill Sans"/>
                  <a:sym typeface="Gill Sans"/>
                </a:endParaRPr>
              </a:p>
            </p:txBody>
          </p:sp>
        </mc:Choice>
        <mc:Fallback xmlns="">
          <p:sp>
            <p:nvSpPr>
              <p:cNvPr id="4" name="Time  :       agent finds environment in state  , picks &amp; executes action…">
                <a:extLst>
                  <a:ext uri="{FF2B5EF4-FFF2-40B4-BE49-F238E27FC236}">
                    <a16:creationId xmlns:a16="http://schemas.microsoft.com/office/drawing/2014/main" id="{F13F5178-0585-98FA-771C-F3BA26E1FDF3}"/>
                  </a:ext>
                </a:extLst>
              </p:cNvPr>
              <p:cNvSpPr txBox="1">
                <a:spLocks noRot="1" noChangeAspect="1" noMove="1" noResize="1" noEditPoints="1" noAdjustHandles="1" noChangeArrowheads="1" noChangeShapeType="1" noTextEdit="1"/>
              </p:cNvSpPr>
              <p:nvPr/>
            </p:nvSpPr>
            <p:spPr>
              <a:xfrm>
                <a:off x="358974" y="4790161"/>
                <a:ext cx="7498271" cy="1540116"/>
              </a:xfrm>
              <a:prstGeom prst="rect">
                <a:avLst/>
              </a:prstGeom>
              <a:blipFill>
                <a:blip r:embed="rId3"/>
                <a:stretch>
                  <a:fillRect l="-1301" t="-3571" r="-1220" b="-7937"/>
                </a:stretch>
              </a:blip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sp>
        <p:nvSpPr>
          <p:cNvPr id="5" name="Date Placeholder 3">
            <a:extLst>
              <a:ext uri="{FF2B5EF4-FFF2-40B4-BE49-F238E27FC236}">
                <a16:creationId xmlns:a16="http://schemas.microsoft.com/office/drawing/2014/main" id="{7B36BFEF-C8AA-270B-3EE5-AC39BC1C5C5C}"/>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Footer Placeholder 5">
            <a:extLst>
              <a:ext uri="{FF2B5EF4-FFF2-40B4-BE49-F238E27FC236}">
                <a16:creationId xmlns:a16="http://schemas.microsoft.com/office/drawing/2014/main" id="{E6466DA8-3509-15A8-7CFA-986E1DAD5BA8}"/>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2" name="Slide Number Placeholder 7">
            <a:extLst>
              <a:ext uri="{FF2B5EF4-FFF2-40B4-BE49-F238E27FC236}">
                <a16:creationId xmlns:a16="http://schemas.microsoft.com/office/drawing/2014/main" id="{36CD779F-D2E8-F06C-2E8C-500932BE5D88}"/>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6</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2678669713"/>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Markov Property">
            <a:extLst>
              <a:ext uri="{FF2B5EF4-FFF2-40B4-BE49-F238E27FC236}">
                <a16:creationId xmlns:a16="http://schemas.microsoft.com/office/drawing/2014/main" id="{31426390-F89A-ABE1-F6E3-7920DA2C8B18}"/>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Markov Property</a:t>
            </a:r>
          </a:p>
        </p:txBody>
      </p:sp>
      <mc:AlternateContent xmlns:mc="http://schemas.openxmlformats.org/markup-compatibility/2006" xmlns:a14="http://schemas.microsoft.com/office/drawing/2010/main">
        <mc:Choice Requires="a14">
          <p:sp>
            <p:nvSpPr>
              <p:cNvPr id="3" name="We are talking about Markov systems.…">
                <a:extLst>
                  <a:ext uri="{FF2B5EF4-FFF2-40B4-BE49-F238E27FC236}">
                    <a16:creationId xmlns:a16="http://schemas.microsoft.com/office/drawing/2014/main" id="{F007AA4D-E742-8897-ACDC-20CB4EB7FA74}"/>
                  </a:ext>
                </a:extLst>
              </p:cNvPr>
              <p:cNvSpPr txBox="1"/>
              <p:nvPr/>
            </p:nvSpPr>
            <p:spPr>
              <a:xfrm>
                <a:off x="428302" y="1542201"/>
                <a:ext cx="8800734" cy="4845301"/>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lIns="50800" tIns="50800" rIns="50800" bIns="50800" anchor="ctr">
                <a:spAutoFit/>
              </a:bodyPr>
              <a:lstStyle/>
              <a:p>
                <a:pPr marL="0" marR="0" lvl="0" indent="0" algn="l" defTabSz="406400" rtl="0" eaLnBrk="1" fontAlgn="auto" latinLnBrk="0" hangingPunct="0">
                  <a:lnSpc>
                    <a:spcPct val="130000"/>
                  </a:lnSpc>
                  <a:spcBef>
                    <a:spcPts val="0"/>
                  </a:spcBef>
                  <a:spcAft>
                    <a:spcPts val="0"/>
                  </a:spcAft>
                  <a:buClrTx/>
                  <a:buSzTx/>
                  <a:buFontTx/>
                  <a:buNone/>
                  <a:tabLst/>
                  <a:defRPr/>
                </a:pPr>
                <a:r>
                  <a:rPr kumimoji="0" sz="2800" b="0" i="0" u="none" strike="noStrike" kern="0" cap="none" spc="0" normalizeH="0" baseline="0" noProof="0" dirty="0">
                    <a:ln>
                      <a:noFill/>
                    </a:ln>
                    <a:solidFill>
                      <a:srgbClr val="000000"/>
                    </a:solidFill>
                    <a:effectLst/>
                    <a:uLnTx/>
                    <a:uFillTx/>
                    <a:latin typeface="Gill Sans"/>
                    <a:sym typeface="Gill Sans"/>
                  </a:rPr>
                  <a:t>We are talking about Markov systems.</a:t>
                </a:r>
              </a:p>
              <a:p>
                <a:pPr marL="0" marR="0" lvl="0" indent="0" algn="l" defTabSz="406400" rtl="0" eaLnBrk="1" fontAlgn="auto" latinLnBrk="0" hangingPunct="0">
                  <a:lnSpc>
                    <a:spcPct val="130000"/>
                  </a:lnSpc>
                  <a:spcBef>
                    <a:spcPts val="0"/>
                  </a:spcBef>
                  <a:spcAft>
                    <a:spcPts val="0"/>
                  </a:spcAft>
                  <a:buClrTx/>
                  <a:buSzTx/>
                  <a:buFontTx/>
                  <a:buNone/>
                  <a:tabLst/>
                  <a:defRPr/>
                </a:pPr>
                <a:endParaRPr kumimoji="0" sz="2800" b="0" i="0"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30000"/>
                  </a:lnSpc>
                  <a:spcBef>
                    <a:spcPts val="0"/>
                  </a:spcBef>
                  <a:spcAft>
                    <a:spcPts val="0"/>
                  </a:spcAft>
                  <a:buClrTx/>
                  <a:buSzTx/>
                  <a:buFontTx/>
                  <a:buNone/>
                  <a:tabLst/>
                  <a:defRPr/>
                </a:pPr>
                <a:r>
                  <a:rPr kumimoji="0" sz="2800" b="0" i="0" u="none" strike="noStrike" kern="0" cap="none" spc="0" normalizeH="0" baseline="0" noProof="0" dirty="0">
                    <a:ln>
                      <a:noFill/>
                    </a:ln>
                    <a:solidFill>
                      <a:srgbClr val="000000"/>
                    </a:solidFill>
                    <a:effectLst/>
                    <a:uLnTx/>
                    <a:uFillTx/>
                    <a:latin typeface="Gill Sans"/>
                    <a:sym typeface="Gill Sans"/>
                  </a:rPr>
                  <a:t>Reminder: A system is </a:t>
                </a:r>
                <a:r>
                  <a:rPr kumimoji="0" sz="2800" b="0" i="1" u="none" strike="noStrike" kern="0" cap="none" spc="0" normalizeH="0" baseline="0" noProof="0" dirty="0" err="1">
                    <a:ln>
                      <a:noFill/>
                    </a:ln>
                    <a:solidFill>
                      <a:srgbClr val="000000"/>
                    </a:solidFill>
                    <a:effectLst/>
                    <a:uLnTx/>
                    <a:uFillTx/>
                    <a:latin typeface="Gill Sans"/>
                    <a:sym typeface="Gill Sans"/>
                  </a:rPr>
                  <a:t>markov</a:t>
                </a:r>
                <a:r>
                  <a:rPr kumimoji="0" sz="2800" b="0" i="0" u="none" strike="noStrike" kern="0" cap="none" spc="0" normalizeH="0" baseline="0" noProof="0" dirty="0">
                    <a:ln>
                      <a:noFill/>
                    </a:ln>
                    <a:solidFill>
                      <a:srgbClr val="000000"/>
                    </a:solidFill>
                    <a:effectLst/>
                    <a:uLnTx/>
                    <a:uFillTx/>
                    <a:latin typeface="Gill Sans"/>
                    <a:sym typeface="Gill Sans"/>
                  </a:rPr>
                  <a:t> if for all states</a:t>
                </a:r>
                <a:br>
                  <a:rPr kumimoji="0" sz="2800" b="0" i="0" u="none" strike="noStrike" kern="0" cap="none" spc="0" normalizeH="0" baseline="0" noProof="0" dirty="0">
                    <a:ln>
                      <a:noFill/>
                    </a:ln>
                    <a:solidFill>
                      <a:srgbClr val="000000"/>
                    </a:solidFill>
                    <a:effectLst/>
                    <a:uLnTx/>
                    <a:uFillTx/>
                    <a:latin typeface="Gill Sans"/>
                    <a:sym typeface="Gill Sans"/>
                  </a:rPr>
                </a:br>
                <a:endParaRPr kumimoji="0" sz="2800" b="0" i="0"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30000"/>
                  </a:lnSpc>
                  <a:spcBef>
                    <a:spcPts val="0"/>
                  </a:spcBef>
                  <a:spcAft>
                    <a:spcPts val="0"/>
                  </a:spcAft>
                  <a:buClrTx/>
                  <a:buSzTx/>
                  <a:buFontTx/>
                  <a:buNone/>
                  <a:tabLst/>
                  <a:defRPr/>
                </a:pPr>
                <a14:m>
                  <m:oMath xmlns:m="http://schemas.openxmlformats.org/officeDocument/2006/math">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𝑃</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+1</m:t>
                        </m:r>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𝑃</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+1</m:t>
                        </m:r>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1</m:t>
                        </m:r>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a14:m>
                <a:r>
                  <a:rPr kumimoji="0" sz="2800" b="0" i="0" u="none" strike="noStrike" kern="0" cap="none" spc="0" normalizeH="0" baseline="0" noProof="0" dirty="0">
                    <a:ln>
                      <a:noFill/>
                    </a:ln>
                    <a:solidFill>
                      <a:srgbClr val="000000"/>
                    </a:solidFill>
                    <a:effectLst/>
                    <a:uLnTx/>
                    <a:uFillTx/>
                    <a:latin typeface="Gill Sans"/>
                    <a:sym typeface="Gill Sans"/>
                  </a:rPr>
                  <a:t> </a:t>
                </a:r>
              </a:p>
              <a:p>
                <a:pPr marL="0" marR="0" lvl="0" indent="0" algn="l" defTabSz="406400" rtl="0" eaLnBrk="1" fontAlgn="auto" latinLnBrk="0" hangingPunct="0">
                  <a:lnSpc>
                    <a:spcPct val="130000"/>
                  </a:lnSpc>
                  <a:spcBef>
                    <a:spcPts val="0"/>
                  </a:spcBef>
                  <a:spcAft>
                    <a:spcPts val="0"/>
                  </a:spcAft>
                  <a:buClrTx/>
                  <a:buSzTx/>
                  <a:buFontTx/>
                  <a:buNone/>
                  <a:tabLst/>
                  <a:defRPr/>
                </a:pPr>
                <a:endParaRPr kumimoji="0" sz="2000" b="0" i="0"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30000"/>
                  </a:lnSpc>
                  <a:spcBef>
                    <a:spcPts val="0"/>
                  </a:spcBef>
                  <a:spcAft>
                    <a:spcPts val="0"/>
                  </a:spcAft>
                  <a:buClrTx/>
                  <a:buSzTx/>
                  <a:buFontTx/>
                  <a:buNone/>
                  <a:tabLst/>
                  <a:defRPr/>
                </a:pPr>
                <a:endParaRPr kumimoji="0" sz="300" b="0" i="0"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30000"/>
                  </a:lnSpc>
                  <a:spcBef>
                    <a:spcPts val="0"/>
                  </a:spcBef>
                  <a:spcAft>
                    <a:spcPts val="0"/>
                  </a:spcAft>
                  <a:buClrTx/>
                  <a:buSzTx/>
                  <a:buFontTx/>
                  <a:buNone/>
                  <a:tabLst/>
                  <a:defRPr i="1"/>
                </a:pPr>
                <a:r>
                  <a:rPr kumimoji="0" sz="2800" b="0" i="1" u="none" strike="noStrike" kern="0" cap="none" spc="0" normalizeH="0" baseline="0" noProof="0" dirty="0">
                    <a:ln>
                      <a:noFill/>
                    </a:ln>
                    <a:solidFill>
                      <a:srgbClr val="000000"/>
                    </a:solidFill>
                    <a:effectLst/>
                    <a:uLnTx/>
                    <a:uFillTx/>
                    <a:latin typeface="Gill Sans"/>
                    <a:sym typeface="Gill Sans"/>
                  </a:rPr>
                  <a:t>The future is independent of the past given the present</a:t>
                </a:r>
                <a:endParaRPr kumimoji="0" sz="2800" b="0" i="1" u="none" strike="noStrike" kern="0" cap="none" spc="-25"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30000"/>
                  </a:lnSpc>
                  <a:spcBef>
                    <a:spcPts val="0"/>
                  </a:spcBef>
                  <a:spcAft>
                    <a:spcPts val="0"/>
                  </a:spcAft>
                  <a:buClrTx/>
                  <a:buSzTx/>
                  <a:buFontTx/>
                  <a:buNone/>
                  <a:tabLst/>
                  <a:defRPr i="1"/>
                </a:pPr>
                <a:endParaRPr kumimoji="0" sz="1600" b="0" i="1" u="none" strike="noStrike" kern="0" cap="none" spc="-25"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30000"/>
                  </a:lnSpc>
                  <a:spcBef>
                    <a:spcPts val="0"/>
                  </a:spcBef>
                  <a:spcAft>
                    <a:spcPts val="0"/>
                  </a:spcAft>
                  <a:buClrTx/>
                  <a:buSzTx/>
                  <a:buFontTx/>
                  <a:buNone/>
                  <a:tabLst/>
                  <a:defRPr/>
                </a:pPr>
                <a:r>
                  <a:rPr kumimoji="0" sz="2800" b="0" i="0" u="none" strike="noStrike" kern="0" cap="none" spc="-25" normalizeH="0" baseline="0" noProof="0" dirty="0">
                    <a:ln>
                      <a:noFill/>
                    </a:ln>
                    <a:solidFill>
                      <a:srgbClr val="000000"/>
                    </a:solidFill>
                    <a:effectLst/>
                    <a:uLnTx/>
                    <a:uFillTx/>
                    <a:latin typeface="Gill Sans"/>
                    <a:sym typeface="Gill Sans"/>
                  </a:rPr>
                  <a:t>i.e. history can be forgotten </a:t>
                </a:r>
                <a:r>
                  <a:rPr kumimoji="0" sz="2800" b="0" i="0" u="none" strike="noStrike" kern="0" cap="none" spc="-25" normalizeH="0" baseline="0" noProof="0" dirty="0" err="1">
                    <a:ln>
                      <a:noFill/>
                    </a:ln>
                    <a:solidFill>
                      <a:srgbClr val="000000"/>
                    </a:solidFill>
                    <a:effectLst/>
                    <a:uLnTx/>
                    <a:uFillTx/>
                    <a:latin typeface="Gill Sans"/>
                    <a:sym typeface="Gill Sans"/>
                  </a:rPr>
                  <a:t>iff</a:t>
                </a:r>
                <a:r>
                  <a:rPr kumimoji="0" sz="2800" b="0" i="0" u="none" strike="noStrike" kern="0" cap="none" spc="-25" normalizeH="0" baseline="0" noProof="0" dirty="0">
                    <a:ln>
                      <a:noFill/>
                    </a:ln>
                    <a:solidFill>
                      <a:srgbClr val="000000"/>
                    </a:solidFill>
                    <a:effectLst/>
                    <a:uLnTx/>
                    <a:uFillTx/>
                    <a:latin typeface="Gill Sans"/>
                    <a:sym typeface="Gill Sans"/>
                  </a:rPr>
                  <a:t> the current state is known</a:t>
                </a:r>
              </a:p>
            </p:txBody>
          </p:sp>
        </mc:Choice>
        <mc:Fallback xmlns="">
          <p:sp>
            <p:nvSpPr>
              <p:cNvPr id="3" name="We are talking about Markov systems.…">
                <a:extLst>
                  <a:ext uri="{FF2B5EF4-FFF2-40B4-BE49-F238E27FC236}">
                    <a16:creationId xmlns:a16="http://schemas.microsoft.com/office/drawing/2014/main" id="{F007AA4D-E742-8897-ACDC-20CB4EB7FA74}"/>
                  </a:ext>
                </a:extLst>
              </p:cNvPr>
              <p:cNvSpPr txBox="1">
                <a:spLocks noRot="1" noChangeAspect="1" noMove="1" noResize="1" noEditPoints="1" noAdjustHandles="1" noChangeArrowheads="1" noChangeShapeType="1" noTextEdit="1"/>
              </p:cNvSpPr>
              <p:nvPr/>
            </p:nvSpPr>
            <p:spPr>
              <a:xfrm>
                <a:off x="428302" y="1542201"/>
                <a:ext cx="8800734" cy="4845301"/>
              </a:xfrm>
              <a:prstGeom prst="rect">
                <a:avLst/>
              </a:prstGeom>
              <a:blipFill>
                <a:blip r:embed="rId2"/>
                <a:stretch>
                  <a:fillRect l="-1870" b="-2138"/>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B98FF6AB-B0BC-536F-9FA4-CFA9ADABF670}"/>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F563B199-A80D-4D6A-BDDB-5F7659EC3361}"/>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A644E437-1C24-57B2-4BFB-EE5C9FFF245C}"/>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7</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323068515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Goal of the Agents">
            <a:extLst>
              <a:ext uri="{FF2B5EF4-FFF2-40B4-BE49-F238E27FC236}">
                <a16:creationId xmlns:a16="http://schemas.microsoft.com/office/drawing/2014/main" id="{CDDCF642-D70E-8340-7A64-6CB89E64584C}"/>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Goal of the Agents</a:t>
            </a:r>
          </a:p>
        </p:txBody>
      </p:sp>
      <p:sp>
        <p:nvSpPr>
          <p:cNvPr id="3" name="the goal of the agent is to…">
            <a:extLst>
              <a:ext uri="{FF2B5EF4-FFF2-40B4-BE49-F238E27FC236}">
                <a16:creationId xmlns:a16="http://schemas.microsoft.com/office/drawing/2014/main" id="{C01A6AEC-1514-DE88-95C9-9D0EAF0362DB}"/>
              </a:ext>
            </a:extLst>
          </p:cNvPr>
          <p:cNvSpPr txBox="1"/>
          <p:nvPr/>
        </p:nvSpPr>
        <p:spPr>
          <a:xfrm>
            <a:off x="360833" y="1727200"/>
            <a:ext cx="6662080" cy="38706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spAutoFit/>
          </a:bodyPr>
          <a:lstStyle/>
          <a:p>
            <a:pPr marL="0" marR="0" lvl="0" indent="0" algn="l" defTabSz="406400" rtl="0" eaLnBrk="1" fontAlgn="auto" latinLnBrk="0" hangingPunct="0">
              <a:lnSpc>
                <a:spcPct val="11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Gill Sans"/>
                <a:sym typeface="Gill Sans"/>
              </a:rPr>
              <a:t>T</a:t>
            </a:r>
            <a:r>
              <a:rPr kumimoji="0" sz="2800" b="0" i="0" u="none" strike="noStrike" kern="0" cap="none" spc="0" normalizeH="0" baseline="0" noProof="0" dirty="0">
                <a:ln>
                  <a:noFill/>
                </a:ln>
                <a:solidFill>
                  <a:srgbClr val="000000"/>
                </a:solidFill>
                <a:effectLst/>
                <a:uLnTx/>
                <a:uFillTx/>
                <a:latin typeface="Gill Sans"/>
                <a:sym typeface="Gill Sans"/>
              </a:rPr>
              <a:t>he goal of the agent is to </a:t>
            </a:r>
            <a:br>
              <a:rPr kumimoji="0" sz="2800" b="0" i="0" u="none" strike="noStrike" kern="0" cap="none" spc="0" normalizeH="0" baseline="0" noProof="0" dirty="0">
                <a:ln>
                  <a:noFill/>
                </a:ln>
                <a:solidFill>
                  <a:srgbClr val="000000"/>
                </a:solidFill>
                <a:effectLst/>
                <a:uLnTx/>
                <a:uFillTx/>
                <a:latin typeface="Gill Sans"/>
                <a:sym typeface="Gill Sans"/>
              </a:rPr>
            </a:br>
            <a:endParaRPr kumimoji="0" sz="2800" b="0" i="0" u="none" strike="noStrike" kern="0" cap="none" spc="0" normalizeH="0" baseline="0" noProof="0" dirty="0">
              <a:ln>
                <a:noFill/>
              </a:ln>
              <a:solidFill>
                <a:srgbClr val="000000"/>
              </a:solidFill>
              <a:effectLst/>
              <a:uLnTx/>
              <a:uFillTx/>
              <a:latin typeface="Gill Sans"/>
              <a:sym typeface="Gill Sans"/>
            </a:endParaRPr>
          </a:p>
          <a:p>
            <a:pPr marL="228600" marR="0" lvl="0" indent="-228600" algn="l" defTabSz="406400" rtl="0" eaLnBrk="1" fontAlgn="auto" latinLnBrk="0" hangingPunct="0">
              <a:lnSpc>
                <a:spcPct val="11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learn </a:t>
            </a:r>
            <a:r>
              <a:rPr kumimoji="0" lang="en-US" sz="2800" b="0" i="0" u="none" strike="noStrike" kern="0" cap="none" spc="0" normalizeH="0" baseline="0" noProof="0" dirty="0">
                <a:ln>
                  <a:noFill/>
                </a:ln>
                <a:solidFill>
                  <a:srgbClr val="000000"/>
                </a:solidFill>
                <a:effectLst/>
                <a:uLnTx/>
                <a:uFillTx/>
                <a:latin typeface="Gill Sans"/>
                <a:sym typeface="Gill Sans"/>
              </a:rPr>
              <a:t>about </a:t>
            </a:r>
            <a:r>
              <a:rPr kumimoji="0" sz="2800" b="0" i="0" u="none" strike="noStrike" kern="0" cap="none" spc="0" normalizeH="0" baseline="0" noProof="0" dirty="0">
                <a:ln>
                  <a:noFill/>
                </a:ln>
                <a:solidFill>
                  <a:srgbClr val="000000"/>
                </a:solidFill>
                <a:effectLst/>
                <a:uLnTx/>
                <a:uFillTx/>
                <a:latin typeface="Gill Sans"/>
                <a:sym typeface="Gill Sans"/>
              </a:rPr>
              <a:t>the environment</a:t>
            </a:r>
          </a:p>
          <a:p>
            <a:pPr marL="228600" marR="0" lvl="0" indent="-228600" algn="l" defTabSz="406400" rtl="0" eaLnBrk="1" fontAlgn="auto" latinLnBrk="0" hangingPunct="0">
              <a:lnSpc>
                <a:spcPct val="11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while </a:t>
            </a:r>
            <a:r>
              <a:rPr kumimoji="0" sz="2800" b="0" i="0" u="none" strike="noStrike" kern="0" cap="none" spc="0" normalizeH="0" baseline="0" noProof="0" dirty="0" err="1">
                <a:ln>
                  <a:noFill/>
                </a:ln>
                <a:solidFill>
                  <a:srgbClr val="000000"/>
                </a:solidFill>
                <a:effectLst/>
                <a:uLnTx/>
                <a:uFillTx/>
                <a:latin typeface="Gill Sans"/>
                <a:sym typeface="Gill Sans"/>
              </a:rPr>
              <a:t>maximising</a:t>
            </a:r>
            <a:r>
              <a:rPr kumimoji="0" sz="2800" b="0" i="0" u="none" strike="noStrike" kern="0" cap="none" spc="0" normalizeH="0" baseline="0" noProof="0" dirty="0">
                <a:ln>
                  <a:noFill/>
                </a:ln>
                <a:solidFill>
                  <a:srgbClr val="000000"/>
                </a:solidFill>
                <a:effectLst/>
                <a:uLnTx/>
                <a:uFillTx/>
                <a:latin typeface="Gill Sans"/>
                <a:sym typeface="Gill Sans"/>
              </a:rPr>
              <a:t> the (cumulative) reward</a:t>
            </a:r>
          </a:p>
          <a:p>
            <a:pPr marL="228600" marR="0" lvl="0" indent="-228600" algn="l" defTabSz="406400" rtl="0" eaLnBrk="1" fontAlgn="auto" latinLnBrk="0" hangingPunct="0">
              <a:lnSpc>
                <a:spcPct val="110000"/>
              </a:lnSpc>
              <a:spcBef>
                <a:spcPts val="0"/>
              </a:spcBef>
              <a:spcAft>
                <a:spcPts val="0"/>
              </a:spcAft>
              <a:buClrTx/>
              <a:buSzPct val="100000"/>
              <a:buFontTx/>
              <a:buChar char="•"/>
              <a:tabLst/>
              <a:defRPr/>
            </a:pPr>
            <a:endParaRPr kumimoji="0" sz="2800" b="0" i="0" u="none" strike="noStrike" kern="0" cap="none" spc="0" normalizeH="0" baseline="0" noProof="0" dirty="0">
              <a:ln>
                <a:noFill/>
              </a:ln>
              <a:solidFill>
                <a:srgbClr val="000000"/>
              </a:solidFill>
              <a:effectLst/>
              <a:uLnTx/>
              <a:uFillTx/>
              <a:latin typeface="Gill Sans"/>
              <a:sym typeface="Gill Sans"/>
            </a:endParaRPr>
          </a:p>
          <a:p>
            <a:pPr marL="228600" marR="0" lvl="0" indent="-228600" algn="l" defTabSz="406400" rtl="0" eaLnBrk="1" fontAlgn="auto" latinLnBrk="0" hangingPunct="0">
              <a:lnSpc>
                <a:spcPct val="11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Need to balance </a:t>
            </a:r>
          </a:p>
          <a:p>
            <a:pPr marL="571500" marR="0" lvl="1" indent="-228600" algn="l" defTabSz="406400" rtl="0" eaLnBrk="1" fontAlgn="auto" latinLnBrk="0" hangingPunct="0">
              <a:lnSpc>
                <a:spcPct val="11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exploration of the environment</a:t>
            </a:r>
          </a:p>
          <a:p>
            <a:pPr marL="571500" marR="0" lvl="1" indent="-228600" algn="l" defTabSz="406400" rtl="0" eaLnBrk="1" fontAlgn="auto" latinLnBrk="0" hangingPunct="0">
              <a:lnSpc>
                <a:spcPct val="11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exploiting the environment</a:t>
            </a:r>
          </a:p>
        </p:txBody>
      </p:sp>
      <p:sp>
        <p:nvSpPr>
          <p:cNvPr id="4" name="Date Placeholder 3">
            <a:extLst>
              <a:ext uri="{FF2B5EF4-FFF2-40B4-BE49-F238E27FC236}">
                <a16:creationId xmlns:a16="http://schemas.microsoft.com/office/drawing/2014/main" id="{8C67B4C7-8245-1051-68FA-21CD359D9304}"/>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3F6CC338-90A4-4BF0-08FF-43A4032D965C}"/>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0BFEE505-A244-D084-6040-A1E7021163B5}"/>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8</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284178244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Exploration vs Exploitation">
            <a:extLst>
              <a:ext uri="{FF2B5EF4-FFF2-40B4-BE49-F238E27FC236}">
                <a16:creationId xmlns:a16="http://schemas.microsoft.com/office/drawing/2014/main" id="{D3BADA46-8498-1EB5-4238-BF6F7375EDD6}"/>
              </a:ext>
            </a:extLst>
          </p:cNvPr>
          <p:cNvSpPr txBox="1">
            <a:spLocks noGrp="1"/>
          </p:cNvSpPr>
          <p:nvPr>
            <p:ph type="title"/>
          </p:nvPr>
        </p:nvSpPr>
        <p:spPr>
          <a:xfrm>
            <a:off x="389340" y="-265907"/>
            <a:ext cx="8960632" cy="1535114"/>
          </a:xfrm>
          <a:prstGeom prst="rect">
            <a:avLst/>
          </a:prstGeom>
        </p:spPr>
        <p:txBody>
          <a:bodyPr>
            <a:normAutofit/>
          </a:bodyPr>
          <a:lstStyle>
            <a:lvl1pPr>
              <a:defRPr sz="3100"/>
            </a:lvl1pPr>
          </a:lstStyle>
          <a:p>
            <a:pPr marL="121602" marR="40639" indent="-80962" algn="l" defTabSz="914400"/>
            <a:r>
              <a:rPr sz="3200" b="0" dirty="0">
                <a:uFill>
                  <a:solidFill>
                    <a:srgbClr val="000000"/>
                  </a:solidFill>
                </a:uFill>
                <a:latin typeface="+mn-lt"/>
                <a:ea typeface="+mn-ea"/>
                <a:cs typeface="+mn-cs"/>
                <a:sym typeface="Arial"/>
              </a:rPr>
              <a:t>Exploration vs Exploitation</a:t>
            </a:r>
          </a:p>
        </p:txBody>
      </p:sp>
      <p:sp>
        <p:nvSpPr>
          <p:cNvPr id="3" name="Restaurant Choice…">
            <a:extLst>
              <a:ext uri="{FF2B5EF4-FFF2-40B4-BE49-F238E27FC236}">
                <a16:creationId xmlns:a16="http://schemas.microsoft.com/office/drawing/2014/main" id="{C17D8420-A63E-FA6F-F25B-45F78A73E4CF}"/>
              </a:ext>
            </a:extLst>
          </p:cNvPr>
          <p:cNvSpPr txBox="1"/>
          <p:nvPr/>
        </p:nvSpPr>
        <p:spPr>
          <a:xfrm>
            <a:off x="556145" y="1269207"/>
            <a:ext cx="4764635" cy="2946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marL="228600" marR="0" lvl="0" indent="-228600" algn="l" defTabSz="406400" rtl="0" eaLnBrk="1" fontAlgn="auto" latinLnBrk="0" hangingPunct="0">
              <a:lnSpc>
                <a:spcPct val="20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Restaurant Choice</a:t>
            </a:r>
          </a:p>
          <a:p>
            <a:pPr marL="228600" marR="0" lvl="0" indent="-228600" algn="l" defTabSz="406400" rtl="0" eaLnBrk="1" fontAlgn="auto" latinLnBrk="0" hangingPunct="0">
              <a:lnSpc>
                <a:spcPct val="20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Online Banner Advertisements</a:t>
            </a:r>
          </a:p>
          <a:p>
            <a:pPr marL="228600" marR="0" lvl="0" indent="-228600" algn="l" defTabSz="406400" rtl="0" eaLnBrk="1" fontAlgn="auto" latinLnBrk="0" hangingPunct="0">
              <a:lnSpc>
                <a:spcPct val="20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Oil Drilling</a:t>
            </a:r>
          </a:p>
          <a:p>
            <a:pPr marL="228600" marR="0" lvl="0" indent="-228600" algn="l" defTabSz="406400" rtl="0" eaLnBrk="1" fontAlgn="auto" latinLnBrk="0" hangingPunct="0">
              <a:lnSpc>
                <a:spcPct val="20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Game Playing</a:t>
            </a:r>
          </a:p>
        </p:txBody>
      </p:sp>
      <p:sp>
        <p:nvSpPr>
          <p:cNvPr id="4" name="Date Placeholder 3">
            <a:extLst>
              <a:ext uri="{FF2B5EF4-FFF2-40B4-BE49-F238E27FC236}">
                <a16:creationId xmlns:a16="http://schemas.microsoft.com/office/drawing/2014/main" id="{29330574-A048-93E0-363C-842ACBBF1225}"/>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8945E868-2BB0-2E6C-DD3C-BED4A66BAE17}"/>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DA2B8C5F-638E-6D47-AF0B-91D0BD5DCC2A}"/>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9</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
        <p:nvSpPr>
          <p:cNvPr id="12" name="TextBox 11">
            <a:extLst>
              <a:ext uri="{FF2B5EF4-FFF2-40B4-BE49-F238E27FC236}">
                <a16:creationId xmlns:a16="http://schemas.microsoft.com/office/drawing/2014/main" id="{83CA0D8C-CA64-BA89-ACED-E402E81E2FE0}"/>
              </a:ext>
            </a:extLst>
          </p:cNvPr>
          <p:cNvSpPr txBox="1">
            <a:spLocks noChangeArrowheads="1"/>
          </p:cNvSpPr>
          <p:nvPr/>
        </p:nvSpPr>
        <p:spPr bwMode="auto">
          <a:xfrm>
            <a:off x="302007" y="4970294"/>
            <a:ext cx="8567487" cy="1236997"/>
          </a:xfrm>
          <a:prstGeom prst="rect">
            <a:avLst/>
          </a:prstGeom>
          <a:noFill/>
          <a:ln w="9525">
            <a:noFill/>
            <a:miter lim="800000"/>
            <a:headEnd/>
            <a:tailEnd/>
          </a:ln>
        </p:spPr>
        <p:txBody>
          <a:bodyPr vert="horz" wrap="square" lIns="91436" tIns="45718" rIns="91436" bIns="45718" numCol="1" anchor="t" anchorCtr="0" compatLnSpc="1">
            <a:prstTxWarp prst="textNoShape">
              <a:avLst/>
            </a:prstTxWarp>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333399"/>
              </a:buClr>
            </a:pPr>
            <a:r>
              <a:rPr lang="en-US" sz="1800" dirty="0">
                <a:solidFill>
                  <a:srgbClr val="0000FF"/>
                </a:solidFill>
                <a:latin typeface="+mn-lt"/>
              </a:rPr>
              <a:t>Exploitation</a:t>
            </a:r>
            <a:r>
              <a:rPr lang="en-US" sz="1800" dirty="0">
                <a:solidFill>
                  <a:schemeClr val="bg2"/>
                </a:solidFill>
                <a:latin typeface="+mn-lt"/>
              </a:rPr>
              <a:t>: </a:t>
            </a:r>
            <a:r>
              <a:rPr lang="en-US" sz="1800" dirty="0">
                <a:solidFill>
                  <a:schemeClr val="tx1"/>
                </a:solidFill>
                <a:latin typeface="+mn-lt"/>
              </a:rPr>
              <a:t>Perform </a:t>
            </a:r>
            <a:r>
              <a:rPr lang="en-US" sz="1800" dirty="0">
                <a:solidFill>
                  <a:srgbClr val="C00000"/>
                </a:solidFill>
                <a:latin typeface="+mn-lt"/>
              </a:rPr>
              <a:t>best action </a:t>
            </a:r>
            <a:r>
              <a:rPr lang="en-US" sz="1800" dirty="0">
                <a:solidFill>
                  <a:schemeClr val="tx1"/>
                </a:solidFill>
                <a:latin typeface="+mn-lt"/>
              </a:rPr>
              <a:t>based on </a:t>
            </a:r>
            <a:r>
              <a:rPr lang="en-US" sz="1800" dirty="0">
                <a:solidFill>
                  <a:srgbClr val="C00000"/>
                </a:solidFill>
                <a:latin typeface="+mn-lt"/>
              </a:rPr>
              <a:t>current information </a:t>
            </a:r>
            <a:r>
              <a:rPr lang="en-US" sz="1800" dirty="0">
                <a:solidFill>
                  <a:schemeClr val="tx1"/>
                </a:solidFill>
                <a:latin typeface="+mn-lt"/>
              </a:rPr>
              <a:t>to get good rewards (agent can get immediate rewards, but may be suboptimal)</a:t>
            </a:r>
          </a:p>
          <a:p>
            <a:pPr lvl="0">
              <a:buClr>
                <a:srgbClr val="333399"/>
              </a:buClr>
              <a:buFont typeface="Courier New" panose="02070309020205020404" pitchFamily="49" charset="0"/>
              <a:buChar char="o"/>
            </a:pPr>
            <a:endParaRPr lang="en-US" sz="1000" dirty="0">
              <a:solidFill>
                <a:schemeClr val="tx1"/>
              </a:solidFill>
              <a:latin typeface="+mn-lt"/>
            </a:endParaRPr>
          </a:p>
          <a:p>
            <a:pPr lvl="0">
              <a:buClr>
                <a:srgbClr val="333399"/>
              </a:buClr>
            </a:pPr>
            <a:r>
              <a:rPr lang="en-US" sz="1800" dirty="0">
                <a:solidFill>
                  <a:srgbClr val="0000FF"/>
                </a:solidFill>
                <a:latin typeface="+mn-lt"/>
              </a:rPr>
              <a:t>Exploration</a:t>
            </a:r>
            <a:r>
              <a:rPr lang="en-US" sz="1800" dirty="0">
                <a:solidFill>
                  <a:schemeClr val="tx1"/>
                </a:solidFill>
                <a:latin typeface="+mn-lt"/>
              </a:rPr>
              <a:t>: Explore previously </a:t>
            </a:r>
            <a:r>
              <a:rPr lang="en-US" sz="1800" dirty="0">
                <a:solidFill>
                  <a:srgbClr val="C00000"/>
                </a:solidFill>
                <a:latin typeface="+mn-lt"/>
              </a:rPr>
              <a:t>unknown actions to gain information </a:t>
            </a:r>
            <a:r>
              <a:rPr lang="en-US" sz="1800" dirty="0">
                <a:solidFill>
                  <a:schemeClr val="tx1"/>
                </a:solidFill>
                <a:latin typeface="+mn-lt"/>
              </a:rPr>
              <a:t>(may involve </a:t>
            </a:r>
            <a:r>
              <a:rPr lang="en-US" sz="1800" dirty="0">
                <a:solidFill>
                  <a:srgbClr val="C00000"/>
                </a:solidFill>
                <a:latin typeface="+mn-lt"/>
              </a:rPr>
              <a:t>short-term scarifies), </a:t>
            </a:r>
            <a:r>
              <a:rPr lang="en-US" sz="1800" dirty="0">
                <a:solidFill>
                  <a:schemeClr val="tx1"/>
                </a:solidFill>
                <a:latin typeface="+mn-lt"/>
              </a:rPr>
              <a:t>which may give better long-term rewards</a:t>
            </a:r>
          </a:p>
        </p:txBody>
      </p:sp>
    </p:spTree>
    <p:extLst>
      <p:ext uri="{BB962C8B-B14F-4D97-AF65-F5344CB8AC3E}">
        <p14:creationId xmlns:p14="http://schemas.microsoft.com/office/powerpoint/2010/main" val="254532701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Components of Agents">
            <a:extLst>
              <a:ext uri="{FF2B5EF4-FFF2-40B4-BE49-F238E27FC236}">
                <a16:creationId xmlns:a16="http://schemas.microsoft.com/office/drawing/2014/main" id="{3888E117-6018-1B3F-0000-C158D139B2FE}"/>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Components of Agents</a:t>
            </a:r>
          </a:p>
        </p:txBody>
      </p:sp>
      <p:sp>
        <p:nvSpPr>
          <p:cNvPr id="3" name="object 14">
            <a:extLst>
              <a:ext uri="{FF2B5EF4-FFF2-40B4-BE49-F238E27FC236}">
                <a16:creationId xmlns:a16="http://schemas.microsoft.com/office/drawing/2014/main" id="{BAC898A2-9AA3-65AD-ED84-5EC701CF5A5A}"/>
              </a:ext>
            </a:extLst>
          </p:cNvPr>
          <p:cNvSpPr txBox="1"/>
          <p:nvPr/>
        </p:nvSpPr>
        <p:spPr>
          <a:xfrm>
            <a:off x="330538" y="1936749"/>
            <a:ext cx="8482924" cy="2984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000000"/>
                </a:solidFill>
                <a:effectLst/>
                <a:uLnTx/>
                <a:uFillTx/>
                <a:latin typeface="Gill Sans"/>
                <a:sym typeface="Gill Sans"/>
              </a:rPr>
              <a:t>An RL agent may include any or all of:</a:t>
            </a:r>
            <a:br>
              <a:rPr kumimoji="0" sz="2800" b="0" i="0" u="none" strike="noStrike" kern="0" cap="none" spc="0" normalizeH="0" baseline="0" noProof="0">
                <a:ln>
                  <a:noFill/>
                </a:ln>
                <a:solidFill>
                  <a:srgbClr val="000000"/>
                </a:solidFill>
                <a:effectLst/>
                <a:uLnTx/>
                <a:uFillTx/>
                <a:latin typeface="Gill Sans"/>
                <a:sym typeface="Gill Sans"/>
              </a:rPr>
            </a:br>
            <a:endParaRPr kumimoji="0" sz="2800" b="0" i="0" u="none" strike="noStrike" kern="0" cap="none" spc="0" normalizeH="0" baseline="0" noProof="0">
              <a:ln>
                <a:noFill/>
              </a:ln>
              <a:solidFill>
                <a:srgbClr val="000000"/>
              </a:solidFill>
              <a:effectLst/>
              <a:uLnTx/>
              <a:uFillTx/>
              <a:latin typeface="Gill Sans"/>
              <a:sym typeface="Gill Sans"/>
            </a:endParaRPr>
          </a:p>
          <a:p>
            <a:pPr marL="228600" marR="0" lvl="0" indent="-228600" algn="l" defTabSz="406400" rtl="0" eaLnBrk="1" fontAlgn="auto" latinLnBrk="0" hangingPunct="0">
              <a:lnSpc>
                <a:spcPct val="100000"/>
              </a:lnSpc>
              <a:spcBef>
                <a:spcPts val="0"/>
              </a:spcBef>
              <a:spcAft>
                <a:spcPts val="0"/>
              </a:spcAft>
              <a:buClrTx/>
              <a:buSzPct val="100000"/>
              <a:buFontTx/>
              <a:buChar char="•"/>
              <a:tabLst/>
              <a:defRPr/>
            </a:pPr>
            <a:r>
              <a:rPr kumimoji="0" sz="2800" b="1" i="0" u="none" strike="noStrike" kern="0" cap="none" spc="0" normalizeH="0" baseline="0" noProof="0">
                <a:ln>
                  <a:noFill/>
                </a:ln>
                <a:solidFill>
                  <a:srgbClr val="000000"/>
                </a:solidFill>
                <a:effectLst/>
                <a:uLnTx/>
                <a:uFillTx/>
                <a:latin typeface="Gill Sans"/>
                <a:sym typeface="Gill Sans"/>
              </a:rPr>
              <a:t>Policy</a:t>
            </a:r>
            <a:r>
              <a:rPr kumimoji="0" sz="2800" b="0" i="0" u="none" strike="noStrike" kern="0" cap="none" spc="0" normalizeH="0" baseline="0" noProof="0">
                <a:ln>
                  <a:noFill/>
                </a:ln>
                <a:solidFill>
                  <a:srgbClr val="000000"/>
                </a:solidFill>
                <a:effectLst/>
                <a:uLnTx/>
                <a:uFillTx/>
                <a:latin typeface="Gill Sans"/>
                <a:sym typeface="Gill Sans"/>
              </a:rPr>
              <a:t>: agent’s behaviour function</a:t>
            </a:r>
            <a:br>
              <a:rPr kumimoji="0" sz="2800" b="0" i="0" u="none" strike="noStrike" kern="0" cap="none" spc="0" normalizeH="0" baseline="0" noProof="0">
                <a:ln>
                  <a:noFill/>
                </a:ln>
                <a:solidFill>
                  <a:srgbClr val="000000"/>
                </a:solidFill>
                <a:effectLst/>
                <a:uLnTx/>
                <a:uFillTx/>
                <a:latin typeface="Gill Sans"/>
                <a:sym typeface="Gill Sans"/>
              </a:rPr>
            </a:br>
            <a:endParaRPr kumimoji="0" sz="2800" b="0" i="0" u="none" strike="noStrike" kern="0" cap="none" spc="0" normalizeH="0" baseline="0" noProof="0">
              <a:ln>
                <a:noFill/>
              </a:ln>
              <a:solidFill>
                <a:srgbClr val="000000"/>
              </a:solidFill>
              <a:effectLst/>
              <a:uLnTx/>
              <a:uFillTx/>
              <a:latin typeface="Gill Sans"/>
              <a:sym typeface="Gill Sans"/>
            </a:endParaRPr>
          </a:p>
          <a:p>
            <a:pPr marL="228600" marR="0" lvl="0" indent="-228600" algn="l" defTabSz="406400" rtl="0" eaLnBrk="1" fontAlgn="auto" latinLnBrk="0" hangingPunct="0">
              <a:lnSpc>
                <a:spcPct val="100000"/>
              </a:lnSpc>
              <a:spcBef>
                <a:spcPts val="0"/>
              </a:spcBef>
              <a:spcAft>
                <a:spcPts val="0"/>
              </a:spcAft>
              <a:buClrTx/>
              <a:buSzPct val="100000"/>
              <a:buFontTx/>
              <a:buChar char="•"/>
              <a:tabLst/>
              <a:defRPr/>
            </a:pPr>
            <a:r>
              <a:rPr kumimoji="0" sz="2800" b="1" i="0" u="none" strike="noStrike" kern="0" cap="none" spc="0" normalizeH="0" baseline="0" noProof="0">
                <a:ln>
                  <a:noFill/>
                </a:ln>
                <a:solidFill>
                  <a:srgbClr val="000000"/>
                </a:solidFill>
                <a:effectLst/>
                <a:uLnTx/>
                <a:uFillTx/>
                <a:latin typeface="Gill Sans"/>
                <a:sym typeface="Gill Sans"/>
              </a:rPr>
              <a:t>Value function</a:t>
            </a:r>
            <a:r>
              <a:rPr kumimoji="0" sz="2800" b="0" i="0" u="none" strike="noStrike" kern="0" cap="none" spc="0" normalizeH="0" baseline="0" noProof="0">
                <a:ln>
                  <a:noFill/>
                </a:ln>
                <a:solidFill>
                  <a:srgbClr val="000000"/>
                </a:solidFill>
                <a:effectLst/>
                <a:uLnTx/>
                <a:uFillTx/>
                <a:latin typeface="Gill Sans"/>
                <a:sym typeface="Gill Sans"/>
              </a:rPr>
              <a:t>: how good is each state and/or action</a:t>
            </a:r>
            <a:br>
              <a:rPr kumimoji="0" sz="2800" b="0" i="0" u="none" strike="noStrike" kern="0" cap="none" spc="0" normalizeH="0" baseline="0" noProof="0">
                <a:ln>
                  <a:noFill/>
                </a:ln>
                <a:solidFill>
                  <a:srgbClr val="000000"/>
                </a:solidFill>
                <a:effectLst/>
                <a:uLnTx/>
                <a:uFillTx/>
                <a:latin typeface="Gill Sans"/>
                <a:sym typeface="Gill Sans"/>
              </a:rPr>
            </a:br>
            <a:endParaRPr kumimoji="0" sz="2800" b="0" i="0" u="none" strike="noStrike" kern="0" cap="none" spc="0" normalizeH="0" baseline="0" noProof="0">
              <a:ln>
                <a:noFill/>
              </a:ln>
              <a:solidFill>
                <a:srgbClr val="000000"/>
              </a:solidFill>
              <a:effectLst/>
              <a:uLnTx/>
              <a:uFillTx/>
              <a:latin typeface="Gill Sans"/>
              <a:sym typeface="Gill Sans"/>
            </a:endParaRPr>
          </a:p>
          <a:p>
            <a:pPr marL="228600" marR="0" lvl="0" indent="-228600" algn="l" defTabSz="406400" rtl="0" eaLnBrk="1" fontAlgn="auto" latinLnBrk="0" hangingPunct="0">
              <a:lnSpc>
                <a:spcPct val="100000"/>
              </a:lnSpc>
              <a:spcBef>
                <a:spcPts val="0"/>
              </a:spcBef>
              <a:spcAft>
                <a:spcPts val="0"/>
              </a:spcAft>
              <a:buClrTx/>
              <a:buSzPct val="100000"/>
              <a:buFontTx/>
              <a:buChar char="•"/>
              <a:tabLst/>
              <a:defRPr/>
            </a:pPr>
            <a:r>
              <a:rPr kumimoji="0" sz="2800" b="1" i="0" u="none" strike="noStrike" kern="0" cap="none" spc="0" normalizeH="0" baseline="0" noProof="0">
                <a:ln>
                  <a:noFill/>
                </a:ln>
                <a:solidFill>
                  <a:srgbClr val="000000"/>
                </a:solidFill>
                <a:effectLst/>
                <a:uLnTx/>
                <a:uFillTx/>
                <a:latin typeface="Gill Sans"/>
                <a:sym typeface="Gill Sans"/>
              </a:rPr>
              <a:t>Model</a:t>
            </a:r>
            <a:r>
              <a:rPr kumimoji="0" sz="2800" b="0" i="0" u="none" strike="noStrike" kern="0" cap="none" spc="0" normalizeH="0" baseline="0" noProof="0">
                <a:ln>
                  <a:noFill/>
                </a:ln>
                <a:solidFill>
                  <a:srgbClr val="000000"/>
                </a:solidFill>
                <a:effectLst/>
                <a:uLnTx/>
                <a:uFillTx/>
                <a:latin typeface="Gill Sans"/>
                <a:sym typeface="Gill Sans"/>
              </a:rPr>
              <a:t>: agent’s representation of the environment</a:t>
            </a:r>
          </a:p>
        </p:txBody>
      </p:sp>
      <p:sp>
        <p:nvSpPr>
          <p:cNvPr id="4" name="Date Placeholder 3">
            <a:extLst>
              <a:ext uri="{FF2B5EF4-FFF2-40B4-BE49-F238E27FC236}">
                <a16:creationId xmlns:a16="http://schemas.microsoft.com/office/drawing/2014/main" id="{03C74C46-307B-5DE7-A383-0980B21F1365}"/>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A60A58C1-3368-3BE1-6902-409FC46F4FF8}"/>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F468AC2D-1D2C-6443-5801-AD64B1B96656}"/>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10</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14636866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A First Example: Navigating a Maze">
            <a:extLst>
              <a:ext uri="{FF2B5EF4-FFF2-40B4-BE49-F238E27FC236}">
                <a16:creationId xmlns:a16="http://schemas.microsoft.com/office/drawing/2014/main" id="{7E7D8171-9AF3-81F6-A237-4B76A1103C75}"/>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A First Example: Navigating a Maze</a:t>
            </a:r>
          </a:p>
        </p:txBody>
      </p:sp>
      <p:grpSp>
        <p:nvGrpSpPr>
          <p:cNvPr id="3" name="Group">
            <a:extLst>
              <a:ext uri="{FF2B5EF4-FFF2-40B4-BE49-F238E27FC236}">
                <a16:creationId xmlns:a16="http://schemas.microsoft.com/office/drawing/2014/main" id="{62DC172C-9109-764E-8631-BE43EB8FA6BF}"/>
              </a:ext>
            </a:extLst>
          </p:cNvPr>
          <p:cNvGrpSpPr/>
          <p:nvPr/>
        </p:nvGrpSpPr>
        <p:grpSpPr>
          <a:xfrm>
            <a:off x="-1" y="2875596"/>
            <a:ext cx="9144001" cy="3389821"/>
            <a:chOff x="0" y="0"/>
            <a:chExt cx="9144000" cy="3389819"/>
          </a:xfrm>
        </p:grpSpPr>
        <p:sp>
          <p:nvSpPr>
            <p:cNvPr id="4" name="Environment">
              <a:extLst>
                <a:ext uri="{FF2B5EF4-FFF2-40B4-BE49-F238E27FC236}">
                  <a16:creationId xmlns:a16="http://schemas.microsoft.com/office/drawing/2014/main" id="{7F5F2987-7530-BBDE-67FE-158A0C232741}"/>
                </a:ext>
              </a:extLst>
            </p:cNvPr>
            <p:cNvSpPr txBox="1"/>
            <p:nvPr/>
          </p:nvSpPr>
          <p:spPr>
            <a:xfrm>
              <a:off x="851523" y="3004429"/>
              <a:ext cx="1552899" cy="38539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ctr">
              <a:spAutoFit/>
            </a:bodyPr>
            <a:lstStyle>
              <a:lvl1pPr indent="12700" algn="l" defTabSz="1815352">
                <a:spcBef>
                  <a:spcPts val="700"/>
                </a:spcBef>
                <a:defRPr sz="2000">
                  <a:latin typeface="+mn-lt"/>
                  <a:ea typeface="+mn-ea"/>
                  <a:cs typeface="+mn-cs"/>
                  <a:sym typeface="Arial"/>
                </a:defRPr>
              </a:lvl1pPr>
            </a:lstStyle>
            <a:p>
              <a:pPr marL="0" marR="0" lvl="0" indent="12700" algn="l" defTabSz="1815352" rtl="0" eaLnBrk="1" fontAlgn="auto" latinLnBrk="0" hangingPunct="0">
                <a:lnSpc>
                  <a:spcPct val="100000"/>
                </a:lnSpc>
                <a:spcBef>
                  <a:spcPts val="700"/>
                </a:spcBef>
                <a:spcAft>
                  <a:spcPts val="0"/>
                </a:spcAft>
                <a:buClrTx/>
                <a:buSzTx/>
                <a:buFontTx/>
                <a:buNone/>
                <a:tabLst/>
                <a:defRPr/>
              </a:pPr>
              <a:r>
                <a:rPr kumimoji="0" sz="2000" b="0" i="0" u="none" strike="noStrike" kern="0" cap="none" spc="0" normalizeH="0" baseline="0" noProof="0">
                  <a:ln>
                    <a:noFill/>
                  </a:ln>
                  <a:solidFill>
                    <a:srgbClr val="000000"/>
                  </a:solidFill>
                  <a:effectLst/>
                  <a:uLnTx/>
                  <a:uFillTx/>
                  <a:latin typeface="Arial"/>
                  <a:cs typeface="Arial"/>
                  <a:sym typeface="Arial"/>
                </a:rPr>
                <a:t>Environment</a:t>
              </a:r>
            </a:p>
          </p:txBody>
        </p:sp>
        <p:grpSp>
          <p:nvGrpSpPr>
            <p:cNvPr id="5" name="Group">
              <a:extLst>
                <a:ext uri="{FF2B5EF4-FFF2-40B4-BE49-F238E27FC236}">
                  <a16:creationId xmlns:a16="http://schemas.microsoft.com/office/drawing/2014/main" id="{FB3875C9-CEC0-9E86-E64E-6604198CB8C8}"/>
                </a:ext>
              </a:extLst>
            </p:cNvPr>
            <p:cNvGrpSpPr/>
            <p:nvPr/>
          </p:nvGrpSpPr>
          <p:grpSpPr>
            <a:xfrm>
              <a:off x="-1" y="0"/>
              <a:ext cx="9144001" cy="2922834"/>
              <a:chOff x="0" y="0"/>
              <a:chExt cx="9143999" cy="2922833"/>
            </a:xfrm>
          </p:grpSpPr>
          <p:pic>
            <p:nvPicPr>
              <p:cNvPr id="13" name="Image" descr="Image">
                <a:extLst>
                  <a:ext uri="{FF2B5EF4-FFF2-40B4-BE49-F238E27FC236}">
                    <a16:creationId xmlns:a16="http://schemas.microsoft.com/office/drawing/2014/main" id="{E35C516F-EE08-939B-EDC9-4B31ACBF065D}"/>
                  </a:ext>
                </a:extLst>
              </p:cNvPr>
              <p:cNvPicPr>
                <a:picLocks noChangeAspect="1"/>
              </p:cNvPicPr>
              <p:nvPr/>
            </p:nvPicPr>
            <p:blipFill>
              <a:blip r:embed="rId2"/>
              <a:srcRect t="578" b="3234"/>
              <a:stretch>
                <a:fillRect/>
              </a:stretch>
            </p:blipFill>
            <p:spPr>
              <a:xfrm>
                <a:off x="0" y="0"/>
                <a:ext cx="3431734" cy="2922434"/>
              </a:xfrm>
              <a:prstGeom prst="rect">
                <a:avLst/>
              </a:prstGeom>
              <a:ln w="12700" cap="flat">
                <a:noFill/>
                <a:miter lim="400000"/>
              </a:ln>
              <a:effectLst/>
            </p:spPr>
          </p:pic>
          <p:pic>
            <p:nvPicPr>
              <p:cNvPr id="14" name="Image" descr="Image">
                <a:extLst>
                  <a:ext uri="{FF2B5EF4-FFF2-40B4-BE49-F238E27FC236}">
                    <a16:creationId xmlns:a16="http://schemas.microsoft.com/office/drawing/2014/main" id="{887BF610-CA38-C59C-E468-BA82E88B4C54}"/>
                  </a:ext>
                </a:extLst>
              </p:cNvPr>
              <p:cNvPicPr>
                <a:picLocks noChangeAspect="1"/>
              </p:cNvPicPr>
              <p:nvPr/>
            </p:nvPicPr>
            <p:blipFill>
              <a:blip r:embed="rId3"/>
              <a:srcRect l="11909" r="11909"/>
              <a:stretch>
                <a:fillRect/>
              </a:stretch>
            </p:blipFill>
            <p:spPr>
              <a:xfrm>
                <a:off x="3279864" y="8703"/>
                <a:ext cx="2923426" cy="2911828"/>
              </a:xfrm>
              <a:prstGeom prst="rect">
                <a:avLst/>
              </a:prstGeom>
              <a:ln w="12700" cap="flat">
                <a:noFill/>
                <a:miter lim="400000"/>
              </a:ln>
              <a:effectLst/>
            </p:spPr>
          </p:pic>
          <p:pic>
            <p:nvPicPr>
              <p:cNvPr id="15" name="Image" descr="Image">
                <a:extLst>
                  <a:ext uri="{FF2B5EF4-FFF2-40B4-BE49-F238E27FC236}">
                    <a16:creationId xmlns:a16="http://schemas.microsoft.com/office/drawing/2014/main" id="{082157D9-EBC7-5F2A-879B-7348FFA9C3F7}"/>
                  </a:ext>
                </a:extLst>
              </p:cNvPr>
              <p:cNvPicPr>
                <a:picLocks noChangeAspect="1"/>
              </p:cNvPicPr>
              <p:nvPr/>
            </p:nvPicPr>
            <p:blipFill>
              <a:blip r:embed="rId4"/>
              <a:srcRect l="13313" r="7930"/>
              <a:stretch>
                <a:fillRect/>
              </a:stretch>
            </p:blipFill>
            <p:spPr>
              <a:xfrm>
                <a:off x="6197522" y="6506"/>
                <a:ext cx="2946478" cy="2916328"/>
              </a:xfrm>
              <a:prstGeom prst="rect">
                <a:avLst/>
              </a:prstGeom>
              <a:ln w="12700" cap="flat">
                <a:noFill/>
                <a:miter lim="400000"/>
              </a:ln>
              <a:effectLst/>
            </p:spPr>
          </p:pic>
        </p:grpSp>
        <p:sp>
          <p:nvSpPr>
            <p:cNvPr id="6" name="Policy">
              <a:extLst>
                <a:ext uri="{FF2B5EF4-FFF2-40B4-BE49-F238E27FC236}">
                  <a16:creationId xmlns:a16="http://schemas.microsoft.com/office/drawing/2014/main" id="{89A0B18B-815C-E6CE-61A7-22A6E69BE646}"/>
                </a:ext>
              </a:extLst>
            </p:cNvPr>
            <p:cNvSpPr txBox="1"/>
            <p:nvPr/>
          </p:nvSpPr>
          <p:spPr>
            <a:xfrm>
              <a:off x="4182429" y="3004429"/>
              <a:ext cx="804542" cy="38539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ctr">
              <a:spAutoFit/>
            </a:bodyPr>
            <a:lstStyle>
              <a:lvl1pPr indent="12700" algn="l" defTabSz="1815352">
                <a:spcBef>
                  <a:spcPts val="700"/>
                </a:spcBef>
                <a:defRPr sz="2000">
                  <a:latin typeface="+mn-lt"/>
                  <a:ea typeface="+mn-ea"/>
                  <a:cs typeface="+mn-cs"/>
                  <a:sym typeface="Arial"/>
                </a:defRPr>
              </a:lvl1pPr>
            </a:lstStyle>
            <a:p>
              <a:pPr marL="0" marR="0" lvl="0" indent="12700" algn="l" defTabSz="1815352" rtl="0" eaLnBrk="1" fontAlgn="auto" latinLnBrk="0" hangingPunct="0">
                <a:lnSpc>
                  <a:spcPct val="100000"/>
                </a:lnSpc>
                <a:spcBef>
                  <a:spcPts val="700"/>
                </a:spcBef>
                <a:spcAft>
                  <a:spcPts val="0"/>
                </a:spcAft>
                <a:buClrTx/>
                <a:buSzTx/>
                <a:buFontTx/>
                <a:buNone/>
                <a:tabLst/>
                <a:defRPr/>
              </a:pPr>
              <a:r>
                <a:rPr kumimoji="0" sz="2000" b="0" i="0" u="none" strike="noStrike" kern="0" cap="none" spc="0" normalizeH="0" baseline="0" noProof="0">
                  <a:ln>
                    <a:noFill/>
                  </a:ln>
                  <a:solidFill>
                    <a:srgbClr val="000000"/>
                  </a:solidFill>
                  <a:effectLst/>
                  <a:uLnTx/>
                  <a:uFillTx/>
                  <a:latin typeface="Arial"/>
                  <a:cs typeface="Arial"/>
                  <a:sym typeface="Arial"/>
                </a:rPr>
                <a:t>Policy</a:t>
              </a:r>
            </a:p>
          </p:txBody>
        </p:sp>
        <p:sp>
          <p:nvSpPr>
            <p:cNvPr id="12" name="Value Function">
              <a:extLst>
                <a:ext uri="{FF2B5EF4-FFF2-40B4-BE49-F238E27FC236}">
                  <a16:creationId xmlns:a16="http://schemas.microsoft.com/office/drawing/2014/main" id="{5F03F869-A699-EAEE-4DF2-E1751414E08C}"/>
                </a:ext>
              </a:extLst>
            </p:cNvPr>
            <p:cNvSpPr txBox="1"/>
            <p:nvPr/>
          </p:nvSpPr>
          <p:spPr>
            <a:xfrm>
              <a:off x="6764979" y="3004429"/>
              <a:ext cx="1802557" cy="38539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ctr">
              <a:spAutoFit/>
            </a:bodyPr>
            <a:lstStyle>
              <a:lvl1pPr indent="12700" algn="l" defTabSz="1815352">
                <a:spcBef>
                  <a:spcPts val="700"/>
                </a:spcBef>
                <a:defRPr sz="2000">
                  <a:latin typeface="+mn-lt"/>
                  <a:ea typeface="+mn-ea"/>
                  <a:cs typeface="+mn-cs"/>
                  <a:sym typeface="Arial"/>
                </a:defRPr>
              </a:lvl1pPr>
            </a:lstStyle>
            <a:p>
              <a:pPr marL="0" marR="0" lvl="0" indent="12700" algn="l" defTabSz="1815352" rtl="0" eaLnBrk="1" fontAlgn="auto" latinLnBrk="0" hangingPunct="0">
                <a:lnSpc>
                  <a:spcPct val="100000"/>
                </a:lnSpc>
                <a:spcBef>
                  <a:spcPts val="700"/>
                </a:spcBef>
                <a:spcAft>
                  <a:spcPts val="0"/>
                </a:spcAft>
                <a:buClrTx/>
                <a:buSzTx/>
                <a:buFontTx/>
                <a:buNone/>
                <a:tabLst/>
                <a:defRPr/>
              </a:pPr>
              <a:r>
                <a:rPr kumimoji="0" sz="2000" b="0" i="0" u="none" strike="noStrike" kern="0" cap="none" spc="0" normalizeH="0" baseline="0" noProof="0">
                  <a:ln>
                    <a:noFill/>
                  </a:ln>
                  <a:solidFill>
                    <a:srgbClr val="000000"/>
                  </a:solidFill>
                  <a:effectLst/>
                  <a:uLnTx/>
                  <a:uFillTx/>
                  <a:latin typeface="Arial"/>
                  <a:cs typeface="Arial"/>
                  <a:sym typeface="Arial"/>
                </a:rPr>
                <a:t>Value Function</a:t>
              </a:r>
            </a:p>
          </p:txBody>
        </p:sp>
      </p:grpSp>
      <p:sp>
        <p:nvSpPr>
          <p:cNvPr id="16" name="States: locations (grid cell)…">
            <a:extLst>
              <a:ext uri="{FF2B5EF4-FFF2-40B4-BE49-F238E27FC236}">
                <a16:creationId xmlns:a16="http://schemas.microsoft.com/office/drawing/2014/main" id="{9C28D3AA-CDC7-96EB-F1F2-70BFA8FAE12C}"/>
              </a:ext>
            </a:extLst>
          </p:cNvPr>
          <p:cNvSpPr txBox="1"/>
          <p:nvPr/>
        </p:nvSpPr>
        <p:spPr>
          <a:xfrm>
            <a:off x="418793" y="1215230"/>
            <a:ext cx="3948727" cy="14770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marL="256031" marR="0" lvl="0" indent="-256031" algn="ctr" defTabSz="406400" rtl="0" eaLnBrk="1" fontAlgn="auto" latinLnBrk="0" hangingPunct="0">
              <a:lnSpc>
                <a:spcPct val="130000"/>
              </a:lnSpc>
              <a:spcBef>
                <a:spcPts val="0"/>
              </a:spcBef>
              <a:spcAft>
                <a:spcPts val="0"/>
              </a:spcAft>
              <a:buClrTx/>
              <a:buSzPct val="100000"/>
              <a:buFontTx/>
              <a:buChar char="•"/>
              <a:tabLst/>
              <a:defRPr/>
            </a:pPr>
            <a:r>
              <a:rPr kumimoji="0" sz="2800" b="0" i="0" u="none" strike="noStrike" kern="0" cap="none" spc="0" normalizeH="0" baseline="0" noProof="0">
                <a:ln>
                  <a:noFill/>
                </a:ln>
                <a:solidFill>
                  <a:srgbClr val="000000"/>
                </a:solidFill>
                <a:effectLst/>
                <a:uLnTx/>
                <a:uFillTx/>
                <a:latin typeface="Gill Sans"/>
                <a:sym typeface="Gill Sans"/>
              </a:rPr>
              <a:t>States: locati</a:t>
            </a:r>
            <a:r>
              <a:rPr kumimoji="0" sz="2500" b="0" i="0" u="none" strike="noStrike" kern="0" cap="none" spc="0" normalizeH="0" baseline="0" noProof="0">
                <a:ln>
                  <a:noFill/>
                </a:ln>
                <a:solidFill>
                  <a:srgbClr val="000000"/>
                </a:solidFill>
                <a:effectLst/>
                <a:uLnTx/>
                <a:uFillTx/>
                <a:latin typeface="Gill Sans"/>
                <a:sym typeface="Gill Sans"/>
              </a:rPr>
              <a:t>ons (grid cell)</a:t>
            </a:r>
          </a:p>
          <a:p>
            <a:pPr marL="228600" marR="0" lvl="0" indent="-228600" algn="l" defTabSz="406400" rtl="0" eaLnBrk="1" fontAlgn="auto" latinLnBrk="0" hangingPunct="0">
              <a:lnSpc>
                <a:spcPct val="130000"/>
              </a:lnSpc>
              <a:spcBef>
                <a:spcPts val="0"/>
              </a:spcBef>
              <a:spcAft>
                <a:spcPts val="0"/>
              </a:spcAft>
              <a:buClrTx/>
              <a:buSzPct val="100000"/>
              <a:buFontTx/>
              <a:buChar char="•"/>
              <a:tabLst/>
              <a:defRPr sz="2500"/>
            </a:pPr>
            <a:r>
              <a:rPr kumimoji="0" sz="2500" b="0" i="0" u="none" strike="noStrike" kern="0" cap="none" spc="0" normalizeH="0" baseline="0" noProof="0">
                <a:ln>
                  <a:noFill/>
                </a:ln>
                <a:solidFill>
                  <a:srgbClr val="000000"/>
                </a:solidFill>
                <a:effectLst/>
                <a:uLnTx/>
                <a:uFillTx/>
                <a:latin typeface="Gill Sans"/>
                <a:sym typeface="Gill Sans"/>
              </a:rPr>
              <a:t>Rewards: -1 per time step</a:t>
            </a:r>
          </a:p>
          <a:p>
            <a:pPr marL="228600" marR="0" lvl="0" indent="-228600" algn="l" defTabSz="406400" rtl="0" eaLnBrk="1" fontAlgn="auto" latinLnBrk="0" hangingPunct="0">
              <a:lnSpc>
                <a:spcPct val="130000"/>
              </a:lnSpc>
              <a:spcBef>
                <a:spcPts val="0"/>
              </a:spcBef>
              <a:spcAft>
                <a:spcPts val="0"/>
              </a:spcAft>
              <a:buClrTx/>
              <a:buSzPct val="100000"/>
              <a:buFontTx/>
              <a:buChar char="•"/>
              <a:tabLst/>
              <a:defRPr sz="2500"/>
            </a:pPr>
            <a:r>
              <a:rPr kumimoji="0" sz="2500" b="0" i="0" u="none" strike="noStrike" kern="0" cap="none" spc="0" normalizeH="0" baseline="0" noProof="0">
                <a:ln>
                  <a:noFill/>
                </a:ln>
                <a:solidFill>
                  <a:srgbClr val="000000"/>
                </a:solidFill>
                <a:effectLst/>
                <a:uLnTx/>
                <a:uFillTx/>
                <a:latin typeface="Gill Sans"/>
                <a:sym typeface="Gill Sans"/>
              </a:rPr>
              <a:t>Actions:  up, down, left, right</a:t>
            </a:r>
          </a:p>
        </p:txBody>
      </p:sp>
      <p:sp>
        <p:nvSpPr>
          <p:cNvPr id="17" name="Date Placeholder 3">
            <a:extLst>
              <a:ext uri="{FF2B5EF4-FFF2-40B4-BE49-F238E27FC236}">
                <a16:creationId xmlns:a16="http://schemas.microsoft.com/office/drawing/2014/main" id="{090B1B70-EABD-6E4F-1AB0-4452726783CF}"/>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 name="Footer Placeholder 5">
            <a:extLst>
              <a:ext uri="{FF2B5EF4-FFF2-40B4-BE49-F238E27FC236}">
                <a16:creationId xmlns:a16="http://schemas.microsoft.com/office/drawing/2014/main" id="{E448DF46-BCBF-40D2-3716-416CD2170DD8}"/>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9" name="Slide Number Placeholder 7">
            <a:extLst>
              <a:ext uri="{FF2B5EF4-FFF2-40B4-BE49-F238E27FC236}">
                <a16:creationId xmlns:a16="http://schemas.microsoft.com/office/drawing/2014/main" id="{6E10AD3B-04EA-CB8B-0A3D-C2A0B6C30D6C}"/>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11</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318058050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dirty="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Policy">
            <a:extLst>
              <a:ext uri="{FF2B5EF4-FFF2-40B4-BE49-F238E27FC236}">
                <a16:creationId xmlns:a16="http://schemas.microsoft.com/office/drawing/2014/main" id="{F2758413-43F6-D940-C713-927D922D5098}"/>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Policy</a:t>
            </a:r>
          </a:p>
        </p:txBody>
      </p:sp>
      <mc:AlternateContent xmlns:mc="http://schemas.openxmlformats.org/markup-compatibility/2006" xmlns:a14="http://schemas.microsoft.com/office/drawing/2010/main">
        <mc:Choice Requires="a14">
          <p:sp>
            <p:nvSpPr>
              <p:cNvPr id="3" name="object 11">
                <a:extLst>
                  <a:ext uri="{FF2B5EF4-FFF2-40B4-BE49-F238E27FC236}">
                    <a16:creationId xmlns:a16="http://schemas.microsoft.com/office/drawing/2014/main" id="{59E0B84F-8868-44F2-8452-BCAD363B3C74}"/>
                  </a:ext>
                </a:extLst>
              </p:cNvPr>
              <p:cNvSpPr txBox="1"/>
              <p:nvPr/>
            </p:nvSpPr>
            <p:spPr>
              <a:xfrm>
                <a:off x="400689" y="1775421"/>
                <a:ext cx="8743311" cy="3956468"/>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wrap="square" lIns="50800" tIns="50800" rIns="50800" bIns="50800" anchor="ctr">
                <a:spAutoFit/>
              </a:bodyPr>
              <a:lstStyle/>
              <a:p>
                <a:pPr marL="0" marR="0" lvl="0" indent="0" algn="l" defTabSz="406400" rtl="0" eaLnBrk="1" fontAlgn="auto" latinLnBrk="0" hangingPunct="0">
                  <a:lnSpc>
                    <a:spcPct val="150000"/>
                  </a:lnSpc>
                  <a:spcBef>
                    <a:spcPts val="0"/>
                  </a:spcBef>
                  <a:spcAft>
                    <a:spcPts val="0"/>
                  </a:spcAft>
                  <a:buClrTx/>
                  <a:buSzTx/>
                  <a:buFontTx/>
                  <a:buNone/>
                  <a:tabLst/>
                  <a:defRPr/>
                </a:pPr>
                <a:r>
                  <a:rPr kumimoji="0" sz="2800" b="0" i="0" u="none" strike="noStrike" kern="0" cap="none" spc="0" normalizeH="0" baseline="0" noProof="0" dirty="0">
                    <a:ln>
                      <a:noFill/>
                    </a:ln>
                    <a:solidFill>
                      <a:srgbClr val="000000"/>
                    </a:solidFill>
                    <a:effectLst/>
                    <a:uLnTx/>
                    <a:uFillTx/>
                    <a:latin typeface="Gill Sans"/>
                    <a:sym typeface="Gill Sans"/>
                  </a:rPr>
                  <a:t>A policy defines the agent’s </a:t>
                </a:r>
                <a:r>
                  <a:rPr kumimoji="0" lang="en-US" sz="2800" b="0" i="0" u="none" strike="noStrike" kern="0" cap="none" spc="0" normalizeH="0" baseline="0" noProof="0" dirty="0" err="1">
                    <a:ln>
                      <a:noFill/>
                    </a:ln>
                    <a:solidFill>
                      <a:srgbClr val="000000"/>
                    </a:solidFill>
                    <a:effectLst/>
                    <a:uLnTx/>
                    <a:uFillTx/>
                    <a:latin typeface="Gill Sans"/>
                    <a:sym typeface="Gill Sans"/>
                  </a:rPr>
                  <a:t>behaviour</a:t>
                </a:r>
                <a:br>
                  <a:rPr kumimoji="0" sz="2800" b="0" i="0" u="none" strike="noStrike" kern="0" cap="none" spc="0" normalizeH="0" baseline="0" noProof="0" dirty="0">
                    <a:ln>
                      <a:noFill/>
                    </a:ln>
                    <a:solidFill>
                      <a:srgbClr val="000000"/>
                    </a:solidFill>
                    <a:effectLst/>
                    <a:uLnTx/>
                    <a:uFillTx/>
                    <a:latin typeface="Gill Sans"/>
                    <a:sym typeface="Gill Sans"/>
                  </a:rPr>
                </a:br>
                <a:r>
                  <a:rPr kumimoji="0" sz="2800" b="0" i="0" u="none" strike="noStrike" kern="0" cap="none" spc="0" normalizeH="0" baseline="0" noProof="0" dirty="0">
                    <a:ln>
                      <a:noFill/>
                    </a:ln>
                    <a:solidFill>
                      <a:srgbClr val="000000"/>
                    </a:solidFill>
                    <a:effectLst/>
                    <a:uLnTx/>
                    <a:uFillTx/>
                    <a:latin typeface="Gill Sans"/>
                    <a:sym typeface="Gill Sans"/>
                  </a:rPr>
                  <a:t>It is a map from state to action, e.g.</a:t>
                </a:r>
                <a:br>
                  <a:rPr kumimoji="0" sz="2800" b="0" i="0" u="none" strike="noStrike" kern="0" cap="none" spc="0" normalizeH="0" baseline="0" noProof="0" dirty="0">
                    <a:ln>
                      <a:noFill/>
                    </a:ln>
                    <a:solidFill>
                      <a:srgbClr val="000000"/>
                    </a:solidFill>
                    <a:effectLst/>
                    <a:uLnTx/>
                    <a:uFillTx/>
                    <a:latin typeface="Gill Sans"/>
                    <a:sym typeface="Gill Sans"/>
                  </a:rPr>
                </a:br>
                <a:endParaRPr kumimoji="0" sz="2800" b="0" i="0" u="none" strike="noStrike" kern="0" cap="none" spc="0" normalizeH="0" baseline="0" noProof="0" dirty="0">
                  <a:ln>
                    <a:noFill/>
                  </a:ln>
                  <a:solidFill>
                    <a:srgbClr val="000000"/>
                  </a:solidFill>
                  <a:effectLst/>
                  <a:uLnTx/>
                  <a:uFillTx/>
                  <a:latin typeface="Gill Sans"/>
                  <a:sym typeface="Gill Sans"/>
                </a:endParaRPr>
              </a:p>
              <a:p>
                <a:pPr marL="228600" marR="0" lvl="0" indent="-228600" algn="l" defTabSz="406400" rtl="0" eaLnBrk="1" fontAlgn="auto" latinLnBrk="0" hangingPunct="0">
                  <a:lnSpc>
                    <a:spcPct val="15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Deterministic policy: </a:t>
                </a:r>
                <a14:m>
                  <m:oMath xmlns:m="http://schemas.openxmlformats.org/officeDocument/2006/math">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𝑎</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𝜋</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a14:m>
                <a:br>
                  <a:rPr kumimoji="0" sz="2800" b="0" i="0" u="none" strike="noStrike" kern="0" cap="none" spc="0" normalizeH="0" baseline="0" noProof="0" dirty="0">
                    <a:ln>
                      <a:noFill/>
                    </a:ln>
                    <a:solidFill>
                      <a:srgbClr val="000000"/>
                    </a:solidFill>
                    <a:effectLst/>
                    <a:uLnTx/>
                    <a:uFillTx/>
                    <a:latin typeface="Gill Sans"/>
                    <a:sym typeface="Gill Sans"/>
                  </a:rPr>
                </a:br>
                <a:endParaRPr kumimoji="0" sz="2800" b="0" i="0" u="none" strike="noStrike" kern="0" cap="none" spc="0" normalizeH="0" baseline="0" noProof="0" dirty="0">
                  <a:ln>
                    <a:noFill/>
                  </a:ln>
                  <a:solidFill>
                    <a:srgbClr val="000000"/>
                  </a:solidFill>
                  <a:effectLst/>
                  <a:uLnTx/>
                  <a:uFillTx/>
                  <a:latin typeface="Gill Sans"/>
                  <a:sym typeface="Gill Sans"/>
                </a:endParaRPr>
              </a:p>
              <a:p>
                <a:pPr marL="228600" marR="0" lvl="0" indent="-228600" algn="l" defTabSz="406400" rtl="0" eaLnBrk="1" fontAlgn="auto" latinLnBrk="0" hangingPunct="0">
                  <a:lnSpc>
                    <a:spcPct val="15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Stochastic policy: </a:t>
                </a:r>
                <a14:m>
                  <m:oMath xmlns:m="http://schemas.openxmlformats.org/officeDocument/2006/math">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𝜋</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𝑎</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𝑃</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m:rPr>
                        <m:sty m:val="p"/>
                      </m:r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Action</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𝑎</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m:rPr>
                        <m:sty m:val="p"/>
                      </m:r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state</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a14:m>
                <a:endParaRPr kumimoji="0" sz="2800" b="0" i="0" u="none" strike="noStrike" kern="0" cap="none" spc="0" normalizeH="0" baseline="0" noProof="0" dirty="0">
                  <a:ln>
                    <a:noFill/>
                  </a:ln>
                  <a:solidFill>
                    <a:srgbClr val="000000"/>
                  </a:solidFill>
                  <a:effectLst/>
                  <a:uLnTx/>
                  <a:uFillTx/>
                  <a:latin typeface="Gill Sans"/>
                  <a:sym typeface="Gill Sans"/>
                </a:endParaRPr>
              </a:p>
            </p:txBody>
          </p:sp>
        </mc:Choice>
        <mc:Fallback xmlns="">
          <p:sp>
            <p:nvSpPr>
              <p:cNvPr id="3" name="object 11">
                <a:extLst>
                  <a:ext uri="{FF2B5EF4-FFF2-40B4-BE49-F238E27FC236}">
                    <a16:creationId xmlns:a16="http://schemas.microsoft.com/office/drawing/2014/main" id="{59E0B84F-8868-44F2-8452-BCAD363B3C74}"/>
                  </a:ext>
                </a:extLst>
              </p:cNvPr>
              <p:cNvSpPr txBox="1">
                <a:spLocks noRot="1" noChangeAspect="1" noMove="1" noResize="1" noEditPoints="1" noAdjustHandles="1" noChangeArrowheads="1" noChangeShapeType="1" noTextEdit="1"/>
              </p:cNvSpPr>
              <p:nvPr/>
            </p:nvSpPr>
            <p:spPr>
              <a:xfrm>
                <a:off x="400689" y="1775421"/>
                <a:ext cx="8743311" cy="3956468"/>
              </a:xfrm>
              <a:prstGeom prst="rect">
                <a:avLst/>
              </a:prstGeom>
              <a:blipFill>
                <a:blip r:embed="rId2"/>
                <a:stretch>
                  <a:fillRect l="-1953" b="-3852"/>
                </a:stretch>
              </a:blipFill>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val="1"/>
                </a:ext>
              </a:extLst>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F6C316A8-AD5D-454B-556E-582B6265F734}"/>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28D669CE-9EA3-7A77-6219-FCA86FD74C41}"/>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02032189-F864-E262-75BF-C6D0C47F4FAE}"/>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12</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122526254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Value Function">
            <a:extLst>
              <a:ext uri="{FF2B5EF4-FFF2-40B4-BE49-F238E27FC236}">
                <a16:creationId xmlns:a16="http://schemas.microsoft.com/office/drawing/2014/main" id="{B7505B05-0E4E-0A43-5252-69AB72294428}"/>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Value Function</a:t>
            </a:r>
          </a:p>
        </p:txBody>
      </p:sp>
      <mc:AlternateContent xmlns:mc="http://schemas.openxmlformats.org/markup-compatibility/2006" xmlns:a14="http://schemas.microsoft.com/office/drawing/2010/main">
        <mc:Choice Requires="a14">
          <p:sp>
            <p:nvSpPr>
              <p:cNvPr id="3" name="object 11">
                <a:extLst>
                  <a:ext uri="{FF2B5EF4-FFF2-40B4-BE49-F238E27FC236}">
                    <a16:creationId xmlns:a16="http://schemas.microsoft.com/office/drawing/2014/main" id="{FF31C0DD-DCDA-A8E3-6FA8-4A6D78BFBB84}"/>
                  </a:ext>
                </a:extLst>
              </p:cNvPr>
              <p:cNvSpPr txBox="1"/>
              <p:nvPr/>
            </p:nvSpPr>
            <p:spPr>
              <a:xfrm>
                <a:off x="527538" y="2166105"/>
                <a:ext cx="8616461" cy="3175100"/>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wrap="square" lIns="50800" tIns="50800" rIns="50800" bIns="50800" anchor="ctr">
                <a:spAutoFit/>
              </a:bodyPr>
              <a:lstStyle/>
              <a:p>
                <a:pPr marL="0" marR="0" lvl="0" indent="0" algn="l" defTabSz="406400" rtl="0" eaLnBrk="1" fontAlgn="auto" latinLnBrk="0" hangingPunct="0">
                  <a:lnSpc>
                    <a:spcPct val="150000"/>
                  </a:lnSpc>
                  <a:spcBef>
                    <a:spcPts val="0"/>
                  </a:spcBef>
                  <a:spcAft>
                    <a:spcPts val="0"/>
                  </a:spcAft>
                  <a:buClrTx/>
                  <a:buSzTx/>
                  <a:buFontTx/>
                  <a:buNone/>
                  <a:tabLst/>
                  <a:defRPr/>
                </a:pPr>
                <a:r>
                  <a:rPr kumimoji="0" sz="2800" b="0" i="0" u="none" strike="noStrike" kern="0" cap="none" spc="0" normalizeH="0" baseline="0" noProof="0" dirty="0">
                    <a:ln>
                      <a:noFill/>
                    </a:ln>
                    <a:solidFill>
                      <a:srgbClr val="000000"/>
                    </a:solidFill>
                    <a:effectLst/>
                    <a:uLnTx/>
                    <a:uFillTx/>
                    <a:latin typeface="Gill Sans"/>
                    <a:sym typeface="Gill Sans"/>
                  </a:rPr>
                  <a:t>The value function predicts the future reward in a state</a:t>
                </a:r>
                <a:br>
                  <a:rPr kumimoji="0" sz="2800" b="0" i="0" u="none" strike="noStrike" kern="0" cap="none" spc="0" normalizeH="0" baseline="0" noProof="0" dirty="0">
                    <a:ln>
                      <a:noFill/>
                    </a:ln>
                    <a:solidFill>
                      <a:srgbClr val="000000"/>
                    </a:solidFill>
                    <a:effectLst/>
                    <a:uLnTx/>
                    <a:uFillTx/>
                    <a:latin typeface="Gill Sans"/>
                    <a:sym typeface="Gill Sans"/>
                  </a:rPr>
                </a:br>
                <a:r>
                  <a:rPr kumimoji="0" sz="2800" b="0" i="0" u="none" strike="noStrike" kern="0" cap="none" spc="0" normalizeH="0" baseline="0" noProof="0" dirty="0">
                    <a:ln>
                      <a:noFill/>
                    </a:ln>
                    <a:solidFill>
                      <a:srgbClr val="000000"/>
                    </a:solidFill>
                    <a:effectLst/>
                    <a:uLnTx/>
                    <a:uFillTx/>
                    <a:latin typeface="Gill Sans"/>
                    <a:sym typeface="Gill Sans"/>
                  </a:rPr>
                  <a:t>given a policy</a:t>
                </a:r>
              </a:p>
              <a:p>
                <a:pPr marL="0" marR="0" lvl="0" indent="0" algn="l" defTabSz="406400" rtl="0" eaLnBrk="1" fontAlgn="auto" latinLnBrk="0" hangingPunct="0">
                  <a:lnSpc>
                    <a:spcPct val="150000"/>
                  </a:lnSpc>
                  <a:spcBef>
                    <a:spcPts val="0"/>
                  </a:spcBef>
                  <a:spcAft>
                    <a:spcPts val="0"/>
                  </a:spcAft>
                  <a:buClrTx/>
                  <a:buSzTx/>
                  <a:buFontTx/>
                  <a:buNone/>
                  <a:tabLst/>
                  <a:defRPr/>
                </a:pPr>
                <a:endParaRPr kumimoji="0" sz="2800" b="0" i="0"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5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𝑣</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𝜋</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𝔼</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𝜋</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+1</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𝛾</m:t>
                      </m:r>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+2</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p>
                        <m:sSup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p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𝛾</m:t>
                          </m:r>
                        </m:e>
                        <m:sup>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2</m:t>
                          </m:r>
                        </m:sup>
                      </m:sSup>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+3</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p>
                        <m:sSup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p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𝛾</m:t>
                          </m:r>
                        </m:e>
                        <m:sup>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up>
                      </m:sSup>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m:oMathPara>
                </a14:m>
                <a:endParaRPr kumimoji="0" sz="2000" b="0" i="0"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50000"/>
                  </a:lnSpc>
                  <a:spcBef>
                    <a:spcPts val="0"/>
                  </a:spcBef>
                  <a:spcAft>
                    <a:spcPts val="0"/>
                  </a:spcAft>
                  <a:buClrTx/>
                  <a:buSzTx/>
                  <a:buFontTx/>
                  <a:buNone/>
                  <a:tabLst/>
                  <a:defRPr/>
                </a:pPr>
                <a:endParaRPr kumimoji="0" sz="2800" b="0" i="0" u="none" strike="noStrike" kern="0" cap="none" spc="0" normalizeH="0" baseline="0" noProof="0" dirty="0">
                  <a:ln>
                    <a:noFill/>
                  </a:ln>
                  <a:solidFill>
                    <a:srgbClr val="000000"/>
                  </a:solidFill>
                  <a:effectLst/>
                  <a:uLnTx/>
                  <a:uFillTx/>
                  <a:latin typeface="Gill Sans"/>
                  <a:sym typeface="Gill Sans"/>
                </a:endParaRPr>
              </a:p>
            </p:txBody>
          </p:sp>
        </mc:Choice>
        <mc:Fallback xmlns="">
          <p:sp>
            <p:nvSpPr>
              <p:cNvPr id="3" name="object 11">
                <a:extLst>
                  <a:ext uri="{FF2B5EF4-FFF2-40B4-BE49-F238E27FC236}">
                    <a16:creationId xmlns:a16="http://schemas.microsoft.com/office/drawing/2014/main" id="{FF31C0DD-DCDA-A8E3-6FA8-4A6D78BFBB84}"/>
                  </a:ext>
                </a:extLst>
              </p:cNvPr>
              <p:cNvSpPr txBox="1">
                <a:spLocks noRot="1" noChangeAspect="1" noMove="1" noResize="1" noEditPoints="1" noAdjustHandles="1" noChangeArrowheads="1" noChangeShapeType="1" noTextEdit="1"/>
              </p:cNvSpPr>
              <p:nvPr/>
            </p:nvSpPr>
            <p:spPr>
              <a:xfrm>
                <a:off x="527538" y="2166105"/>
                <a:ext cx="8616461" cy="3175100"/>
              </a:xfrm>
              <a:prstGeom prst="rect">
                <a:avLst/>
              </a:prstGeom>
              <a:blipFill>
                <a:blip r:embed="rId3"/>
                <a:stretch>
                  <a:fillRect l="-1982"/>
                </a:stretch>
              </a:blipFill>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val="1"/>
                </a:ext>
              </a:extLst>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C9DB7BA2-7E59-9141-C038-7F84D460548C}"/>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C78F22B6-9DB4-B698-6FBD-D419E73DAB0C}"/>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EBCA3AC7-1399-0D89-1080-445C4D445489}"/>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13</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418040214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Model">
            <a:extLst>
              <a:ext uri="{FF2B5EF4-FFF2-40B4-BE49-F238E27FC236}">
                <a16:creationId xmlns:a16="http://schemas.microsoft.com/office/drawing/2014/main" id="{F86B279D-1944-FD98-CD22-CE9B977DED44}"/>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Model</a:t>
            </a:r>
          </a:p>
        </p:txBody>
      </p:sp>
      <mc:AlternateContent xmlns:mc="http://schemas.openxmlformats.org/markup-compatibility/2006" xmlns:a14="http://schemas.microsoft.com/office/drawing/2010/main">
        <mc:Choice Requires="a14">
          <p:sp>
            <p:nvSpPr>
              <p:cNvPr id="3" name="object 11">
                <a:extLst>
                  <a:ext uri="{FF2B5EF4-FFF2-40B4-BE49-F238E27FC236}">
                    <a16:creationId xmlns:a16="http://schemas.microsoft.com/office/drawing/2014/main" id="{4D4485A3-8EB2-15BE-B69B-4302363179AE}"/>
                  </a:ext>
                </a:extLst>
              </p:cNvPr>
              <p:cNvSpPr txBox="1"/>
              <p:nvPr/>
            </p:nvSpPr>
            <p:spPr>
              <a:xfrm>
                <a:off x="387989" y="1503666"/>
                <a:ext cx="8342622" cy="4357347"/>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lIns="50800" tIns="50800" rIns="50800" bIns="50800" anchor="ctr">
                <a:spAutoFit/>
              </a:bodyPr>
              <a:lstStyle/>
              <a:p>
                <a:pPr marL="0" marR="0" lvl="0" indent="0" algn="l" defTabSz="406400" rtl="0" eaLnBrk="1" fontAlgn="auto" latinLnBrk="0" hangingPunct="0">
                  <a:lnSpc>
                    <a:spcPct val="150000"/>
                  </a:lnSpc>
                  <a:spcBef>
                    <a:spcPts val="0"/>
                  </a:spcBef>
                  <a:spcAft>
                    <a:spcPts val="0"/>
                  </a:spcAft>
                  <a:buClrTx/>
                  <a:buSzTx/>
                  <a:buFontTx/>
                  <a:buNone/>
                  <a:tabLst/>
                  <a:defRPr/>
                </a:pPr>
                <a:r>
                  <a:rPr kumimoji="0" sz="2800" b="0" i="0" u="none" strike="noStrike" kern="0" cap="none" spc="0" normalizeH="0" baseline="0" noProof="0" dirty="0">
                    <a:ln>
                      <a:noFill/>
                    </a:ln>
                    <a:solidFill>
                      <a:srgbClr val="000000"/>
                    </a:solidFill>
                    <a:effectLst/>
                    <a:uLnTx/>
                    <a:uFillTx/>
                    <a:latin typeface="Gill Sans"/>
                    <a:sym typeface="Gill Sans"/>
                  </a:rPr>
                  <a:t>A model (</a:t>
                </a:r>
                <a:r>
                  <a:rPr kumimoji="0" sz="2800" b="0" i="1" u="none" strike="noStrike" kern="0" cap="none" spc="0" normalizeH="0" baseline="0" noProof="0" dirty="0">
                    <a:ln>
                      <a:noFill/>
                    </a:ln>
                    <a:solidFill>
                      <a:srgbClr val="000000"/>
                    </a:solidFill>
                    <a:effectLst/>
                    <a:uLnTx/>
                    <a:uFillTx/>
                    <a:latin typeface="Gill Sans"/>
                    <a:sym typeface="Gill Sans"/>
                  </a:rPr>
                  <a:t>P, R</a:t>
                </a:r>
                <a:r>
                  <a:rPr kumimoji="0" sz="2800" b="0" i="0" u="none" strike="noStrike" kern="0" cap="none" spc="0" normalizeH="0" baseline="0" noProof="0" dirty="0">
                    <a:ln>
                      <a:noFill/>
                    </a:ln>
                    <a:solidFill>
                      <a:srgbClr val="000000"/>
                    </a:solidFill>
                    <a:effectLst/>
                    <a:uLnTx/>
                    <a:uFillTx/>
                    <a:latin typeface="Gill Sans"/>
                    <a:sym typeface="Gill Sans"/>
                  </a:rPr>
                  <a:t>) captures the environment</a:t>
                </a:r>
                <a:br>
                  <a:rPr kumimoji="0" sz="2800" b="0" i="0" u="none" strike="noStrike" kern="0" cap="none" spc="0" normalizeH="0" baseline="0" noProof="0" dirty="0">
                    <a:ln>
                      <a:noFill/>
                    </a:ln>
                    <a:solidFill>
                      <a:srgbClr val="000000"/>
                    </a:solidFill>
                    <a:effectLst/>
                    <a:uLnTx/>
                    <a:uFillTx/>
                    <a:latin typeface="Gill Sans"/>
                    <a:sym typeface="Gill Sans"/>
                  </a:rPr>
                </a:br>
                <a:endParaRPr kumimoji="0" sz="2800" b="0" i="0" u="none" strike="noStrike" kern="0" cap="none" spc="0" normalizeH="0" baseline="0" noProof="0" dirty="0">
                  <a:ln>
                    <a:noFill/>
                  </a:ln>
                  <a:solidFill>
                    <a:srgbClr val="000000"/>
                  </a:solidFill>
                  <a:effectLst/>
                  <a:uLnTx/>
                  <a:uFillTx/>
                  <a:latin typeface="Gill Sans"/>
                  <a:sym typeface="Gill Sans"/>
                </a:endParaRPr>
              </a:p>
              <a:p>
                <a:pPr marL="228600" marR="0" lvl="0" indent="-228600" algn="l" defTabSz="406400" rtl="0" eaLnBrk="1" fontAlgn="auto" latinLnBrk="0" hangingPunct="0">
                  <a:lnSpc>
                    <a:spcPct val="150000"/>
                  </a:lnSpc>
                  <a:spcBef>
                    <a:spcPts val="0"/>
                  </a:spcBef>
                  <a:spcAft>
                    <a:spcPts val="0"/>
                  </a:spcAft>
                  <a:buClrTx/>
                  <a:buSzPct val="100000"/>
                  <a:buFontTx/>
                  <a:buChar char="•"/>
                  <a:tabLst/>
                  <a:defRPr/>
                </a:pPr>
                <a:r>
                  <a:rPr kumimoji="0" sz="2800" b="0" i="1" u="none" strike="noStrike" kern="0" cap="none" spc="0" normalizeH="0" baseline="0" noProof="0" dirty="0">
                    <a:ln>
                      <a:noFill/>
                    </a:ln>
                    <a:solidFill>
                      <a:srgbClr val="000000"/>
                    </a:solidFill>
                    <a:effectLst/>
                    <a:uLnTx/>
                    <a:uFillTx/>
                    <a:latin typeface="Gill Sans"/>
                    <a:sym typeface="Gill Sans"/>
                  </a:rPr>
                  <a:t>P </a:t>
                </a:r>
                <a:r>
                  <a:rPr kumimoji="0" sz="2800" b="0" i="0" u="none" strike="noStrike" kern="0" cap="none" spc="0" normalizeH="0" baseline="0" noProof="0" dirty="0">
                    <a:ln>
                      <a:noFill/>
                    </a:ln>
                    <a:solidFill>
                      <a:srgbClr val="000000"/>
                    </a:solidFill>
                    <a:effectLst/>
                    <a:uLnTx/>
                    <a:uFillTx/>
                    <a:latin typeface="Gill Sans"/>
                    <a:sym typeface="Gill Sans"/>
                  </a:rPr>
                  <a:t>predicts the next state </a:t>
                </a:r>
                <a:br>
                  <a:rPr kumimoji="0" sz="2800" b="0" i="0" u="none" strike="noStrike" kern="0" cap="none" spc="0" normalizeH="0" baseline="0" noProof="0" dirty="0">
                    <a:ln>
                      <a:noFill/>
                    </a:ln>
                    <a:solidFill>
                      <a:srgbClr val="000000"/>
                    </a:solidFill>
                    <a:effectLst/>
                    <a:uLnTx/>
                    <a:uFillTx/>
                    <a:latin typeface="Gill Sans"/>
                    <a:sym typeface="Gill Sans"/>
                  </a:rPr>
                </a:br>
                <a14:m>
                  <m:oMath xmlns:m="http://schemas.openxmlformats.org/officeDocument/2006/math">
                    <m:sSubSup>
                      <m:sSubSup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Sup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𝑃</m:t>
                        </m:r>
                      </m:e>
                      <m: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p>
                          <m:sSup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p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p>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up>
                        </m:sSup>
                      </m:sub>
                      <m:sup>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𝑎</m:t>
                        </m:r>
                      </m:sup>
                    </m:sSubSup>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𝑃</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+1</m:t>
                        </m:r>
                      </m:sub>
                    </m:s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p>
                      <m:sSup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p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p>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up>
                    </m:sSup>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𝑎</m:t>
                        </m:r>
                      </m:e>
                      <m: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𝑎</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a14:m>
                <a:br>
                  <a:rPr kumimoji="0" sz="2800" b="0" i="0" u="none" strike="noStrike" kern="0" cap="none" spc="-63" normalizeH="0" baseline="0" noProof="0" dirty="0">
                    <a:ln>
                      <a:noFill/>
                    </a:ln>
                    <a:solidFill>
                      <a:srgbClr val="000000"/>
                    </a:solidFill>
                    <a:effectLst/>
                    <a:uLnTx/>
                    <a:uFillTx/>
                    <a:latin typeface="Arial"/>
                    <a:ea typeface="+mn-ea"/>
                    <a:cs typeface="Arial"/>
                    <a:sym typeface="Arial"/>
                  </a:rPr>
                </a:br>
                <a:endParaRPr kumimoji="0" sz="2800" b="0" i="0" u="none" strike="noStrike" kern="0" cap="none" spc="-63" normalizeH="0" baseline="0" noProof="0" dirty="0">
                  <a:ln>
                    <a:noFill/>
                  </a:ln>
                  <a:solidFill>
                    <a:srgbClr val="000000"/>
                  </a:solidFill>
                  <a:effectLst/>
                  <a:uLnTx/>
                  <a:uFillTx/>
                  <a:latin typeface="Arial"/>
                  <a:ea typeface="+mn-ea"/>
                  <a:cs typeface="Arial"/>
                  <a:sym typeface="Arial"/>
                </a:endParaRPr>
              </a:p>
              <a:p>
                <a:pPr marL="228600" marR="0" lvl="0" indent="-228600" algn="l" defTabSz="406400" rtl="0" eaLnBrk="1" fontAlgn="auto" latinLnBrk="0" hangingPunct="0">
                  <a:lnSpc>
                    <a:spcPct val="150000"/>
                  </a:lnSpc>
                  <a:spcBef>
                    <a:spcPts val="0"/>
                  </a:spcBef>
                  <a:spcAft>
                    <a:spcPts val="0"/>
                  </a:spcAft>
                  <a:buClrTx/>
                  <a:buSzPct val="100000"/>
                  <a:buFontTx/>
                  <a:buChar char="•"/>
                  <a:tabLst/>
                  <a:defRPr/>
                </a:pPr>
                <a:r>
                  <a:rPr kumimoji="0" sz="2800" b="0" i="1" u="none" strike="noStrike" kern="0" cap="none" spc="0" normalizeH="0" baseline="0" noProof="0" dirty="0">
                    <a:ln>
                      <a:noFill/>
                    </a:ln>
                    <a:solidFill>
                      <a:srgbClr val="000000"/>
                    </a:solidFill>
                    <a:effectLst/>
                    <a:uLnTx/>
                    <a:uFillTx/>
                    <a:latin typeface="Gill Sans"/>
                    <a:sym typeface="Gill Sans"/>
                  </a:rPr>
                  <a:t>R </a:t>
                </a:r>
                <a:r>
                  <a:rPr kumimoji="0" sz="2800" b="0" i="0" u="none" strike="noStrike" kern="0" cap="none" spc="0" normalizeH="0" baseline="0" noProof="0" dirty="0">
                    <a:ln>
                      <a:noFill/>
                    </a:ln>
                    <a:solidFill>
                      <a:srgbClr val="000000"/>
                    </a:solidFill>
                    <a:effectLst/>
                    <a:uLnTx/>
                    <a:uFillTx/>
                    <a:latin typeface="Gill Sans"/>
                    <a:sym typeface="Gill Sans"/>
                  </a:rPr>
                  <a:t>the next reward</a:t>
                </a:r>
                <a:br>
                  <a:rPr kumimoji="0" sz="2800" b="0" i="0" u="none" strike="noStrike" kern="0" cap="none" spc="0" normalizeH="0" baseline="0" noProof="0" dirty="0">
                    <a:ln>
                      <a:noFill/>
                    </a:ln>
                    <a:solidFill>
                      <a:srgbClr val="000000"/>
                    </a:solidFill>
                    <a:effectLst/>
                    <a:uLnTx/>
                    <a:uFillTx/>
                    <a:latin typeface="Gill Sans"/>
                    <a:sym typeface="Gill Sans"/>
                  </a:rPr>
                </a:br>
                <a14:m>
                  <m:oMath xmlns:m="http://schemas.openxmlformats.org/officeDocument/2006/math">
                    <m:sSubSup>
                      <m:sSubSup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Sup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e>
                      <m: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sub>
                      <m:sup>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𝑎</m:t>
                        </m:r>
                      </m:sup>
                    </m:sSubSup>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𝔼</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e>
                      <m: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+1</m:t>
                        </m:r>
                      </m:sub>
                    </m:s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𝑎</m:t>
                        </m:r>
                      </m:e>
                      <m: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𝑎</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a14:m>
                <a:endParaRPr kumimoji="0" sz="2800" b="0" i="0" u="none" strike="noStrike" kern="0" cap="none" spc="0" normalizeH="0" baseline="0" noProof="0" dirty="0">
                  <a:ln>
                    <a:noFill/>
                  </a:ln>
                  <a:solidFill>
                    <a:srgbClr val="000000"/>
                  </a:solidFill>
                  <a:effectLst/>
                  <a:uLnTx/>
                  <a:uFillTx/>
                  <a:latin typeface="Gill Sans"/>
                  <a:sym typeface="Gill Sans"/>
                </a:endParaRPr>
              </a:p>
            </p:txBody>
          </p:sp>
        </mc:Choice>
        <mc:Fallback xmlns="">
          <p:sp>
            <p:nvSpPr>
              <p:cNvPr id="3" name="object 11">
                <a:extLst>
                  <a:ext uri="{FF2B5EF4-FFF2-40B4-BE49-F238E27FC236}">
                    <a16:creationId xmlns:a16="http://schemas.microsoft.com/office/drawing/2014/main" id="{4D4485A3-8EB2-15BE-B69B-4302363179AE}"/>
                  </a:ext>
                </a:extLst>
              </p:cNvPr>
              <p:cNvSpPr txBox="1">
                <a:spLocks noRot="1" noChangeAspect="1" noMove="1" noResize="1" noEditPoints="1" noAdjustHandles="1" noChangeArrowheads="1" noChangeShapeType="1" noTextEdit="1"/>
              </p:cNvSpPr>
              <p:nvPr/>
            </p:nvSpPr>
            <p:spPr>
              <a:xfrm>
                <a:off x="387989" y="1503666"/>
                <a:ext cx="8342622" cy="4357347"/>
              </a:xfrm>
              <a:prstGeom prst="rect">
                <a:avLst/>
              </a:prstGeom>
              <a:blipFill>
                <a:blip r:embed="rId3"/>
                <a:stretch>
                  <a:fillRect l="-2047"/>
                </a:stretch>
              </a:blip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061F4A90-0DD8-DAC5-4CBD-48D112D87D2B}"/>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1309E6B1-5F05-3EF6-33EB-51692D9F98D0}"/>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285F5ECF-0884-0F2C-03A4-0DDD2D2752AD}"/>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14</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20283746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RL Agent Types">
            <a:extLst>
              <a:ext uri="{FF2B5EF4-FFF2-40B4-BE49-F238E27FC236}">
                <a16:creationId xmlns:a16="http://schemas.microsoft.com/office/drawing/2014/main" id="{33BF498D-54F2-3F0D-8722-C269B62CF028}"/>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RL Agent Types</a:t>
            </a:r>
            <a:r>
              <a:rPr lang="en-US" sz="3200" b="0" dirty="0">
                <a:uFill>
                  <a:solidFill>
                    <a:srgbClr val="000000"/>
                  </a:solidFill>
                </a:uFill>
                <a:latin typeface="+mn-lt"/>
                <a:ea typeface="+mn-ea"/>
                <a:cs typeface="+mn-cs"/>
                <a:sym typeface="Arial"/>
              </a:rPr>
              <a:t> (Taxonomy)</a:t>
            </a:r>
            <a:endParaRPr sz="3200" b="0" dirty="0">
              <a:uFill>
                <a:solidFill>
                  <a:srgbClr val="000000"/>
                </a:solidFill>
              </a:uFill>
              <a:latin typeface="+mn-lt"/>
              <a:ea typeface="+mn-ea"/>
              <a:cs typeface="+mn-cs"/>
              <a:sym typeface="Arial"/>
            </a:endParaRPr>
          </a:p>
        </p:txBody>
      </p:sp>
      <p:grpSp>
        <p:nvGrpSpPr>
          <p:cNvPr id="3" name="Group">
            <a:extLst>
              <a:ext uri="{FF2B5EF4-FFF2-40B4-BE49-F238E27FC236}">
                <a16:creationId xmlns:a16="http://schemas.microsoft.com/office/drawing/2014/main" id="{9E6164EF-2801-6709-4024-D21A91EE8CA3}"/>
              </a:ext>
            </a:extLst>
          </p:cNvPr>
          <p:cNvGrpSpPr/>
          <p:nvPr/>
        </p:nvGrpSpPr>
        <p:grpSpPr>
          <a:xfrm>
            <a:off x="2008302" y="1727205"/>
            <a:ext cx="5137633" cy="4833716"/>
            <a:chOff x="0" y="0"/>
            <a:chExt cx="5137632" cy="4833714"/>
          </a:xfrm>
        </p:grpSpPr>
        <p:grpSp>
          <p:nvGrpSpPr>
            <p:cNvPr id="4" name="object 10">
              <a:extLst>
                <a:ext uri="{FF2B5EF4-FFF2-40B4-BE49-F238E27FC236}">
                  <a16:creationId xmlns:a16="http://schemas.microsoft.com/office/drawing/2014/main" id="{5E06BD16-E158-56E8-0B80-88DB2A0AC50C}"/>
                </a:ext>
              </a:extLst>
            </p:cNvPr>
            <p:cNvGrpSpPr/>
            <p:nvPr/>
          </p:nvGrpSpPr>
          <p:grpSpPr>
            <a:xfrm>
              <a:off x="0" y="0"/>
              <a:ext cx="5137633" cy="4833715"/>
              <a:chOff x="0" y="0"/>
              <a:chExt cx="5137632" cy="4833714"/>
            </a:xfrm>
          </p:grpSpPr>
          <p:pic>
            <p:nvPicPr>
              <p:cNvPr id="18" name="object 11" descr="object 11">
                <a:extLst>
                  <a:ext uri="{FF2B5EF4-FFF2-40B4-BE49-F238E27FC236}">
                    <a16:creationId xmlns:a16="http://schemas.microsoft.com/office/drawing/2014/main" id="{F4206D50-6D57-2F73-369A-77E81BDAC279}"/>
                  </a:ext>
                </a:extLst>
              </p:cNvPr>
              <p:cNvPicPr>
                <a:picLocks noChangeAspect="1"/>
              </p:cNvPicPr>
              <p:nvPr/>
            </p:nvPicPr>
            <p:blipFill>
              <a:blip r:embed="rId3"/>
              <a:stretch>
                <a:fillRect/>
              </a:stretch>
            </p:blipFill>
            <p:spPr>
              <a:xfrm>
                <a:off x="1693247" y="0"/>
                <a:ext cx="3444386" cy="3400967"/>
              </a:xfrm>
              <a:prstGeom prst="rect">
                <a:avLst/>
              </a:prstGeom>
              <a:ln w="12700" cap="flat">
                <a:noFill/>
                <a:miter lim="400000"/>
              </a:ln>
              <a:effectLst/>
            </p:spPr>
          </p:pic>
          <p:pic>
            <p:nvPicPr>
              <p:cNvPr id="19" name="object 12" descr="object 12">
                <a:extLst>
                  <a:ext uri="{FF2B5EF4-FFF2-40B4-BE49-F238E27FC236}">
                    <a16:creationId xmlns:a16="http://schemas.microsoft.com/office/drawing/2014/main" id="{A95F00FF-21DF-D5A4-EAAB-536EDC2F7006}"/>
                  </a:ext>
                </a:extLst>
              </p:cNvPr>
              <p:cNvPicPr>
                <a:picLocks noChangeAspect="1"/>
              </p:cNvPicPr>
              <p:nvPr/>
            </p:nvPicPr>
            <p:blipFill>
              <a:blip r:embed="rId3"/>
              <a:stretch>
                <a:fillRect/>
              </a:stretch>
            </p:blipFill>
            <p:spPr>
              <a:xfrm>
                <a:off x="0" y="0"/>
                <a:ext cx="3444385" cy="3400967"/>
              </a:xfrm>
              <a:prstGeom prst="rect">
                <a:avLst/>
              </a:prstGeom>
              <a:ln w="12700" cap="flat">
                <a:noFill/>
                <a:miter lim="400000"/>
              </a:ln>
              <a:effectLst/>
            </p:spPr>
          </p:pic>
          <p:pic>
            <p:nvPicPr>
              <p:cNvPr id="20" name="object 13" descr="object 13">
                <a:extLst>
                  <a:ext uri="{FF2B5EF4-FFF2-40B4-BE49-F238E27FC236}">
                    <a16:creationId xmlns:a16="http://schemas.microsoft.com/office/drawing/2014/main" id="{17BB94E4-498D-32B8-8E15-5C0AB6E25C0A}"/>
                  </a:ext>
                </a:extLst>
              </p:cNvPr>
              <p:cNvPicPr>
                <a:picLocks noChangeAspect="1"/>
              </p:cNvPicPr>
              <p:nvPr/>
            </p:nvPicPr>
            <p:blipFill>
              <a:blip r:embed="rId4"/>
              <a:stretch>
                <a:fillRect/>
              </a:stretch>
            </p:blipFill>
            <p:spPr>
              <a:xfrm>
                <a:off x="1693247" y="0"/>
                <a:ext cx="3444386" cy="3400967"/>
              </a:xfrm>
              <a:prstGeom prst="rect">
                <a:avLst/>
              </a:prstGeom>
              <a:ln w="12700" cap="flat">
                <a:noFill/>
                <a:miter lim="400000"/>
              </a:ln>
              <a:effectLst/>
            </p:spPr>
          </p:pic>
          <p:pic>
            <p:nvPicPr>
              <p:cNvPr id="21" name="object 14" descr="object 14">
                <a:extLst>
                  <a:ext uri="{FF2B5EF4-FFF2-40B4-BE49-F238E27FC236}">
                    <a16:creationId xmlns:a16="http://schemas.microsoft.com/office/drawing/2014/main" id="{ECB28A37-864C-A2E3-815F-A48CA5286BFC}"/>
                  </a:ext>
                </a:extLst>
              </p:cNvPr>
              <p:cNvPicPr>
                <a:picLocks noChangeAspect="1"/>
              </p:cNvPicPr>
              <p:nvPr/>
            </p:nvPicPr>
            <p:blipFill>
              <a:blip r:embed="rId4"/>
              <a:stretch>
                <a:fillRect/>
              </a:stretch>
            </p:blipFill>
            <p:spPr>
              <a:xfrm>
                <a:off x="853860" y="1432748"/>
                <a:ext cx="3444386" cy="3400967"/>
              </a:xfrm>
              <a:prstGeom prst="rect">
                <a:avLst/>
              </a:prstGeom>
              <a:ln w="12700" cap="flat">
                <a:noFill/>
                <a:miter lim="400000"/>
              </a:ln>
              <a:effectLst/>
            </p:spPr>
          </p:pic>
          <p:sp>
            <p:nvSpPr>
              <p:cNvPr id="22" name="object 15">
                <a:extLst>
                  <a:ext uri="{FF2B5EF4-FFF2-40B4-BE49-F238E27FC236}">
                    <a16:creationId xmlns:a16="http://schemas.microsoft.com/office/drawing/2014/main" id="{5D96BED4-469D-6D84-551E-57ABCC3B00EA}"/>
                  </a:ext>
                </a:extLst>
              </p:cNvPr>
              <p:cNvSpPr/>
              <p:nvPr/>
            </p:nvSpPr>
            <p:spPr>
              <a:xfrm>
                <a:off x="1853067" y="101920"/>
                <a:ext cx="3121128" cy="3068526"/>
              </a:xfrm>
              <a:custGeom>
                <a:avLst/>
                <a:gdLst/>
                <a:ahLst/>
                <a:cxnLst>
                  <a:cxn ang="0">
                    <a:pos x="wd2" y="hd2"/>
                  </a:cxn>
                  <a:cxn ang="5400000">
                    <a:pos x="wd2" y="hd2"/>
                  </a:cxn>
                  <a:cxn ang="10800000">
                    <a:pos x="wd2" y="hd2"/>
                  </a:cxn>
                  <a:cxn ang="16200000">
                    <a:pos x="wd2" y="hd2"/>
                  </a:cxn>
                </a:cxnLst>
                <a:rect l="0" t="0" r="r" b="b"/>
                <a:pathLst>
                  <a:path w="21600" h="21600" extrusionOk="0">
                    <a:moveTo>
                      <a:pt x="11107" y="0"/>
                    </a:moveTo>
                    <a:lnTo>
                      <a:pt x="10493" y="0"/>
                    </a:lnTo>
                    <a:lnTo>
                      <a:pt x="9879" y="35"/>
                    </a:lnTo>
                    <a:lnTo>
                      <a:pt x="9268" y="104"/>
                    </a:lnTo>
                    <a:lnTo>
                      <a:pt x="8661" y="208"/>
                    </a:lnTo>
                    <a:lnTo>
                      <a:pt x="8059" y="347"/>
                    </a:lnTo>
                    <a:lnTo>
                      <a:pt x="7465" y="521"/>
                    </a:lnTo>
                    <a:lnTo>
                      <a:pt x="6879" y="729"/>
                    </a:lnTo>
                    <a:lnTo>
                      <a:pt x="6304" y="972"/>
                    </a:lnTo>
                    <a:lnTo>
                      <a:pt x="5741" y="1250"/>
                    </a:lnTo>
                    <a:lnTo>
                      <a:pt x="5191" y="1563"/>
                    </a:lnTo>
                    <a:lnTo>
                      <a:pt x="4657" y="1910"/>
                    </a:lnTo>
                    <a:lnTo>
                      <a:pt x="4139" y="2292"/>
                    </a:lnTo>
                    <a:lnTo>
                      <a:pt x="3640" y="2709"/>
                    </a:lnTo>
                    <a:lnTo>
                      <a:pt x="3160" y="3160"/>
                    </a:lnTo>
                    <a:lnTo>
                      <a:pt x="2709" y="3640"/>
                    </a:lnTo>
                    <a:lnTo>
                      <a:pt x="2292" y="4139"/>
                    </a:lnTo>
                    <a:lnTo>
                      <a:pt x="1910" y="4657"/>
                    </a:lnTo>
                    <a:lnTo>
                      <a:pt x="1563" y="5191"/>
                    </a:lnTo>
                    <a:lnTo>
                      <a:pt x="1250" y="5741"/>
                    </a:lnTo>
                    <a:lnTo>
                      <a:pt x="972" y="6304"/>
                    </a:lnTo>
                    <a:lnTo>
                      <a:pt x="729" y="6879"/>
                    </a:lnTo>
                    <a:lnTo>
                      <a:pt x="521" y="7465"/>
                    </a:lnTo>
                    <a:lnTo>
                      <a:pt x="347" y="8059"/>
                    </a:lnTo>
                    <a:lnTo>
                      <a:pt x="208" y="8661"/>
                    </a:lnTo>
                    <a:lnTo>
                      <a:pt x="104" y="9268"/>
                    </a:lnTo>
                    <a:lnTo>
                      <a:pt x="35" y="9879"/>
                    </a:lnTo>
                    <a:lnTo>
                      <a:pt x="0" y="10493"/>
                    </a:lnTo>
                    <a:lnTo>
                      <a:pt x="0" y="11107"/>
                    </a:lnTo>
                    <a:lnTo>
                      <a:pt x="35" y="11721"/>
                    </a:lnTo>
                    <a:lnTo>
                      <a:pt x="104" y="12332"/>
                    </a:lnTo>
                    <a:lnTo>
                      <a:pt x="208" y="12939"/>
                    </a:lnTo>
                    <a:lnTo>
                      <a:pt x="347" y="13541"/>
                    </a:lnTo>
                    <a:lnTo>
                      <a:pt x="521" y="14135"/>
                    </a:lnTo>
                    <a:lnTo>
                      <a:pt x="729" y="14721"/>
                    </a:lnTo>
                    <a:lnTo>
                      <a:pt x="972" y="15296"/>
                    </a:lnTo>
                    <a:lnTo>
                      <a:pt x="1250" y="15859"/>
                    </a:lnTo>
                    <a:lnTo>
                      <a:pt x="1563" y="16409"/>
                    </a:lnTo>
                    <a:lnTo>
                      <a:pt x="1910" y="16943"/>
                    </a:lnTo>
                    <a:lnTo>
                      <a:pt x="2292" y="17461"/>
                    </a:lnTo>
                    <a:lnTo>
                      <a:pt x="2709" y="17960"/>
                    </a:lnTo>
                    <a:lnTo>
                      <a:pt x="3160" y="18440"/>
                    </a:lnTo>
                    <a:lnTo>
                      <a:pt x="3640" y="18891"/>
                    </a:lnTo>
                    <a:lnTo>
                      <a:pt x="4139" y="19308"/>
                    </a:lnTo>
                    <a:lnTo>
                      <a:pt x="4657" y="19690"/>
                    </a:lnTo>
                    <a:lnTo>
                      <a:pt x="5191" y="20037"/>
                    </a:lnTo>
                    <a:lnTo>
                      <a:pt x="5741" y="20350"/>
                    </a:lnTo>
                    <a:lnTo>
                      <a:pt x="6304" y="20628"/>
                    </a:lnTo>
                    <a:lnTo>
                      <a:pt x="6879" y="20871"/>
                    </a:lnTo>
                    <a:lnTo>
                      <a:pt x="7465" y="21079"/>
                    </a:lnTo>
                    <a:lnTo>
                      <a:pt x="8059" y="21253"/>
                    </a:lnTo>
                    <a:lnTo>
                      <a:pt x="8661" y="21392"/>
                    </a:lnTo>
                    <a:lnTo>
                      <a:pt x="9268" y="21496"/>
                    </a:lnTo>
                    <a:lnTo>
                      <a:pt x="9879" y="21565"/>
                    </a:lnTo>
                    <a:lnTo>
                      <a:pt x="10493" y="21600"/>
                    </a:lnTo>
                    <a:lnTo>
                      <a:pt x="11107" y="21600"/>
                    </a:lnTo>
                    <a:lnTo>
                      <a:pt x="11721" y="21565"/>
                    </a:lnTo>
                    <a:lnTo>
                      <a:pt x="12332" y="21496"/>
                    </a:lnTo>
                    <a:lnTo>
                      <a:pt x="12939" y="21392"/>
                    </a:lnTo>
                    <a:lnTo>
                      <a:pt x="13541" y="21253"/>
                    </a:lnTo>
                    <a:lnTo>
                      <a:pt x="14135" y="21079"/>
                    </a:lnTo>
                    <a:lnTo>
                      <a:pt x="14721" y="20871"/>
                    </a:lnTo>
                    <a:lnTo>
                      <a:pt x="15296" y="20628"/>
                    </a:lnTo>
                    <a:lnTo>
                      <a:pt x="15859" y="20350"/>
                    </a:lnTo>
                    <a:lnTo>
                      <a:pt x="16409" y="20037"/>
                    </a:lnTo>
                    <a:lnTo>
                      <a:pt x="16943" y="19690"/>
                    </a:lnTo>
                    <a:lnTo>
                      <a:pt x="17461" y="19308"/>
                    </a:lnTo>
                    <a:lnTo>
                      <a:pt x="17960" y="18891"/>
                    </a:lnTo>
                    <a:lnTo>
                      <a:pt x="18440" y="18440"/>
                    </a:lnTo>
                    <a:lnTo>
                      <a:pt x="18891" y="17960"/>
                    </a:lnTo>
                    <a:lnTo>
                      <a:pt x="19308" y="17461"/>
                    </a:lnTo>
                    <a:lnTo>
                      <a:pt x="19690" y="16943"/>
                    </a:lnTo>
                    <a:lnTo>
                      <a:pt x="20037" y="16409"/>
                    </a:lnTo>
                    <a:lnTo>
                      <a:pt x="20350" y="15859"/>
                    </a:lnTo>
                    <a:lnTo>
                      <a:pt x="20628" y="15296"/>
                    </a:lnTo>
                    <a:lnTo>
                      <a:pt x="20871" y="14721"/>
                    </a:lnTo>
                    <a:lnTo>
                      <a:pt x="21079" y="14135"/>
                    </a:lnTo>
                    <a:lnTo>
                      <a:pt x="21253" y="13541"/>
                    </a:lnTo>
                    <a:lnTo>
                      <a:pt x="21392" y="12939"/>
                    </a:lnTo>
                    <a:lnTo>
                      <a:pt x="21496" y="12332"/>
                    </a:lnTo>
                    <a:lnTo>
                      <a:pt x="21565" y="11721"/>
                    </a:lnTo>
                    <a:lnTo>
                      <a:pt x="21600" y="11107"/>
                    </a:lnTo>
                    <a:lnTo>
                      <a:pt x="21600" y="10493"/>
                    </a:lnTo>
                    <a:lnTo>
                      <a:pt x="21565" y="9879"/>
                    </a:lnTo>
                    <a:lnTo>
                      <a:pt x="21496" y="9268"/>
                    </a:lnTo>
                    <a:lnTo>
                      <a:pt x="21392" y="8661"/>
                    </a:lnTo>
                    <a:lnTo>
                      <a:pt x="21253" y="8059"/>
                    </a:lnTo>
                    <a:lnTo>
                      <a:pt x="21079" y="7465"/>
                    </a:lnTo>
                    <a:lnTo>
                      <a:pt x="20871" y="6879"/>
                    </a:lnTo>
                    <a:lnTo>
                      <a:pt x="20628" y="6304"/>
                    </a:lnTo>
                    <a:lnTo>
                      <a:pt x="20350" y="5741"/>
                    </a:lnTo>
                    <a:lnTo>
                      <a:pt x="20037" y="5191"/>
                    </a:lnTo>
                    <a:lnTo>
                      <a:pt x="19690" y="4657"/>
                    </a:lnTo>
                    <a:lnTo>
                      <a:pt x="19308" y="4139"/>
                    </a:lnTo>
                    <a:lnTo>
                      <a:pt x="18891" y="3640"/>
                    </a:lnTo>
                    <a:lnTo>
                      <a:pt x="18440" y="3160"/>
                    </a:lnTo>
                    <a:lnTo>
                      <a:pt x="17960" y="2709"/>
                    </a:lnTo>
                    <a:lnTo>
                      <a:pt x="17461" y="2292"/>
                    </a:lnTo>
                    <a:lnTo>
                      <a:pt x="16943" y="1910"/>
                    </a:lnTo>
                    <a:lnTo>
                      <a:pt x="16409" y="1563"/>
                    </a:lnTo>
                    <a:lnTo>
                      <a:pt x="15859" y="1250"/>
                    </a:lnTo>
                    <a:lnTo>
                      <a:pt x="15296" y="972"/>
                    </a:lnTo>
                    <a:lnTo>
                      <a:pt x="14721" y="729"/>
                    </a:lnTo>
                    <a:lnTo>
                      <a:pt x="14135" y="521"/>
                    </a:lnTo>
                    <a:lnTo>
                      <a:pt x="13541" y="347"/>
                    </a:lnTo>
                    <a:lnTo>
                      <a:pt x="12939" y="208"/>
                    </a:lnTo>
                    <a:lnTo>
                      <a:pt x="12332" y="104"/>
                    </a:lnTo>
                    <a:lnTo>
                      <a:pt x="11721" y="35"/>
                    </a:lnTo>
                    <a:lnTo>
                      <a:pt x="11107" y="0"/>
                    </a:lnTo>
                    <a:close/>
                  </a:path>
                </a:pathLst>
              </a:custGeom>
              <a:solidFill>
                <a:srgbClr val="D6D6D6"/>
              </a:solidFill>
              <a:ln w="12700" cap="flat">
                <a:noFill/>
                <a:miter lim="400000"/>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sp>
            <p:nvSpPr>
              <p:cNvPr id="23" name="object 16">
                <a:extLst>
                  <a:ext uri="{FF2B5EF4-FFF2-40B4-BE49-F238E27FC236}">
                    <a16:creationId xmlns:a16="http://schemas.microsoft.com/office/drawing/2014/main" id="{99CB1B02-DC13-D45F-9D64-83E929485CD9}"/>
                  </a:ext>
                </a:extLst>
              </p:cNvPr>
              <p:cNvSpPr/>
              <p:nvPr/>
            </p:nvSpPr>
            <p:spPr>
              <a:xfrm>
                <a:off x="1853067" y="101920"/>
                <a:ext cx="3121128" cy="3068526"/>
              </a:xfrm>
              <a:custGeom>
                <a:avLst/>
                <a:gdLst/>
                <a:ahLst/>
                <a:cxnLst>
                  <a:cxn ang="0">
                    <a:pos x="wd2" y="hd2"/>
                  </a:cxn>
                  <a:cxn ang="5400000">
                    <a:pos x="wd2" y="hd2"/>
                  </a:cxn>
                  <a:cxn ang="10800000">
                    <a:pos x="wd2" y="hd2"/>
                  </a:cxn>
                  <a:cxn ang="16200000">
                    <a:pos x="wd2" y="hd2"/>
                  </a:cxn>
                </a:cxnLst>
                <a:rect l="0" t="0" r="r" b="b"/>
                <a:pathLst>
                  <a:path w="21600" h="21600" extrusionOk="0">
                    <a:moveTo>
                      <a:pt x="18440" y="18440"/>
                    </a:moveTo>
                    <a:lnTo>
                      <a:pt x="18891" y="17960"/>
                    </a:lnTo>
                    <a:lnTo>
                      <a:pt x="19308" y="17461"/>
                    </a:lnTo>
                    <a:lnTo>
                      <a:pt x="19690" y="16943"/>
                    </a:lnTo>
                    <a:lnTo>
                      <a:pt x="20037" y="16409"/>
                    </a:lnTo>
                    <a:lnTo>
                      <a:pt x="20350" y="15859"/>
                    </a:lnTo>
                    <a:lnTo>
                      <a:pt x="20628" y="15296"/>
                    </a:lnTo>
                    <a:lnTo>
                      <a:pt x="20871" y="14721"/>
                    </a:lnTo>
                    <a:lnTo>
                      <a:pt x="21079" y="14135"/>
                    </a:lnTo>
                    <a:lnTo>
                      <a:pt x="21253" y="13541"/>
                    </a:lnTo>
                    <a:lnTo>
                      <a:pt x="21392" y="12939"/>
                    </a:lnTo>
                    <a:lnTo>
                      <a:pt x="21496" y="12332"/>
                    </a:lnTo>
                    <a:lnTo>
                      <a:pt x="21565" y="11721"/>
                    </a:lnTo>
                    <a:lnTo>
                      <a:pt x="21600" y="11107"/>
                    </a:lnTo>
                    <a:lnTo>
                      <a:pt x="21600" y="10493"/>
                    </a:lnTo>
                    <a:lnTo>
                      <a:pt x="21565" y="9879"/>
                    </a:lnTo>
                    <a:lnTo>
                      <a:pt x="21496" y="9268"/>
                    </a:lnTo>
                    <a:lnTo>
                      <a:pt x="21392" y="8661"/>
                    </a:lnTo>
                    <a:lnTo>
                      <a:pt x="21253" y="8059"/>
                    </a:lnTo>
                    <a:lnTo>
                      <a:pt x="21079" y="7465"/>
                    </a:lnTo>
                    <a:lnTo>
                      <a:pt x="20871" y="6879"/>
                    </a:lnTo>
                    <a:lnTo>
                      <a:pt x="20628" y="6304"/>
                    </a:lnTo>
                    <a:lnTo>
                      <a:pt x="20350" y="5741"/>
                    </a:lnTo>
                    <a:lnTo>
                      <a:pt x="20037" y="5191"/>
                    </a:lnTo>
                    <a:lnTo>
                      <a:pt x="19690" y="4657"/>
                    </a:lnTo>
                    <a:lnTo>
                      <a:pt x="19308" y="4139"/>
                    </a:lnTo>
                    <a:lnTo>
                      <a:pt x="18891" y="3640"/>
                    </a:lnTo>
                    <a:lnTo>
                      <a:pt x="18440" y="3160"/>
                    </a:lnTo>
                    <a:lnTo>
                      <a:pt x="17960" y="2709"/>
                    </a:lnTo>
                    <a:lnTo>
                      <a:pt x="17461" y="2292"/>
                    </a:lnTo>
                    <a:lnTo>
                      <a:pt x="16943" y="1910"/>
                    </a:lnTo>
                    <a:lnTo>
                      <a:pt x="16409" y="1563"/>
                    </a:lnTo>
                    <a:lnTo>
                      <a:pt x="15859" y="1250"/>
                    </a:lnTo>
                    <a:lnTo>
                      <a:pt x="15296" y="972"/>
                    </a:lnTo>
                    <a:lnTo>
                      <a:pt x="14721" y="729"/>
                    </a:lnTo>
                    <a:lnTo>
                      <a:pt x="14135" y="521"/>
                    </a:lnTo>
                    <a:lnTo>
                      <a:pt x="13541" y="347"/>
                    </a:lnTo>
                    <a:lnTo>
                      <a:pt x="12939" y="208"/>
                    </a:lnTo>
                    <a:lnTo>
                      <a:pt x="12332" y="104"/>
                    </a:lnTo>
                    <a:lnTo>
                      <a:pt x="11721" y="35"/>
                    </a:lnTo>
                    <a:lnTo>
                      <a:pt x="11107" y="0"/>
                    </a:lnTo>
                    <a:lnTo>
                      <a:pt x="10493" y="0"/>
                    </a:lnTo>
                    <a:lnTo>
                      <a:pt x="9879" y="35"/>
                    </a:lnTo>
                    <a:lnTo>
                      <a:pt x="9268" y="104"/>
                    </a:lnTo>
                    <a:lnTo>
                      <a:pt x="8661" y="208"/>
                    </a:lnTo>
                    <a:lnTo>
                      <a:pt x="8059" y="347"/>
                    </a:lnTo>
                    <a:lnTo>
                      <a:pt x="7465" y="521"/>
                    </a:lnTo>
                    <a:lnTo>
                      <a:pt x="6879" y="729"/>
                    </a:lnTo>
                    <a:lnTo>
                      <a:pt x="6304" y="972"/>
                    </a:lnTo>
                    <a:lnTo>
                      <a:pt x="5741" y="1250"/>
                    </a:lnTo>
                    <a:lnTo>
                      <a:pt x="5191" y="1563"/>
                    </a:lnTo>
                    <a:lnTo>
                      <a:pt x="4657" y="1910"/>
                    </a:lnTo>
                    <a:lnTo>
                      <a:pt x="4139" y="2292"/>
                    </a:lnTo>
                    <a:lnTo>
                      <a:pt x="3640" y="2709"/>
                    </a:lnTo>
                    <a:lnTo>
                      <a:pt x="3160" y="3160"/>
                    </a:lnTo>
                    <a:lnTo>
                      <a:pt x="2709" y="3640"/>
                    </a:lnTo>
                    <a:lnTo>
                      <a:pt x="2292" y="4139"/>
                    </a:lnTo>
                    <a:lnTo>
                      <a:pt x="1910" y="4657"/>
                    </a:lnTo>
                    <a:lnTo>
                      <a:pt x="1563" y="5191"/>
                    </a:lnTo>
                    <a:lnTo>
                      <a:pt x="1250" y="5741"/>
                    </a:lnTo>
                    <a:lnTo>
                      <a:pt x="972" y="6304"/>
                    </a:lnTo>
                    <a:lnTo>
                      <a:pt x="729" y="6879"/>
                    </a:lnTo>
                    <a:lnTo>
                      <a:pt x="521" y="7465"/>
                    </a:lnTo>
                    <a:lnTo>
                      <a:pt x="347" y="8059"/>
                    </a:lnTo>
                    <a:lnTo>
                      <a:pt x="208" y="8661"/>
                    </a:lnTo>
                    <a:lnTo>
                      <a:pt x="104" y="9268"/>
                    </a:lnTo>
                    <a:lnTo>
                      <a:pt x="35" y="9879"/>
                    </a:lnTo>
                    <a:lnTo>
                      <a:pt x="0" y="10493"/>
                    </a:lnTo>
                    <a:lnTo>
                      <a:pt x="0" y="11107"/>
                    </a:lnTo>
                    <a:lnTo>
                      <a:pt x="35" y="11721"/>
                    </a:lnTo>
                    <a:lnTo>
                      <a:pt x="104" y="12332"/>
                    </a:lnTo>
                    <a:lnTo>
                      <a:pt x="208" y="12939"/>
                    </a:lnTo>
                    <a:lnTo>
                      <a:pt x="347" y="13541"/>
                    </a:lnTo>
                    <a:lnTo>
                      <a:pt x="521" y="14135"/>
                    </a:lnTo>
                    <a:lnTo>
                      <a:pt x="729" y="14721"/>
                    </a:lnTo>
                    <a:lnTo>
                      <a:pt x="972" y="15296"/>
                    </a:lnTo>
                    <a:lnTo>
                      <a:pt x="1250" y="15859"/>
                    </a:lnTo>
                    <a:lnTo>
                      <a:pt x="1563" y="16409"/>
                    </a:lnTo>
                    <a:lnTo>
                      <a:pt x="1910" y="16943"/>
                    </a:lnTo>
                    <a:lnTo>
                      <a:pt x="2292" y="17461"/>
                    </a:lnTo>
                    <a:lnTo>
                      <a:pt x="2709" y="17960"/>
                    </a:lnTo>
                    <a:lnTo>
                      <a:pt x="3160" y="18440"/>
                    </a:lnTo>
                    <a:lnTo>
                      <a:pt x="3640" y="18891"/>
                    </a:lnTo>
                    <a:lnTo>
                      <a:pt x="4139" y="19308"/>
                    </a:lnTo>
                    <a:lnTo>
                      <a:pt x="4657" y="19690"/>
                    </a:lnTo>
                    <a:lnTo>
                      <a:pt x="5191" y="20037"/>
                    </a:lnTo>
                    <a:lnTo>
                      <a:pt x="5741" y="20350"/>
                    </a:lnTo>
                    <a:lnTo>
                      <a:pt x="6304" y="20628"/>
                    </a:lnTo>
                    <a:lnTo>
                      <a:pt x="6879" y="20871"/>
                    </a:lnTo>
                    <a:lnTo>
                      <a:pt x="7465" y="21079"/>
                    </a:lnTo>
                    <a:lnTo>
                      <a:pt x="8059" y="21253"/>
                    </a:lnTo>
                    <a:lnTo>
                      <a:pt x="8661" y="21392"/>
                    </a:lnTo>
                    <a:lnTo>
                      <a:pt x="9268" y="21496"/>
                    </a:lnTo>
                    <a:lnTo>
                      <a:pt x="9879" y="21565"/>
                    </a:lnTo>
                    <a:lnTo>
                      <a:pt x="10493" y="21600"/>
                    </a:lnTo>
                    <a:lnTo>
                      <a:pt x="11107" y="21600"/>
                    </a:lnTo>
                    <a:lnTo>
                      <a:pt x="11721" y="21565"/>
                    </a:lnTo>
                    <a:lnTo>
                      <a:pt x="12332" y="21496"/>
                    </a:lnTo>
                    <a:lnTo>
                      <a:pt x="12939" y="21392"/>
                    </a:lnTo>
                    <a:lnTo>
                      <a:pt x="13541" y="21253"/>
                    </a:lnTo>
                    <a:lnTo>
                      <a:pt x="14135" y="21079"/>
                    </a:lnTo>
                    <a:lnTo>
                      <a:pt x="14721" y="20871"/>
                    </a:lnTo>
                    <a:lnTo>
                      <a:pt x="15296" y="20628"/>
                    </a:lnTo>
                    <a:lnTo>
                      <a:pt x="15859" y="20350"/>
                    </a:lnTo>
                    <a:lnTo>
                      <a:pt x="16409" y="20037"/>
                    </a:lnTo>
                    <a:lnTo>
                      <a:pt x="16943" y="19690"/>
                    </a:lnTo>
                    <a:lnTo>
                      <a:pt x="17461" y="19308"/>
                    </a:lnTo>
                    <a:lnTo>
                      <a:pt x="17960" y="18891"/>
                    </a:lnTo>
                    <a:lnTo>
                      <a:pt x="18440" y="18440"/>
                    </a:lnTo>
                  </a:path>
                </a:pathLst>
              </a:custGeom>
              <a:noFill/>
              <a:ln w="25400" cap="flat">
                <a:solidFill>
                  <a:srgbClr val="9A9A9A"/>
                </a:solidFill>
                <a:prstDash val="solid"/>
                <a:round/>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sp>
            <p:nvSpPr>
              <p:cNvPr id="24" name="object 17">
                <a:extLst>
                  <a:ext uri="{FF2B5EF4-FFF2-40B4-BE49-F238E27FC236}">
                    <a16:creationId xmlns:a16="http://schemas.microsoft.com/office/drawing/2014/main" id="{B6A5C8C5-6DE4-902D-6952-DFF71D4F44ED}"/>
                  </a:ext>
                </a:extLst>
              </p:cNvPr>
              <p:cNvSpPr/>
              <p:nvPr/>
            </p:nvSpPr>
            <p:spPr>
              <a:xfrm>
                <a:off x="159820" y="101920"/>
                <a:ext cx="3121127" cy="3068526"/>
              </a:xfrm>
              <a:custGeom>
                <a:avLst/>
                <a:gdLst/>
                <a:ahLst/>
                <a:cxnLst>
                  <a:cxn ang="0">
                    <a:pos x="wd2" y="hd2"/>
                  </a:cxn>
                  <a:cxn ang="5400000">
                    <a:pos x="wd2" y="hd2"/>
                  </a:cxn>
                  <a:cxn ang="10800000">
                    <a:pos x="wd2" y="hd2"/>
                  </a:cxn>
                  <a:cxn ang="16200000">
                    <a:pos x="wd2" y="hd2"/>
                  </a:cxn>
                </a:cxnLst>
                <a:rect l="0" t="0" r="r" b="b"/>
                <a:pathLst>
                  <a:path w="21600" h="21600" extrusionOk="0">
                    <a:moveTo>
                      <a:pt x="11107" y="0"/>
                    </a:moveTo>
                    <a:lnTo>
                      <a:pt x="10493" y="0"/>
                    </a:lnTo>
                    <a:lnTo>
                      <a:pt x="9879" y="35"/>
                    </a:lnTo>
                    <a:lnTo>
                      <a:pt x="9268" y="104"/>
                    </a:lnTo>
                    <a:lnTo>
                      <a:pt x="8661" y="208"/>
                    </a:lnTo>
                    <a:lnTo>
                      <a:pt x="8059" y="347"/>
                    </a:lnTo>
                    <a:lnTo>
                      <a:pt x="7465" y="521"/>
                    </a:lnTo>
                    <a:lnTo>
                      <a:pt x="6879" y="729"/>
                    </a:lnTo>
                    <a:lnTo>
                      <a:pt x="6304" y="972"/>
                    </a:lnTo>
                    <a:lnTo>
                      <a:pt x="5741" y="1250"/>
                    </a:lnTo>
                    <a:lnTo>
                      <a:pt x="5191" y="1563"/>
                    </a:lnTo>
                    <a:lnTo>
                      <a:pt x="4657" y="1910"/>
                    </a:lnTo>
                    <a:lnTo>
                      <a:pt x="4139" y="2292"/>
                    </a:lnTo>
                    <a:lnTo>
                      <a:pt x="3640" y="2709"/>
                    </a:lnTo>
                    <a:lnTo>
                      <a:pt x="3160" y="3160"/>
                    </a:lnTo>
                    <a:lnTo>
                      <a:pt x="2709" y="3640"/>
                    </a:lnTo>
                    <a:lnTo>
                      <a:pt x="2292" y="4139"/>
                    </a:lnTo>
                    <a:lnTo>
                      <a:pt x="1910" y="4657"/>
                    </a:lnTo>
                    <a:lnTo>
                      <a:pt x="1563" y="5191"/>
                    </a:lnTo>
                    <a:lnTo>
                      <a:pt x="1250" y="5741"/>
                    </a:lnTo>
                    <a:lnTo>
                      <a:pt x="972" y="6304"/>
                    </a:lnTo>
                    <a:lnTo>
                      <a:pt x="729" y="6879"/>
                    </a:lnTo>
                    <a:lnTo>
                      <a:pt x="521" y="7465"/>
                    </a:lnTo>
                    <a:lnTo>
                      <a:pt x="347" y="8059"/>
                    </a:lnTo>
                    <a:lnTo>
                      <a:pt x="208" y="8661"/>
                    </a:lnTo>
                    <a:lnTo>
                      <a:pt x="104" y="9268"/>
                    </a:lnTo>
                    <a:lnTo>
                      <a:pt x="35" y="9879"/>
                    </a:lnTo>
                    <a:lnTo>
                      <a:pt x="0" y="10493"/>
                    </a:lnTo>
                    <a:lnTo>
                      <a:pt x="0" y="11107"/>
                    </a:lnTo>
                    <a:lnTo>
                      <a:pt x="35" y="11721"/>
                    </a:lnTo>
                    <a:lnTo>
                      <a:pt x="104" y="12332"/>
                    </a:lnTo>
                    <a:lnTo>
                      <a:pt x="208" y="12939"/>
                    </a:lnTo>
                    <a:lnTo>
                      <a:pt x="347" y="13541"/>
                    </a:lnTo>
                    <a:lnTo>
                      <a:pt x="521" y="14135"/>
                    </a:lnTo>
                    <a:lnTo>
                      <a:pt x="729" y="14721"/>
                    </a:lnTo>
                    <a:lnTo>
                      <a:pt x="972" y="15296"/>
                    </a:lnTo>
                    <a:lnTo>
                      <a:pt x="1250" y="15859"/>
                    </a:lnTo>
                    <a:lnTo>
                      <a:pt x="1563" y="16409"/>
                    </a:lnTo>
                    <a:lnTo>
                      <a:pt x="1910" y="16943"/>
                    </a:lnTo>
                    <a:lnTo>
                      <a:pt x="2292" y="17461"/>
                    </a:lnTo>
                    <a:lnTo>
                      <a:pt x="2709" y="17960"/>
                    </a:lnTo>
                    <a:lnTo>
                      <a:pt x="3160" y="18440"/>
                    </a:lnTo>
                    <a:lnTo>
                      <a:pt x="3640" y="18891"/>
                    </a:lnTo>
                    <a:lnTo>
                      <a:pt x="4139" y="19308"/>
                    </a:lnTo>
                    <a:lnTo>
                      <a:pt x="4657" y="19690"/>
                    </a:lnTo>
                    <a:lnTo>
                      <a:pt x="5191" y="20037"/>
                    </a:lnTo>
                    <a:lnTo>
                      <a:pt x="5741" y="20350"/>
                    </a:lnTo>
                    <a:lnTo>
                      <a:pt x="6304" y="20628"/>
                    </a:lnTo>
                    <a:lnTo>
                      <a:pt x="6879" y="20871"/>
                    </a:lnTo>
                    <a:lnTo>
                      <a:pt x="7465" y="21079"/>
                    </a:lnTo>
                    <a:lnTo>
                      <a:pt x="8059" y="21253"/>
                    </a:lnTo>
                    <a:lnTo>
                      <a:pt x="8661" y="21392"/>
                    </a:lnTo>
                    <a:lnTo>
                      <a:pt x="9268" y="21496"/>
                    </a:lnTo>
                    <a:lnTo>
                      <a:pt x="9879" y="21565"/>
                    </a:lnTo>
                    <a:lnTo>
                      <a:pt x="10493" y="21600"/>
                    </a:lnTo>
                    <a:lnTo>
                      <a:pt x="11107" y="21600"/>
                    </a:lnTo>
                    <a:lnTo>
                      <a:pt x="11721" y="21565"/>
                    </a:lnTo>
                    <a:lnTo>
                      <a:pt x="12332" y="21496"/>
                    </a:lnTo>
                    <a:lnTo>
                      <a:pt x="12939" y="21392"/>
                    </a:lnTo>
                    <a:lnTo>
                      <a:pt x="13541" y="21253"/>
                    </a:lnTo>
                    <a:lnTo>
                      <a:pt x="14135" y="21079"/>
                    </a:lnTo>
                    <a:lnTo>
                      <a:pt x="14721" y="20871"/>
                    </a:lnTo>
                    <a:lnTo>
                      <a:pt x="15296" y="20628"/>
                    </a:lnTo>
                    <a:lnTo>
                      <a:pt x="15859" y="20350"/>
                    </a:lnTo>
                    <a:lnTo>
                      <a:pt x="16409" y="20037"/>
                    </a:lnTo>
                    <a:lnTo>
                      <a:pt x="16943" y="19690"/>
                    </a:lnTo>
                    <a:lnTo>
                      <a:pt x="17461" y="19308"/>
                    </a:lnTo>
                    <a:lnTo>
                      <a:pt x="17960" y="18891"/>
                    </a:lnTo>
                    <a:lnTo>
                      <a:pt x="18440" y="18440"/>
                    </a:lnTo>
                    <a:lnTo>
                      <a:pt x="18891" y="17960"/>
                    </a:lnTo>
                    <a:lnTo>
                      <a:pt x="19308" y="17461"/>
                    </a:lnTo>
                    <a:lnTo>
                      <a:pt x="19690" y="16943"/>
                    </a:lnTo>
                    <a:lnTo>
                      <a:pt x="20037" y="16409"/>
                    </a:lnTo>
                    <a:lnTo>
                      <a:pt x="20350" y="15859"/>
                    </a:lnTo>
                    <a:lnTo>
                      <a:pt x="20628" y="15296"/>
                    </a:lnTo>
                    <a:lnTo>
                      <a:pt x="20871" y="14721"/>
                    </a:lnTo>
                    <a:lnTo>
                      <a:pt x="21079" y="14135"/>
                    </a:lnTo>
                    <a:lnTo>
                      <a:pt x="21253" y="13541"/>
                    </a:lnTo>
                    <a:lnTo>
                      <a:pt x="21392" y="12939"/>
                    </a:lnTo>
                    <a:lnTo>
                      <a:pt x="21496" y="12332"/>
                    </a:lnTo>
                    <a:lnTo>
                      <a:pt x="21565" y="11721"/>
                    </a:lnTo>
                    <a:lnTo>
                      <a:pt x="21600" y="11107"/>
                    </a:lnTo>
                    <a:lnTo>
                      <a:pt x="21600" y="10493"/>
                    </a:lnTo>
                    <a:lnTo>
                      <a:pt x="21565" y="9879"/>
                    </a:lnTo>
                    <a:lnTo>
                      <a:pt x="21496" y="9268"/>
                    </a:lnTo>
                    <a:lnTo>
                      <a:pt x="21392" y="8661"/>
                    </a:lnTo>
                    <a:lnTo>
                      <a:pt x="21253" y="8059"/>
                    </a:lnTo>
                    <a:lnTo>
                      <a:pt x="21079" y="7465"/>
                    </a:lnTo>
                    <a:lnTo>
                      <a:pt x="20871" y="6879"/>
                    </a:lnTo>
                    <a:lnTo>
                      <a:pt x="20628" y="6304"/>
                    </a:lnTo>
                    <a:lnTo>
                      <a:pt x="20350" y="5741"/>
                    </a:lnTo>
                    <a:lnTo>
                      <a:pt x="20037" y="5191"/>
                    </a:lnTo>
                    <a:lnTo>
                      <a:pt x="19690" y="4657"/>
                    </a:lnTo>
                    <a:lnTo>
                      <a:pt x="19308" y="4139"/>
                    </a:lnTo>
                    <a:lnTo>
                      <a:pt x="18891" y="3640"/>
                    </a:lnTo>
                    <a:lnTo>
                      <a:pt x="18440" y="3160"/>
                    </a:lnTo>
                    <a:lnTo>
                      <a:pt x="17960" y="2709"/>
                    </a:lnTo>
                    <a:lnTo>
                      <a:pt x="17461" y="2292"/>
                    </a:lnTo>
                    <a:lnTo>
                      <a:pt x="16943" y="1910"/>
                    </a:lnTo>
                    <a:lnTo>
                      <a:pt x="16409" y="1563"/>
                    </a:lnTo>
                    <a:lnTo>
                      <a:pt x="15859" y="1250"/>
                    </a:lnTo>
                    <a:lnTo>
                      <a:pt x="15296" y="972"/>
                    </a:lnTo>
                    <a:lnTo>
                      <a:pt x="14721" y="729"/>
                    </a:lnTo>
                    <a:lnTo>
                      <a:pt x="14135" y="521"/>
                    </a:lnTo>
                    <a:lnTo>
                      <a:pt x="13541" y="347"/>
                    </a:lnTo>
                    <a:lnTo>
                      <a:pt x="12939" y="208"/>
                    </a:lnTo>
                    <a:lnTo>
                      <a:pt x="12332" y="104"/>
                    </a:lnTo>
                    <a:lnTo>
                      <a:pt x="11721" y="35"/>
                    </a:lnTo>
                    <a:lnTo>
                      <a:pt x="11107" y="0"/>
                    </a:lnTo>
                    <a:close/>
                  </a:path>
                </a:pathLst>
              </a:custGeom>
              <a:solidFill>
                <a:srgbClr val="D6D6D6"/>
              </a:solidFill>
              <a:ln w="12700" cap="flat">
                <a:noFill/>
                <a:miter lim="400000"/>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grpSp>
            <p:nvGrpSpPr>
              <p:cNvPr id="25" name="object 18">
                <a:extLst>
                  <a:ext uri="{FF2B5EF4-FFF2-40B4-BE49-F238E27FC236}">
                    <a16:creationId xmlns:a16="http://schemas.microsoft.com/office/drawing/2014/main" id="{A88B6FAC-9D18-9E39-0FDD-BB533D777C15}"/>
                  </a:ext>
                </a:extLst>
              </p:cNvPr>
              <p:cNvGrpSpPr/>
              <p:nvPr/>
            </p:nvGrpSpPr>
            <p:grpSpPr>
              <a:xfrm>
                <a:off x="159820" y="101920"/>
                <a:ext cx="4814375" cy="4501274"/>
                <a:chOff x="0" y="0"/>
                <a:chExt cx="4814374" cy="4501272"/>
              </a:xfrm>
            </p:grpSpPr>
            <p:sp>
              <p:nvSpPr>
                <p:cNvPr id="26" name="Shape">
                  <a:extLst>
                    <a:ext uri="{FF2B5EF4-FFF2-40B4-BE49-F238E27FC236}">
                      <a16:creationId xmlns:a16="http://schemas.microsoft.com/office/drawing/2014/main" id="{FC76DF6F-36C5-91B7-120B-C42094151290}"/>
                    </a:ext>
                  </a:extLst>
                </p:cNvPr>
                <p:cNvSpPr/>
                <p:nvPr/>
              </p:nvSpPr>
              <p:spPr>
                <a:xfrm>
                  <a:off x="0" y="0"/>
                  <a:ext cx="3121127" cy="3068525"/>
                </a:xfrm>
                <a:custGeom>
                  <a:avLst/>
                  <a:gdLst/>
                  <a:ahLst/>
                  <a:cxnLst>
                    <a:cxn ang="0">
                      <a:pos x="wd2" y="hd2"/>
                    </a:cxn>
                    <a:cxn ang="5400000">
                      <a:pos x="wd2" y="hd2"/>
                    </a:cxn>
                    <a:cxn ang="10800000">
                      <a:pos x="wd2" y="hd2"/>
                    </a:cxn>
                    <a:cxn ang="16200000">
                      <a:pos x="wd2" y="hd2"/>
                    </a:cxn>
                  </a:cxnLst>
                  <a:rect l="0" t="0" r="r" b="b"/>
                  <a:pathLst>
                    <a:path w="21600" h="21600" extrusionOk="0">
                      <a:moveTo>
                        <a:pt x="18440" y="18440"/>
                      </a:moveTo>
                      <a:lnTo>
                        <a:pt x="18891" y="17960"/>
                      </a:lnTo>
                      <a:lnTo>
                        <a:pt x="19308" y="17461"/>
                      </a:lnTo>
                      <a:lnTo>
                        <a:pt x="19690" y="16943"/>
                      </a:lnTo>
                      <a:lnTo>
                        <a:pt x="20037" y="16409"/>
                      </a:lnTo>
                      <a:lnTo>
                        <a:pt x="20350" y="15859"/>
                      </a:lnTo>
                      <a:lnTo>
                        <a:pt x="20628" y="15296"/>
                      </a:lnTo>
                      <a:lnTo>
                        <a:pt x="20871" y="14721"/>
                      </a:lnTo>
                      <a:lnTo>
                        <a:pt x="21079" y="14135"/>
                      </a:lnTo>
                      <a:lnTo>
                        <a:pt x="21253" y="13541"/>
                      </a:lnTo>
                      <a:lnTo>
                        <a:pt x="21392" y="12939"/>
                      </a:lnTo>
                      <a:lnTo>
                        <a:pt x="21496" y="12332"/>
                      </a:lnTo>
                      <a:lnTo>
                        <a:pt x="21565" y="11721"/>
                      </a:lnTo>
                      <a:lnTo>
                        <a:pt x="21600" y="11107"/>
                      </a:lnTo>
                      <a:lnTo>
                        <a:pt x="21600" y="10493"/>
                      </a:lnTo>
                      <a:lnTo>
                        <a:pt x="21565" y="9879"/>
                      </a:lnTo>
                      <a:lnTo>
                        <a:pt x="21496" y="9268"/>
                      </a:lnTo>
                      <a:lnTo>
                        <a:pt x="21392" y="8661"/>
                      </a:lnTo>
                      <a:lnTo>
                        <a:pt x="21253" y="8059"/>
                      </a:lnTo>
                      <a:lnTo>
                        <a:pt x="21079" y="7465"/>
                      </a:lnTo>
                      <a:lnTo>
                        <a:pt x="20871" y="6879"/>
                      </a:lnTo>
                      <a:lnTo>
                        <a:pt x="20628" y="6304"/>
                      </a:lnTo>
                      <a:lnTo>
                        <a:pt x="20350" y="5741"/>
                      </a:lnTo>
                      <a:lnTo>
                        <a:pt x="20037" y="5191"/>
                      </a:lnTo>
                      <a:lnTo>
                        <a:pt x="19690" y="4657"/>
                      </a:lnTo>
                      <a:lnTo>
                        <a:pt x="19308" y="4139"/>
                      </a:lnTo>
                      <a:lnTo>
                        <a:pt x="18891" y="3640"/>
                      </a:lnTo>
                      <a:lnTo>
                        <a:pt x="18440" y="3160"/>
                      </a:lnTo>
                      <a:lnTo>
                        <a:pt x="17960" y="2709"/>
                      </a:lnTo>
                      <a:lnTo>
                        <a:pt x="17461" y="2292"/>
                      </a:lnTo>
                      <a:lnTo>
                        <a:pt x="16943" y="1910"/>
                      </a:lnTo>
                      <a:lnTo>
                        <a:pt x="16409" y="1563"/>
                      </a:lnTo>
                      <a:lnTo>
                        <a:pt x="15859" y="1250"/>
                      </a:lnTo>
                      <a:lnTo>
                        <a:pt x="15296" y="972"/>
                      </a:lnTo>
                      <a:lnTo>
                        <a:pt x="14721" y="729"/>
                      </a:lnTo>
                      <a:lnTo>
                        <a:pt x="14135" y="521"/>
                      </a:lnTo>
                      <a:lnTo>
                        <a:pt x="13541" y="347"/>
                      </a:lnTo>
                      <a:lnTo>
                        <a:pt x="12939" y="208"/>
                      </a:lnTo>
                      <a:lnTo>
                        <a:pt x="12332" y="104"/>
                      </a:lnTo>
                      <a:lnTo>
                        <a:pt x="11721" y="35"/>
                      </a:lnTo>
                      <a:lnTo>
                        <a:pt x="11107" y="0"/>
                      </a:lnTo>
                      <a:lnTo>
                        <a:pt x="10493" y="0"/>
                      </a:lnTo>
                      <a:lnTo>
                        <a:pt x="9879" y="35"/>
                      </a:lnTo>
                      <a:lnTo>
                        <a:pt x="9268" y="104"/>
                      </a:lnTo>
                      <a:lnTo>
                        <a:pt x="8661" y="208"/>
                      </a:lnTo>
                      <a:lnTo>
                        <a:pt x="8059" y="347"/>
                      </a:lnTo>
                      <a:lnTo>
                        <a:pt x="7465" y="521"/>
                      </a:lnTo>
                      <a:lnTo>
                        <a:pt x="6879" y="729"/>
                      </a:lnTo>
                      <a:lnTo>
                        <a:pt x="6304" y="972"/>
                      </a:lnTo>
                      <a:lnTo>
                        <a:pt x="5741" y="1250"/>
                      </a:lnTo>
                      <a:lnTo>
                        <a:pt x="5191" y="1563"/>
                      </a:lnTo>
                      <a:lnTo>
                        <a:pt x="4657" y="1910"/>
                      </a:lnTo>
                      <a:lnTo>
                        <a:pt x="4139" y="2292"/>
                      </a:lnTo>
                      <a:lnTo>
                        <a:pt x="3640" y="2709"/>
                      </a:lnTo>
                      <a:lnTo>
                        <a:pt x="3160" y="3160"/>
                      </a:lnTo>
                      <a:lnTo>
                        <a:pt x="2709" y="3640"/>
                      </a:lnTo>
                      <a:lnTo>
                        <a:pt x="2292" y="4139"/>
                      </a:lnTo>
                      <a:lnTo>
                        <a:pt x="1910" y="4657"/>
                      </a:lnTo>
                      <a:lnTo>
                        <a:pt x="1563" y="5191"/>
                      </a:lnTo>
                      <a:lnTo>
                        <a:pt x="1250" y="5741"/>
                      </a:lnTo>
                      <a:lnTo>
                        <a:pt x="972" y="6304"/>
                      </a:lnTo>
                      <a:lnTo>
                        <a:pt x="729" y="6879"/>
                      </a:lnTo>
                      <a:lnTo>
                        <a:pt x="521" y="7465"/>
                      </a:lnTo>
                      <a:lnTo>
                        <a:pt x="347" y="8059"/>
                      </a:lnTo>
                      <a:lnTo>
                        <a:pt x="208" y="8661"/>
                      </a:lnTo>
                      <a:lnTo>
                        <a:pt x="104" y="9268"/>
                      </a:lnTo>
                      <a:lnTo>
                        <a:pt x="35" y="9879"/>
                      </a:lnTo>
                      <a:lnTo>
                        <a:pt x="0" y="10493"/>
                      </a:lnTo>
                      <a:lnTo>
                        <a:pt x="0" y="11107"/>
                      </a:lnTo>
                      <a:lnTo>
                        <a:pt x="35" y="11721"/>
                      </a:lnTo>
                      <a:lnTo>
                        <a:pt x="104" y="12332"/>
                      </a:lnTo>
                      <a:lnTo>
                        <a:pt x="208" y="12939"/>
                      </a:lnTo>
                      <a:lnTo>
                        <a:pt x="347" y="13541"/>
                      </a:lnTo>
                      <a:lnTo>
                        <a:pt x="521" y="14135"/>
                      </a:lnTo>
                      <a:lnTo>
                        <a:pt x="729" y="14721"/>
                      </a:lnTo>
                      <a:lnTo>
                        <a:pt x="972" y="15296"/>
                      </a:lnTo>
                      <a:lnTo>
                        <a:pt x="1250" y="15859"/>
                      </a:lnTo>
                      <a:lnTo>
                        <a:pt x="1563" y="16409"/>
                      </a:lnTo>
                      <a:lnTo>
                        <a:pt x="1910" y="16943"/>
                      </a:lnTo>
                      <a:lnTo>
                        <a:pt x="2292" y="17461"/>
                      </a:lnTo>
                      <a:lnTo>
                        <a:pt x="2709" y="17960"/>
                      </a:lnTo>
                      <a:lnTo>
                        <a:pt x="3160" y="18440"/>
                      </a:lnTo>
                      <a:lnTo>
                        <a:pt x="3640" y="18891"/>
                      </a:lnTo>
                      <a:lnTo>
                        <a:pt x="4139" y="19308"/>
                      </a:lnTo>
                      <a:lnTo>
                        <a:pt x="4657" y="19690"/>
                      </a:lnTo>
                      <a:lnTo>
                        <a:pt x="5191" y="20037"/>
                      </a:lnTo>
                      <a:lnTo>
                        <a:pt x="5741" y="20350"/>
                      </a:lnTo>
                      <a:lnTo>
                        <a:pt x="6304" y="20628"/>
                      </a:lnTo>
                      <a:lnTo>
                        <a:pt x="6879" y="20871"/>
                      </a:lnTo>
                      <a:lnTo>
                        <a:pt x="7465" y="21079"/>
                      </a:lnTo>
                      <a:lnTo>
                        <a:pt x="8059" y="21253"/>
                      </a:lnTo>
                      <a:lnTo>
                        <a:pt x="8661" y="21392"/>
                      </a:lnTo>
                      <a:lnTo>
                        <a:pt x="9268" y="21496"/>
                      </a:lnTo>
                      <a:lnTo>
                        <a:pt x="9879" y="21565"/>
                      </a:lnTo>
                      <a:lnTo>
                        <a:pt x="10493" y="21600"/>
                      </a:lnTo>
                      <a:lnTo>
                        <a:pt x="11107" y="21600"/>
                      </a:lnTo>
                      <a:lnTo>
                        <a:pt x="11721" y="21565"/>
                      </a:lnTo>
                      <a:lnTo>
                        <a:pt x="12332" y="21496"/>
                      </a:lnTo>
                      <a:lnTo>
                        <a:pt x="12939" y="21392"/>
                      </a:lnTo>
                      <a:lnTo>
                        <a:pt x="13541" y="21253"/>
                      </a:lnTo>
                      <a:lnTo>
                        <a:pt x="14135" y="21079"/>
                      </a:lnTo>
                      <a:lnTo>
                        <a:pt x="14721" y="20871"/>
                      </a:lnTo>
                      <a:lnTo>
                        <a:pt x="15296" y="20628"/>
                      </a:lnTo>
                      <a:lnTo>
                        <a:pt x="15859" y="20350"/>
                      </a:lnTo>
                      <a:lnTo>
                        <a:pt x="16409" y="20037"/>
                      </a:lnTo>
                      <a:lnTo>
                        <a:pt x="16943" y="19690"/>
                      </a:lnTo>
                      <a:lnTo>
                        <a:pt x="17461" y="19308"/>
                      </a:lnTo>
                      <a:lnTo>
                        <a:pt x="17960" y="18891"/>
                      </a:lnTo>
                      <a:lnTo>
                        <a:pt x="18440" y="18440"/>
                      </a:lnTo>
                    </a:path>
                  </a:pathLst>
                </a:custGeom>
                <a:noFill/>
                <a:ln w="25400" cap="flat">
                  <a:solidFill>
                    <a:srgbClr val="9A9A9A"/>
                  </a:solidFill>
                  <a:prstDash val="solid"/>
                  <a:round/>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sp>
              <p:nvSpPr>
                <p:cNvPr id="27" name="Shape">
                  <a:extLst>
                    <a:ext uri="{FF2B5EF4-FFF2-40B4-BE49-F238E27FC236}">
                      <a16:creationId xmlns:a16="http://schemas.microsoft.com/office/drawing/2014/main" id="{0C48EA8F-A0A1-2F72-96B8-318E78384B8E}"/>
                    </a:ext>
                  </a:extLst>
                </p:cNvPr>
                <p:cNvSpPr/>
                <p:nvPr/>
              </p:nvSpPr>
              <p:spPr>
                <a:xfrm>
                  <a:off x="1693248" y="0"/>
                  <a:ext cx="3121127" cy="3068525"/>
                </a:xfrm>
                <a:custGeom>
                  <a:avLst/>
                  <a:gdLst/>
                  <a:ahLst/>
                  <a:cxnLst>
                    <a:cxn ang="0">
                      <a:pos x="wd2" y="hd2"/>
                    </a:cxn>
                    <a:cxn ang="5400000">
                      <a:pos x="wd2" y="hd2"/>
                    </a:cxn>
                    <a:cxn ang="10800000">
                      <a:pos x="wd2" y="hd2"/>
                    </a:cxn>
                    <a:cxn ang="16200000">
                      <a:pos x="wd2" y="hd2"/>
                    </a:cxn>
                  </a:cxnLst>
                  <a:rect l="0" t="0" r="r" b="b"/>
                  <a:pathLst>
                    <a:path w="21600" h="21600" extrusionOk="0">
                      <a:moveTo>
                        <a:pt x="18440" y="18440"/>
                      </a:moveTo>
                      <a:lnTo>
                        <a:pt x="18891" y="17960"/>
                      </a:lnTo>
                      <a:lnTo>
                        <a:pt x="19308" y="17461"/>
                      </a:lnTo>
                      <a:lnTo>
                        <a:pt x="19690" y="16943"/>
                      </a:lnTo>
                      <a:lnTo>
                        <a:pt x="20037" y="16409"/>
                      </a:lnTo>
                      <a:lnTo>
                        <a:pt x="20350" y="15859"/>
                      </a:lnTo>
                      <a:lnTo>
                        <a:pt x="20628" y="15296"/>
                      </a:lnTo>
                      <a:lnTo>
                        <a:pt x="20871" y="14721"/>
                      </a:lnTo>
                      <a:lnTo>
                        <a:pt x="21079" y="14135"/>
                      </a:lnTo>
                      <a:lnTo>
                        <a:pt x="21253" y="13541"/>
                      </a:lnTo>
                      <a:lnTo>
                        <a:pt x="21392" y="12939"/>
                      </a:lnTo>
                      <a:lnTo>
                        <a:pt x="21496" y="12332"/>
                      </a:lnTo>
                      <a:lnTo>
                        <a:pt x="21565" y="11721"/>
                      </a:lnTo>
                      <a:lnTo>
                        <a:pt x="21600" y="11107"/>
                      </a:lnTo>
                      <a:lnTo>
                        <a:pt x="21600" y="10493"/>
                      </a:lnTo>
                      <a:lnTo>
                        <a:pt x="21565" y="9879"/>
                      </a:lnTo>
                      <a:lnTo>
                        <a:pt x="21496" y="9268"/>
                      </a:lnTo>
                      <a:lnTo>
                        <a:pt x="21392" y="8661"/>
                      </a:lnTo>
                      <a:lnTo>
                        <a:pt x="21253" y="8059"/>
                      </a:lnTo>
                      <a:lnTo>
                        <a:pt x="21079" y="7465"/>
                      </a:lnTo>
                      <a:lnTo>
                        <a:pt x="20871" y="6879"/>
                      </a:lnTo>
                      <a:lnTo>
                        <a:pt x="20628" y="6304"/>
                      </a:lnTo>
                      <a:lnTo>
                        <a:pt x="20350" y="5741"/>
                      </a:lnTo>
                      <a:lnTo>
                        <a:pt x="20037" y="5191"/>
                      </a:lnTo>
                      <a:lnTo>
                        <a:pt x="19690" y="4657"/>
                      </a:lnTo>
                      <a:lnTo>
                        <a:pt x="19308" y="4139"/>
                      </a:lnTo>
                      <a:lnTo>
                        <a:pt x="18891" y="3640"/>
                      </a:lnTo>
                      <a:lnTo>
                        <a:pt x="18440" y="3160"/>
                      </a:lnTo>
                      <a:lnTo>
                        <a:pt x="17960" y="2709"/>
                      </a:lnTo>
                      <a:lnTo>
                        <a:pt x="17461" y="2292"/>
                      </a:lnTo>
                      <a:lnTo>
                        <a:pt x="16943" y="1910"/>
                      </a:lnTo>
                      <a:lnTo>
                        <a:pt x="16409" y="1563"/>
                      </a:lnTo>
                      <a:lnTo>
                        <a:pt x="15859" y="1250"/>
                      </a:lnTo>
                      <a:lnTo>
                        <a:pt x="15296" y="972"/>
                      </a:lnTo>
                      <a:lnTo>
                        <a:pt x="14721" y="729"/>
                      </a:lnTo>
                      <a:lnTo>
                        <a:pt x="14135" y="521"/>
                      </a:lnTo>
                      <a:lnTo>
                        <a:pt x="13541" y="347"/>
                      </a:lnTo>
                      <a:lnTo>
                        <a:pt x="12939" y="208"/>
                      </a:lnTo>
                      <a:lnTo>
                        <a:pt x="12332" y="104"/>
                      </a:lnTo>
                      <a:lnTo>
                        <a:pt x="11721" y="35"/>
                      </a:lnTo>
                      <a:lnTo>
                        <a:pt x="11107" y="0"/>
                      </a:lnTo>
                      <a:lnTo>
                        <a:pt x="10493" y="0"/>
                      </a:lnTo>
                      <a:lnTo>
                        <a:pt x="9879" y="35"/>
                      </a:lnTo>
                      <a:lnTo>
                        <a:pt x="9268" y="104"/>
                      </a:lnTo>
                      <a:lnTo>
                        <a:pt x="8661" y="208"/>
                      </a:lnTo>
                      <a:lnTo>
                        <a:pt x="8059" y="347"/>
                      </a:lnTo>
                      <a:lnTo>
                        <a:pt x="7465" y="521"/>
                      </a:lnTo>
                      <a:lnTo>
                        <a:pt x="6879" y="729"/>
                      </a:lnTo>
                      <a:lnTo>
                        <a:pt x="6304" y="972"/>
                      </a:lnTo>
                      <a:lnTo>
                        <a:pt x="5741" y="1250"/>
                      </a:lnTo>
                      <a:lnTo>
                        <a:pt x="5191" y="1563"/>
                      </a:lnTo>
                      <a:lnTo>
                        <a:pt x="4657" y="1910"/>
                      </a:lnTo>
                      <a:lnTo>
                        <a:pt x="4139" y="2292"/>
                      </a:lnTo>
                      <a:lnTo>
                        <a:pt x="3640" y="2709"/>
                      </a:lnTo>
                      <a:lnTo>
                        <a:pt x="3160" y="3160"/>
                      </a:lnTo>
                      <a:lnTo>
                        <a:pt x="2709" y="3640"/>
                      </a:lnTo>
                      <a:lnTo>
                        <a:pt x="2292" y="4139"/>
                      </a:lnTo>
                      <a:lnTo>
                        <a:pt x="1910" y="4657"/>
                      </a:lnTo>
                      <a:lnTo>
                        <a:pt x="1563" y="5191"/>
                      </a:lnTo>
                      <a:lnTo>
                        <a:pt x="1250" y="5741"/>
                      </a:lnTo>
                      <a:lnTo>
                        <a:pt x="972" y="6304"/>
                      </a:lnTo>
                      <a:lnTo>
                        <a:pt x="729" y="6879"/>
                      </a:lnTo>
                      <a:lnTo>
                        <a:pt x="521" y="7465"/>
                      </a:lnTo>
                      <a:lnTo>
                        <a:pt x="347" y="8059"/>
                      </a:lnTo>
                      <a:lnTo>
                        <a:pt x="208" y="8661"/>
                      </a:lnTo>
                      <a:lnTo>
                        <a:pt x="104" y="9268"/>
                      </a:lnTo>
                      <a:lnTo>
                        <a:pt x="35" y="9879"/>
                      </a:lnTo>
                      <a:lnTo>
                        <a:pt x="0" y="10493"/>
                      </a:lnTo>
                      <a:lnTo>
                        <a:pt x="0" y="11107"/>
                      </a:lnTo>
                      <a:lnTo>
                        <a:pt x="35" y="11721"/>
                      </a:lnTo>
                      <a:lnTo>
                        <a:pt x="104" y="12332"/>
                      </a:lnTo>
                      <a:lnTo>
                        <a:pt x="208" y="12939"/>
                      </a:lnTo>
                      <a:lnTo>
                        <a:pt x="347" y="13541"/>
                      </a:lnTo>
                      <a:lnTo>
                        <a:pt x="521" y="14135"/>
                      </a:lnTo>
                      <a:lnTo>
                        <a:pt x="729" y="14721"/>
                      </a:lnTo>
                      <a:lnTo>
                        <a:pt x="972" y="15296"/>
                      </a:lnTo>
                      <a:lnTo>
                        <a:pt x="1250" y="15859"/>
                      </a:lnTo>
                      <a:lnTo>
                        <a:pt x="1563" y="16409"/>
                      </a:lnTo>
                      <a:lnTo>
                        <a:pt x="1910" y="16943"/>
                      </a:lnTo>
                      <a:lnTo>
                        <a:pt x="2292" y="17461"/>
                      </a:lnTo>
                      <a:lnTo>
                        <a:pt x="2709" y="17960"/>
                      </a:lnTo>
                      <a:lnTo>
                        <a:pt x="3160" y="18440"/>
                      </a:lnTo>
                      <a:lnTo>
                        <a:pt x="3640" y="18891"/>
                      </a:lnTo>
                      <a:lnTo>
                        <a:pt x="4139" y="19308"/>
                      </a:lnTo>
                      <a:lnTo>
                        <a:pt x="4657" y="19690"/>
                      </a:lnTo>
                      <a:lnTo>
                        <a:pt x="5191" y="20037"/>
                      </a:lnTo>
                      <a:lnTo>
                        <a:pt x="5741" y="20350"/>
                      </a:lnTo>
                      <a:lnTo>
                        <a:pt x="6304" y="20628"/>
                      </a:lnTo>
                      <a:lnTo>
                        <a:pt x="6879" y="20871"/>
                      </a:lnTo>
                      <a:lnTo>
                        <a:pt x="7465" y="21079"/>
                      </a:lnTo>
                      <a:lnTo>
                        <a:pt x="8059" y="21253"/>
                      </a:lnTo>
                      <a:lnTo>
                        <a:pt x="8661" y="21392"/>
                      </a:lnTo>
                      <a:lnTo>
                        <a:pt x="9268" y="21496"/>
                      </a:lnTo>
                      <a:lnTo>
                        <a:pt x="9879" y="21565"/>
                      </a:lnTo>
                      <a:lnTo>
                        <a:pt x="10493" y="21600"/>
                      </a:lnTo>
                      <a:lnTo>
                        <a:pt x="11107" y="21600"/>
                      </a:lnTo>
                      <a:lnTo>
                        <a:pt x="11721" y="21565"/>
                      </a:lnTo>
                      <a:lnTo>
                        <a:pt x="12332" y="21496"/>
                      </a:lnTo>
                      <a:lnTo>
                        <a:pt x="12939" y="21392"/>
                      </a:lnTo>
                      <a:lnTo>
                        <a:pt x="13541" y="21253"/>
                      </a:lnTo>
                      <a:lnTo>
                        <a:pt x="14135" y="21079"/>
                      </a:lnTo>
                      <a:lnTo>
                        <a:pt x="14721" y="20871"/>
                      </a:lnTo>
                      <a:lnTo>
                        <a:pt x="15296" y="20628"/>
                      </a:lnTo>
                      <a:lnTo>
                        <a:pt x="15859" y="20350"/>
                      </a:lnTo>
                      <a:lnTo>
                        <a:pt x="16409" y="20037"/>
                      </a:lnTo>
                      <a:lnTo>
                        <a:pt x="16943" y="19690"/>
                      </a:lnTo>
                      <a:lnTo>
                        <a:pt x="17461" y="19308"/>
                      </a:lnTo>
                      <a:lnTo>
                        <a:pt x="17960" y="18891"/>
                      </a:lnTo>
                      <a:lnTo>
                        <a:pt x="18440" y="18440"/>
                      </a:lnTo>
                    </a:path>
                  </a:pathLst>
                </a:custGeom>
                <a:noFill/>
                <a:ln w="25400" cap="flat">
                  <a:solidFill>
                    <a:srgbClr val="9A9A9A"/>
                  </a:solidFill>
                  <a:prstDash val="solid"/>
                  <a:round/>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sp>
              <p:nvSpPr>
                <p:cNvPr id="28" name="Shape">
                  <a:extLst>
                    <a:ext uri="{FF2B5EF4-FFF2-40B4-BE49-F238E27FC236}">
                      <a16:creationId xmlns:a16="http://schemas.microsoft.com/office/drawing/2014/main" id="{16393801-2D01-CEC6-76BB-92393D2D17BF}"/>
                    </a:ext>
                  </a:extLst>
                </p:cNvPr>
                <p:cNvSpPr/>
                <p:nvPr/>
              </p:nvSpPr>
              <p:spPr>
                <a:xfrm>
                  <a:off x="853858" y="1432746"/>
                  <a:ext cx="3121130" cy="3068527"/>
                </a:xfrm>
                <a:custGeom>
                  <a:avLst/>
                  <a:gdLst/>
                  <a:ahLst/>
                  <a:cxnLst>
                    <a:cxn ang="0">
                      <a:pos x="wd2" y="hd2"/>
                    </a:cxn>
                    <a:cxn ang="5400000">
                      <a:pos x="wd2" y="hd2"/>
                    </a:cxn>
                    <a:cxn ang="10800000">
                      <a:pos x="wd2" y="hd2"/>
                    </a:cxn>
                    <a:cxn ang="16200000">
                      <a:pos x="wd2" y="hd2"/>
                    </a:cxn>
                  </a:cxnLst>
                  <a:rect l="0" t="0" r="r" b="b"/>
                  <a:pathLst>
                    <a:path w="21600" h="21600" extrusionOk="0">
                      <a:moveTo>
                        <a:pt x="18440" y="18440"/>
                      </a:moveTo>
                      <a:lnTo>
                        <a:pt x="18891" y="17960"/>
                      </a:lnTo>
                      <a:lnTo>
                        <a:pt x="19308" y="17461"/>
                      </a:lnTo>
                      <a:lnTo>
                        <a:pt x="19690" y="16943"/>
                      </a:lnTo>
                      <a:lnTo>
                        <a:pt x="20037" y="16409"/>
                      </a:lnTo>
                      <a:lnTo>
                        <a:pt x="20350" y="15859"/>
                      </a:lnTo>
                      <a:lnTo>
                        <a:pt x="20628" y="15296"/>
                      </a:lnTo>
                      <a:lnTo>
                        <a:pt x="20871" y="14721"/>
                      </a:lnTo>
                      <a:lnTo>
                        <a:pt x="21079" y="14135"/>
                      </a:lnTo>
                      <a:lnTo>
                        <a:pt x="21253" y="13541"/>
                      </a:lnTo>
                      <a:lnTo>
                        <a:pt x="21392" y="12939"/>
                      </a:lnTo>
                      <a:lnTo>
                        <a:pt x="21496" y="12332"/>
                      </a:lnTo>
                      <a:lnTo>
                        <a:pt x="21565" y="11721"/>
                      </a:lnTo>
                      <a:lnTo>
                        <a:pt x="21600" y="11107"/>
                      </a:lnTo>
                      <a:lnTo>
                        <a:pt x="21600" y="10493"/>
                      </a:lnTo>
                      <a:lnTo>
                        <a:pt x="21565" y="9879"/>
                      </a:lnTo>
                      <a:lnTo>
                        <a:pt x="21496" y="9268"/>
                      </a:lnTo>
                      <a:lnTo>
                        <a:pt x="21392" y="8661"/>
                      </a:lnTo>
                      <a:lnTo>
                        <a:pt x="21253" y="8059"/>
                      </a:lnTo>
                      <a:lnTo>
                        <a:pt x="21079" y="7465"/>
                      </a:lnTo>
                      <a:lnTo>
                        <a:pt x="20871" y="6879"/>
                      </a:lnTo>
                      <a:lnTo>
                        <a:pt x="20628" y="6304"/>
                      </a:lnTo>
                      <a:lnTo>
                        <a:pt x="20350" y="5741"/>
                      </a:lnTo>
                      <a:lnTo>
                        <a:pt x="20037" y="5191"/>
                      </a:lnTo>
                      <a:lnTo>
                        <a:pt x="19690" y="4657"/>
                      </a:lnTo>
                      <a:lnTo>
                        <a:pt x="19308" y="4139"/>
                      </a:lnTo>
                      <a:lnTo>
                        <a:pt x="18891" y="3640"/>
                      </a:lnTo>
                      <a:lnTo>
                        <a:pt x="18440" y="3160"/>
                      </a:lnTo>
                      <a:lnTo>
                        <a:pt x="17960" y="2709"/>
                      </a:lnTo>
                      <a:lnTo>
                        <a:pt x="17461" y="2292"/>
                      </a:lnTo>
                      <a:lnTo>
                        <a:pt x="16943" y="1910"/>
                      </a:lnTo>
                      <a:lnTo>
                        <a:pt x="16409" y="1563"/>
                      </a:lnTo>
                      <a:lnTo>
                        <a:pt x="15859" y="1250"/>
                      </a:lnTo>
                      <a:lnTo>
                        <a:pt x="15296" y="972"/>
                      </a:lnTo>
                      <a:lnTo>
                        <a:pt x="14721" y="729"/>
                      </a:lnTo>
                      <a:lnTo>
                        <a:pt x="14135" y="521"/>
                      </a:lnTo>
                      <a:lnTo>
                        <a:pt x="13541" y="347"/>
                      </a:lnTo>
                      <a:lnTo>
                        <a:pt x="12939" y="208"/>
                      </a:lnTo>
                      <a:lnTo>
                        <a:pt x="12332" y="104"/>
                      </a:lnTo>
                      <a:lnTo>
                        <a:pt x="11721" y="35"/>
                      </a:lnTo>
                      <a:lnTo>
                        <a:pt x="11107" y="0"/>
                      </a:lnTo>
                      <a:lnTo>
                        <a:pt x="10493" y="0"/>
                      </a:lnTo>
                      <a:lnTo>
                        <a:pt x="9879" y="35"/>
                      </a:lnTo>
                      <a:lnTo>
                        <a:pt x="9268" y="104"/>
                      </a:lnTo>
                      <a:lnTo>
                        <a:pt x="8661" y="208"/>
                      </a:lnTo>
                      <a:lnTo>
                        <a:pt x="8059" y="347"/>
                      </a:lnTo>
                      <a:lnTo>
                        <a:pt x="7465" y="521"/>
                      </a:lnTo>
                      <a:lnTo>
                        <a:pt x="6879" y="729"/>
                      </a:lnTo>
                      <a:lnTo>
                        <a:pt x="6304" y="972"/>
                      </a:lnTo>
                      <a:lnTo>
                        <a:pt x="5741" y="1250"/>
                      </a:lnTo>
                      <a:lnTo>
                        <a:pt x="5191" y="1563"/>
                      </a:lnTo>
                      <a:lnTo>
                        <a:pt x="4657" y="1910"/>
                      </a:lnTo>
                      <a:lnTo>
                        <a:pt x="4139" y="2292"/>
                      </a:lnTo>
                      <a:lnTo>
                        <a:pt x="3640" y="2709"/>
                      </a:lnTo>
                      <a:lnTo>
                        <a:pt x="3160" y="3160"/>
                      </a:lnTo>
                      <a:lnTo>
                        <a:pt x="2709" y="3640"/>
                      </a:lnTo>
                      <a:lnTo>
                        <a:pt x="2292" y="4139"/>
                      </a:lnTo>
                      <a:lnTo>
                        <a:pt x="1910" y="4657"/>
                      </a:lnTo>
                      <a:lnTo>
                        <a:pt x="1563" y="5191"/>
                      </a:lnTo>
                      <a:lnTo>
                        <a:pt x="1250" y="5741"/>
                      </a:lnTo>
                      <a:lnTo>
                        <a:pt x="972" y="6304"/>
                      </a:lnTo>
                      <a:lnTo>
                        <a:pt x="729" y="6879"/>
                      </a:lnTo>
                      <a:lnTo>
                        <a:pt x="521" y="7465"/>
                      </a:lnTo>
                      <a:lnTo>
                        <a:pt x="347" y="8059"/>
                      </a:lnTo>
                      <a:lnTo>
                        <a:pt x="208" y="8661"/>
                      </a:lnTo>
                      <a:lnTo>
                        <a:pt x="104" y="9268"/>
                      </a:lnTo>
                      <a:lnTo>
                        <a:pt x="35" y="9879"/>
                      </a:lnTo>
                      <a:lnTo>
                        <a:pt x="0" y="10493"/>
                      </a:lnTo>
                      <a:lnTo>
                        <a:pt x="0" y="11107"/>
                      </a:lnTo>
                      <a:lnTo>
                        <a:pt x="35" y="11721"/>
                      </a:lnTo>
                      <a:lnTo>
                        <a:pt x="104" y="12332"/>
                      </a:lnTo>
                      <a:lnTo>
                        <a:pt x="208" y="12939"/>
                      </a:lnTo>
                      <a:lnTo>
                        <a:pt x="347" y="13541"/>
                      </a:lnTo>
                      <a:lnTo>
                        <a:pt x="521" y="14135"/>
                      </a:lnTo>
                      <a:lnTo>
                        <a:pt x="729" y="14721"/>
                      </a:lnTo>
                      <a:lnTo>
                        <a:pt x="972" y="15296"/>
                      </a:lnTo>
                      <a:lnTo>
                        <a:pt x="1250" y="15859"/>
                      </a:lnTo>
                      <a:lnTo>
                        <a:pt x="1563" y="16409"/>
                      </a:lnTo>
                      <a:lnTo>
                        <a:pt x="1910" y="16943"/>
                      </a:lnTo>
                      <a:lnTo>
                        <a:pt x="2292" y="17461"/>
                      </a:lnTo>
                      <a:lnTo>
                        <a:pt x="2709" y="17960"/>
                      </a:lnTo>
                      <a:lnTo>
                        <a:pt x="3160" y="18440"/>
                      </a:lnTo>
                      <a:lnTo>
                        <a:pt x="3640" y="18891"/>
                      </a:lnTo>
                      <a:lnTo>
                        <a:pt x="4139" y="19308"/>
                      </a:lnTo>
                      <a:lnTo>
                        <a:pt x="4657" y="19690"/>
                      </a:lnTo>
                      <a:lnTo>
                        <a:pt x="5191" y="20037"/>
                      </a:lnTo>
                      <a:lnTo>
                        <a:pt x="5741" y="20350"/>
                      </a:lnTo>
                      <a:lnTo>
                        <a:pt x="6304" y="20628"/>
                      </a:lnTo>
                      <a:lnTo>
                        <a:pt x="6879" y="20871"/>
                      </a:lnTo>
                      <a:lnTo>
                        <a:pt x="7465" y="21079"/>
                      </a:lnTo>
                      <a:lnTo>
                        <a:pt x="8059" y="21253"/>
                      </a:lnTo>
                      <a:lnTo>
                        <a:pt x="8661" y="21392"/>
                      </a:lnTo>
                      <a:lnTo>
                        <a:pt x="9268" y="21496"/>
                      </a:lnTo>
                      <a:lnTo>
                        <a:pt x="9879" y="21565"/>
                      </a:lnTo>
                      <a:lnTo>
                        <a:pt x="10493" y="21600"/>
                      </a:lnTo>
                      <a:lnTo>
                        <a:pt x="11107" y="21600"/>
                      </a:lnTo>
                      <a:lnTo>
                        <a:pt x="11721" y="21565"/>
                      </a:lnTo>
                      <a:lnTo>
                        <a:pt x="12332" y="21496"/>
                      </a:lnTo>
                      <a:lnTo>
                        <a:pt x="12939" y="21392"/>
                      </a:lnTo>
                      <a:lnTo>
                        <a:pt x="13541" y="21253"/>
                      </a:lnTo>
                      <a:lnTo>
                        <a:pt x="14135" y="21079"/>
                      </a:lnTo>
                      <a:lnTo>
                        <a:pt x="14721" y="20871"/>
                      </a:lnTo>
                      <a:lnTo>
                        <a:pt x="15296" y="20628"/>
                      </a:lnTo>
                      <a:lnTo>
                        <a:pt x="15859" y="20350"/>
                      </a:lnTo>
                      <a:lnTo>
                        <a:pt x="16409" y="20037"/>
                      </a:lnTo>
                      <a:lnTo>
                        <a:pt x="16943" y="19690"/>
                      </a:lnTo>
                      <a:lnTo>
                        <a:pt x="17461" y="19308"/>
                      </a:lnTo>
                      <a:lnTo>
                        <a:pt x="17960" y="18891"/>
                      </a:lnTo>
                      <a:lnTo>
                        <a:pt x="18440" y="18440"/>
                      </a:lnTo>
                    </a:path>
                  </a:pathLst>
                </a:custGeom>
                <a:noFill/>
                <a:ln w="25400" cap="flat">
                  <a:solidFill>
                    <a:srgbClr val="9A9A9A"/>
                  </a:solidFill>
                  <a:prstDash val="solid"/>
                  <a:round/>
                </a:ln>
                <a:effectLst/>
              </p:spPr>
              <p:txBody>
                <a:bodyPr wrap="square" lIns="90684" tIns="90684" rIns="90684" bIns="90684" numCol="1" anchor="t">
                  <a:noAutofit/>
                </a:bodyPr>
                <a:lstStyle/>
                <a:p>
                  <a:pPr marL="0" marR="0" lvl="0" indent="0" algn="l" defTabSz="1815352" rtl="0" eaLnBrk="1" fontAlgn="auto" latinLnBrk="0" hangingPunct="0">
                    <a:lnSpc>
                      <a:spcPct val="100000"/>
                    </a:lnSpc>
                    <a:spcBef>
                      <a:spcPts val="0"/>
                    </a:spcBef>
                    <a:spcAft>
                      <a:spcPts val="0"/>
                    </a:spcAft>
                    <a:buClrTx/>
                    <a:buSzTx/>
                    <a:buFontTx/>
                    <a:buNone/>
                    <a:tabLst/>
                    <a:defRPr sz="3400">
                      <a:latin typeface="Calibri"/>
                      <a:ea typeface="Calibri"/>
                      <a:cs typeface="Calibri"/>
                      <a:sym typeface="Calibri"/>
                    </a:defRPr>
                  </a:pPr>
                  <a:endParaRPr kumimoji="0" sz="3400" b="0" i="0" u="none" strike="noStrike" kern="0" cap="none" spc="0" normalizeH="0" baseline="0" noProof="0">
                    <a:ln>
                      <a:noFill/>
                    </a:ln>
                    <a:solidFill>
                      <a:srgbClr val="000000"/>
                    </a:solidFill>
                    <a:effectLst/>
                    <a:uLnTx/>
                    <a:uFillTx/>
                    <a:latin typeface="Calibri"/>
                    <a:cs typeface="Calibri"/>
                    <a:sym typeface="Calibri"/>
                  </a:endParaRPr>
                </a:p>
              </p:txBody>
            </p:sp>
          </p:grpSp>
        </p:grpSp>
        <p:sp>
          <p:nvSpPr>
            <p:cNvPr id="5" name="object 19">
              <a:extLst>
                <a:ext uri="{FF2B5EF4-FFF2-40B4-BE49-F238E27FC236}">
                  <a16:creationId xmlns:a16="http://schemas.microsoft.com/office/drawing/2014/main" id="{E334C906-0CDA-DE37-B1E8-792855924A1D}"/>
                </a:ext>
              </a:extLst>
            </p:cNvPr>
            <p:cNvSpPr txBox="1"/>
            <p:nvPr/>
          </p:nvSpPr>
          <p:spPr>
            <a:xfrm>
              <a:off x="2248168" y="3589096"/>
              <a:ext cx="552924" cy="1651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indent="12700" algn="l" defTabSz="1815352">
                <a:spcBef>
                  <a:spcPts val="100"/>
                </a:spcBef>
                <a:defRPr sz="1100" b="1" spc="-18">
                  <a:solidFill>
                    <a:srgbClr val="0433FF"/>
                  </a:solidFill>
                  <a:latin typeface="Helvetica"/>
                  <a:ea typeface="Helvetica"/>
                  <a:cs typeface="Helvetica"/>
                  <a:sym typeface="Helvetica"/>
                </a:defRPr>
              </a:lvl1pPr>
            </a:lstStyle>
            <a:p>
              <a:pPr marL="0" marR="0" lvl="0" indent="12700" algn="l" defTabSz="1815352" rtl="0" eaLnBrk="1" fontAlgn="auto" latinLnBrk="0" hangingPunct="0">
                <a:lnSpc>
                  <a:spcPct val="100000"/>
                </a:lnSpc>
                <a:spcBef>
                  <a:spcPts val="100"/>
                </a:spcBef>
                <a:spcAft>
                  <a:spcPts val="0"/>
                </a:spcAft>
                <a:buClrTx/>
                <a:buSzTx/>
                <a:buFontTx/>
                <a:buNone/>
                <a:tabLst/>
                <a:defRPr/>
              </a:pPr>
              <a:r>
                <a:rPr kumimoji="0" sz="1100" b="1" i="0" u="none" strike="noStrike" kern="0" cap="none" spc="-18" normalizeH="0" baseline="0" noProof="0">
                  <a:ln>
                    <a:noFill/>
                  </a:ln>
                  <a:solidFill>
                    <a:srgbClr val="0433FF"/>
                  </a:solidFill>
                  <a:effectLst/>
                  <a:uLnTx/>
                  <a:uFillTx/>
                  <a:latin typeface="Helvetica"/>
                  <a:cs typeface="Helvetica"/>
                  <a:sym typeface="Helvetica"/>
                </a:rPr>
                <a:t>Model</a:t>
              </a:r>
            </a:p>
          </p:txBody>
        </p:sp>
        <p:sp>
          <p:nvSpPr>
            <p:cNvPr id="6" name="object 20">
              <a:extLst>
                <a:ext uri="{FF2B5EF4-FFF2-40B4-BE49-F238E27FC236}">
                  <a16:creationId xmlns:a16="http://schemas.microsoft.com/office/drawing/2014/main" id="{32A3258D-BB19-421B-2038-E757DEF61E91}"/>
                </a:ext>
              </a:extLst>
            </p:cNvPr>
            <p:cNvSpPr txBox="1"/>
            <p:nvPr/>
          </p:nvSpPr>
          <p:spPr>
            <a:xfrm>
              <a:off x="390779" y="1374848"/>
              <a:ext cx="1285955" cy="1651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marL="0" marR="0" lvl="0" indent="12700" algn="l" defTabSz="1815352" rtl="0" eaLnBrk="1" fontAlgn="auto" latinLnBrk="0" hangingPunct="0">
                <a:lnSpc>
                  <a:spcPct val="100000"/>
                </a:lnSpc>
                <a:spcBef>
                  <a:spcPts val="100"/>
                </a:spcBef>
                <a:spcAft>
                  <a:spcPts val="0"/>
                </a:spcAft>
                <a:buClrTx/>
                <a:buSzTx/>
                <a:buFontTx/>
                <a:buNone/>
                <a:tabLst/>
                <a:defRPr sz="1100" b="1">
                  <a:solidFill>
                    <a:srgbClr val="0433FF"/>
                  </a:solidFill>
                  <a:latin typeface="Helvetica"/>
                  <a:ea typeface="Helvetica"/>
                  <a:cs typeface="Helvetica"/>
                  <a:sym typeface="Helvetica"/>
                </a:defRPr>
              </a:pPr>
              <a:r>
                <a:rPr kumimoji="0" sz="1100" b="1" i="0" u="none" strike="noStrike" kern="0" cap="none" spc="0" normalizeH="0" baseline="0" noProof="0">
                  <a:ln>
                    <a:noFill/>
                  </a:ln>
                  <a:solidFill>
                    <a:srgbClr val="0433FF"/>
                  </a:solidFill>
                  <a:effectLst/>
                  <a:uLnTx/>
                  <a:uFillTx/>
                  <a:latin typeface="Helvetica"/>
                  <a:cs typeface="Helvetica"/>
                  <a:sym typeface="Helvetica"/>
                </a:rPr>
                <a:t>Value</a:t>
              </a:r>
              <a:r>
                <a:rPr kumimoji="0" sz="1100" b="1" i="0" u="none" strike="noStrike" kern="0" cap="none" spc="128" normalizeH="0" baseline="0" noProof="0">
                  <a:ln>
                    <a:noFill/>
                  </a:ln>
                  <a:solidFill>
                    <a:srgbClr val="0433FF"/>
                  </a:solidFill>
                  <a:effectLst/>
                  <a:uLnTx/>
                  <a:uFillTx/>
                  <a:latin typeface="Helvetica"/>
                  <a:cs typeface="Helvetica"/>
                  <a:sym typeface="Helvetica"/>
                </a:rPr>
                <a:t> </a:t>
              </a:r>
              <a:r>
                <a:rPr kumimoji="0" sz="1100" b="1" i="0" u="none" strike="noStrike" kern="0" cap="none" spc="-18" normalizeH="0" baseline="0" noProof="0">
                  <a:ln>
                    <a:noFill/>
                  </a:ln>
                  <a:solidFill>
                    <a:srgbClr val="0433FF"/>
                  </a:solidFill>
                  <a:effectLst/>
                  <a:uLnTx/>
                  <a:uFillTx/>
                  <a:latin typeface="Helvetica"/>
                  <a:cs typeface="Helvetica"/>
                  <a:sym typeface="Helvetica"/>
                </a:rPr>
                <a:t>Function</a:t>
              </a:r>
            </a:p>
          </p:txBody>
        </p:sp>
        <p:sp>
          <p:nvSpPr>
            <p:cNvPr id="12" name="object 21">
              <a:extLst>
                <a:ext uri="{FF2B5EF4-FFF2-40B4-BE49-F238E27FC236}">
                  <a16:creationId xmlns:a16="http://schemas.microsoft.com/office/drawing/2014/main" id="{A8D86DB7-D951-51F5-6D9F-74C71BD19F01}"/>
                </a:ext>
              </a:extLst>
            </p:cNvPr>
            <p:cNvSpPr txBox="1"/>
            <p:nvPr/>
          </p:nvSpPr>
          <p:spPr>
            <a:xfrm>
              <a:off x="3748317" y="1374848"/>
              <a:ext cx="563000" cy="1651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indent="12700" algn="l" defTabSz="1815352">
                <a:spcBef>
                  <a:spcPts val="100"/>
                </a:spcBef>
                <a:defRPr sz="1100" b="1" spc="-18">
                  <a:solidFill>
                    <a:srgbClr val="0433FF"/>
                  </a:solidFill>
                  <a:latin typeface="Helvetica"/>
                  <a:ea typeface="Helvetica"/>
                  <a:cs typeface="Helvetica"/>
                  <a:sym typeface="Helvetica"/>
                </a:defRPr>
              </a:lvl1pPr>
            </a:lstStyle>
            <a:p>
              <a:pPr marL="0" marR="0" lvl="0" indent="12700" algn="l" defTabSz="1815352" rtl="0" eaLnBrk="1" fontAlgn="auto" latinLnBrk="0" hangingPunct="0">
                <a:lnSpc>
                  <a:spcPct val="100000"/>
                </a:lnSpc>
                <a:spcBef>
                  <a:spcPts val="100"/>
                </a:spcBef>
                <a:spcAft>
                  <a:spcPts val="0"/>
                </a:spcAft>
                <a:buClrTx/>
                <a:buSzTx/>
                <a:buFontTx/>
                <a:buNone/>
                <a:tabLst/>
                <a:defRPr/>
              </a:pPr>
              <a:r>
                <a:rPr kumimoji="0" sz="1100" b="1" i="0" u="none" strike="noStrike" kern="0" cap="none" spc="-18" normalizeH="0" baseline="0" noProof="0">
                  <a:ln>
                    <a:noFill/>
                  </a:ln>
                  <a:solidFill>
                    <a:srgbClr val="0433FF"/>
                  </a:solidFill>
                  <a:effectLst/>
                  <a:uLnTx/>
                  <a:uFillTx/>
                  <a:latin typeface="Helvetica"/>
                  <a:cs typeface="Helvetica"/>
                  <a:sym typeface="Helvetica"/>
                </a:rPr>
                <a:t>Policy</a:t>
              </a:r>
            </a:p>
          </p:txBody>
        </p:sp>
        <p:sp>
          <p:nvSpPr>
            <p:cNvPr id="13" name="object 22">
              <a:extLst>
                <a:ext uri="{FF2B5EF4-FFF2-40B4-BE49-F238E27FC236}">
                  <a16:creationId xmlns:a16="http://schemas.microsoft.com/office/drawing/2014/main" id="{B246B1B7-F1D0-A008-F349-88FC5220027B}"/>
                </a:ext>
              </a:extLst>
            </p:cNvPr>
            <p:cNvSpPr txBox="1"/>
            <p:nvPr/>
          </p:nvSpPr>
          <p:spPr>
            <a:xfrm>
              <a:off x="2272258" y="1307924"/>
              <a:ext cx="505060" cy="33531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marL="5042" marR="10085" lvl="0" indent="7021" algn="l" defTabSz="1815352" rtl="0" eaLnBrk="1" fontAlgn="auto" latinLnBrk="0" hangingPunct="0">
                <a:lnSpc>
                  <a:spcPct val="103099"/>
                </a:lnSpc>
                <a:spcBef>
                  <a:spcPts val="100"/>
                </a:spcBef>
                <a:spcAft>
                  <a:spcPts val="0"/>
                </a:spcAft>
                <a:buClrTx/>
                <a:buSzTx/>
                <a:buFontTx/>
                <a:buNone/>
                <a:tabLst/>
                <a:defRPr sz="1100" b="1" spc="-18">
                  <a:solidFill>
                    <a:srgbClr val="F33126"/>
                  </a:solidFill>
                  <a:latin typeface="Helvetica"/>
                  <a:ea typeface="Helvetica"/>
                  <a:cs typeface="Helvetica"/>
                  <a:sym typeface="Helvetica"/>
                </a:defRPr>
              </a:pPr>
              <a:r>
                <a:rPr kumimoji="0" sz="1100" b="1" i="0" u="none" strike="noStrike" kern="0" cap="none" spc="-18" normalizeH="0" baseline="0" noProof="0">
                  <a:ln>
                    <a:noFill/>
                  </a:ln>
                  <a:solidFill>
                    <a:srgbClr val="F33126"/>
                  </a:solidFill>
                  <a:effectLst/>
                  <a:uLnTx/>
                  <a:uFillTx/>
                  <a:latin typeface="Helvetica"/>
                  <a:cs typeface="Helvetica"/>
                  <a:sym typeface="Helvetica"/>
                </a:rPr>
                <a:t>Actor</a:t>
              </a:r>
              <a:r>
                <a:rPr kumimoji="0" sz="1100" b="1" i="0" u="none" strike="noStrike" kern="0" cap="none" spc="916" normalizeH="0" baseline="0" noProof="0">
                  <a:ln>
                    <a:noFill/>
                  </a:ln>
                  <a:solidFill>
                    <a:srgbClr val="F33126"/>
                  </a:solidFill>
                  <a:effectLst/>
                  <a:uLnTx/>
                  <a:uFillTx/>
                  <a:latin typeface="Helvetica"/>
                  <a:cs typeface="Helvetica"/>
                  <a:sym typeface="Helvetica"/>
                </a:rPr>
                <a:t> </a:t>
              </a:r>
              <a:r>
                <a:rPr kumimoji="0" sz="1100" b="1" i="0" u="none" strike="noStrike" kern="0" cap="none" spc="-18" normalizeH="0" baseline="0" noProof="0">
                  <a:ln>
                    <a:noFill/>
                  </a:ln>
                  <a:solidFill>
                    <a:srgbClr val="F33126"/>
                  </a:solidFill>
                  <a:effectLst/>
                  <a:uLnTx/>
                  <a:uFillTx/>
                  <a:latin typeface="Helvetica"/>
                  <a:cs typeface="Helvetica"/>
                  <a:sym typeface="Helvetica"/>
                </a:rPr>
                <a:t>Critic</a:t>
              </a:r>
            </a:p>
          </p:txBody>
        </p:sp>
        <p:sp>
          <p:nvSpPr>
            <p:cNvPr id="14" name="object 23">
              <a:extLst>
                <a:ext uri="{FF2B5EF4-FFF2-40B4-BE49-F238E27FC236}">
                  <a16:creationId xmlns:a16="http://schemas.microsoft.com/office/drawing/2014/main" id="{51B57119-DFD3-D3EF-EB2F-FCC6DF1A00CD}"/>
                </a:ext>
              </a:extLst>
            </p:cNvPr>
            <p:cNvSpPr txBox="1"/>
            <p:nvPr/>
          </p:nvSpPr>
          <p:spPr>
            <a:xfrm>
              <a:off x="680046" y="2066778"/>
              <a:ext cx="1084434" cy="1651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marL="0" marR="0" lvl="0" indent="12700" algn="l" defTabSz="1815352" rtl="0" eaLnBrk="1" fontAlgn="auto" latinLnBrk="0" hangingPunct="0">
                <a:lnSpc>
                  <a:spcPct val="100000"/>
                </a:lnSpc>
                <a:spcBef>
                  <a:spcPts val="100"/>
                </a:spcBef>
                <a:spcAft>
                  <a:spcPts val="0"/>
                </a:spcAft>
                <a:buClrTx/>
                <a:buSzTx/>
                <a:buFontTx/>
                <a:buNone/>
                <a:tabLst/>
                <a:defRPr sz="1100" b="1">
                  <a:solidFill>
                    <a:srgbClr val="F33126"/>
                  </a:solidFill>
                  <a:latin typeface="Helvetica"/>
                  <a:ea typeface="Helvetica"/>
                  <a:cs typeface="Helvetica"/>
                  <a:sym typeface="Helvetica"/>
                </a:defRPr>
              </a:pPr>
              <a:r>
                <a:rPr kumimoji="0" sz="1100" b="1" i="0" u="none" strike="noStrike" kern="0" cap="none" spc="0" normalizeH="0" baseline="0" noProof="0">
                  <a:ln>
                    <a:noFill/>
                  </a:ln>
                  <a:solidFill>
                    <a:srgbClr val="F33126"/>
                  </a:solidFill>
                  <a:effectLst/>
                  <a:uLnTx/>
                  <a:uFillTx/>
                  <a:latin typeface="Helvetica"/>
                  <a:cs typeface="Helvetica"/>
                  <a:sym typeface="Helvetica"/>
                </a:rPr>
                <a:t>Value-</a:t>
              </a:r>
              <a:r>
                <a:rPr kumimoji="0" sz="1100" b="1" i="0" u="none" strike="noStrike" kern="0" cap="none" spc="-18" normalizeH="0" baseline="0" noProof="0">
                  <a:ln>
                    <a:noFill/>
                  </a:ln>
                  <a:solidFill>
                    <a:srgbClr val="F33126"/>
                  </a:solidFill>
                  <a:effectLst/>
                  <a:uLnTx/>
                  <a:uFillTx/>
                  <a:latin typeface="Helvetica"/>
                  <a:cs typeface="Helvetica"/>
                  <a:sym typeface="Helvetica"/>
                </a:rPr>
                <a:t>Based</a:t>
              </a:r>
            </a:p>
          </p:txBody>
        </p:sp>
        <p:sp>
          <p:nvSpPr>
            <p:cNvPr id="15" name="object 24">
              <a:extLst>
                <a:ext uri="{FF2B5EF4-FFF2-40B4-BE49-F238E27FC236}">
                  <a16:creationId xmlns:a16="http://schemas.microsoft.com/office/drawing/2014/main" id="{B1D7133C-4A9A-6D21-D77D-0C5249B0021D}"/>
                </a:ext>
              </a:extLst>
            </p:cNvPr>
            <p:cNvSpPr txBox="1"/>
            <p:nvPr/>
          </p:nvSpPr>
          <p:spPr>
            <a:xfrm>
              <a:off x="3386419" y="2066778"/>
              <a:ext cx="1141112" cy="1651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marL="0" marR="0" lvl="0" indent="12700" algn="l" defTabSz="1815352" rtl="0" eaLnBrk="1" fontAlgn="auto" latinLnBrk="0" hangingPunct="0">
                <a:lnSpc>
                  <a:spcPct val="100000"/>
                </a:lnSpc>
                <a:spcBef>
                  <a:spcPts val="100"/>
                </a:spcBef>
                <a:spcAft>
                  <a:spcPts val="0"/>
                </a:spcAft>
                <a:buClrTx/>
                <a:buSzTx/>
                <a:buFontTx/>
                <a:buNone/>
                <a:tabLst/>
                <a:defRPr sz="1100" b="1">
                  <a:solidFill>
                    <a:srgbClr val="F33126"/>
                  </a:solidFill>
                  <a:latin typeface="Helvetica"/>
                  <a:ea typeface="Helvetica"/>
                  <a:cs typeface="Helvetica"/>
                  <a:sym typeface="Helvetica"/>
                </a:defRPr>
              </a:pPr>
              <a:r>
                <a:rPr kumimoji="0" sz="1100" b="1" i="0" u="none" strike="noStrike" kern="0" cap="none" spc="0" normalizeH="0" baseline="0" noProof="0">
                  <a:ln>
                    <a:noFill/>
                  </a:ln>
                  <a:solidFill>
                    <a:srgbClr val="F33126"/>
                  </a:solidFill>
                  <a:effectLst/>
                  <a:uLnTx/>
                  <a:uFillTx/>
                  <a:latin typeface="Helvetica"/>
                  <a:cs typeface="Helvetica"/>
                  <a:sym typeface="Helvetica"/>
                </a:rPr>
                <a:t>Policy-</a:t>
              </a:r>
              <a:r>
                <a:rPr kumimoji="0" sz="1100" b="1" i="0" u="none" strike="noStrike" kern="0" cap="none" spc="-18" normalizeH="0" baseline="0" noProof="0">
                  <a:ln>
                    <a:noFill/>
                  </a:ln>
                  <a:solidFill>
                    <a:srgbClr val="F33126"/>
                  </a:solidFill>
                  <a:effectLst/>
                  <a:uLnTx/>
                  <a:uFillTx/>
                  <a:latin typeface="Helvetica"/>
                  <a:cs typeface="Helvetica"/>
                  <a:sym typeface="Helvetica"/>
                </a:rPr>
                <a:t>Based</a:t>
              </a:r>
            </a:p>
          </p:txBody>
        </p:sp>
        <p:sp>
          <p:nvSpPr>
            <p:cNvPr id="16" name="object 25">
              <a:extLst>
                <a:ext uri="{FF2B5EF4-FFF2-40B4-BE49-F238E27FC236}">
                  <a16:creationId xmlns:a16="http://schemas.microsoft.com/office/drawing/2014/main" id="{4466AA58-EE98-7D0C-FF9C-35BFD84312F0}"/>
                </a:ext>
              </a:extLst>
            </p:cNvPr>
            <p:cNvSpPr txBox="1"/>
            <p:nvPr/>
          </p:nvSpPr>
          <p:spPr>
            <a:xfrm>
              <a:off x="2035840" y="576142"/>
              <a:ext cx="977375" cy="1651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marL="0" marR="0" lvl="0" indent="12700" algn="l" defTabSz="1815352" rtl="0" eaLnBrk="1" fontAlgn="auto" latinLnBrk="0" hangingPunct="0">
                <a:lnSpc>
                  <a:spcPct val="100000"/>
                </a:lnSpc>
                <a:spcBef>
                  <a:spcPts val="100"/>
                </a:spcBef>
                <a:spcAft>
                  <a:spcPts val="0"/>
                </a:spcAft>
                <a:buClrTx/>
                <a:buSzTx/>
                <a:buFontTx/>
                <a:buNone/>
                <a:tabLst/>
                <a:defRPr sz="1100" b="1">
                  <a:solidFill>
                    <a:srgbClr val="F33126"/>
                  </a:solidFill>
                  <a:latin typeface="Helvetica"/>
                  <a:ea typeface="Helvetica"/>
                  <a:cs typeface="Helvetica"/>
                  <a:sym typeface="Helvetica"/>
                </a:defRPr>
              </a:pPr>
              <a:r>
                <a:rPr kumimoji="0" sz="1100" b="1" i="0" u="none" strike="noStrike" kern="0" cap="none" spc="0" normalizeH="0" baseline="0" noProof="0">
                  <a:ln>
                    <a:noFill/>
                  </a:ln>
                  <a:solidFill>
                    <a:srgbClr val="F33126"/>
                  </a:solidFill>
                  <a:effectLst/>
                  <a:uLnTx/>
                  <a:uFillTx/>
                  <a:latin typeface="Helvetica"/>
                  <a:cs typeface="Helvetica"/>
                  <a:sym typeface="Helvetica"/>
                </a:rPr>
                <a:t>Model-</a:t>
              </a:r>
              <a:r>
                <a:rPr kumimoji="0" sz="1100" b="1" i="0" u="none" strike="noStrike" kern="0" cap="none" spc="-36" normalizeH="0" baseline="0" noProof="0">
                  <a:ln>
                    <a:noFill/>
                  </a:ln>
                  <a:solidFill>
                    <a:srgbClr val="F33126"/>
                  </a:solidFill>
                  <a:effectLst/>
                  <a:uLnTx/>
                  <a:uFillTx/>
                  <a:latin typeface="Helvetica"/>
                  <a:cs typeface="Helvetica"/>
                  <a:sym typeface="Helvetica"/>
                </a:rPr>
                <a:t>Free</a:t>
              </a:r>
            </a:p>
          </p:txBody>
        </p:sp>
        <p:sp>
          <p:nvSpPr>
            <p:cNvPr id="17" name="object 26">
              <a:extLst>
                <a:ext uri="{FF2B5EF4-FFF2-40B4-BE49-F238E27FC236}">
                  <a16:creationId xmlns:a16="http://schemas.microsoft.com/office/drawing/2014/main" id="{E9ED5518-9833-278D-4C28-C81D8B745C00}"/>
                </a:ext>
              </a:extLst>
            </p:cNvPr>
            <p:cNvSpPr txBox="1"/>
            <p:nvPr/>
          </p:nvSpPr>
          <p:spPr>
            <a:xfrm>
              <a:off x="1958631" y="2472001"/>
              <a:ext cx="1132296" cy="1651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marL="0" marR="0" lvl="0" indent="12700" algn="l" defTabSz="1815352" rtl="0" eaLnBrk="1" fontAlgn="auto" latinLnBrk="0" hangingPunct="0">
                <a:lnSpc>
                  <a:spcPct val="100000"/>
                </a:lnSpc>
                <a:spcBef>
                  <a:spcPts val="100"/>
                </a:spcBef>
                <a:spcAft>
                  <a:spcPts val="0"/>
                </a:spcAft>
                <a:buClrTx/>
                <a:buSzTx/>
                <a:buFontTx/>
                <a:buNone/>
                <a:tabLst/>
                <a:defRPr sz="1100" b="1">
                  <a:solidFill>
                    <a:srgbClr val="F33126"/>
                  </a:solidFill>
                  <a:latin typeface="Helvetica"/>
                  <a:ea typeface="Helvetica"/>
                  <a:cs typeface="Helvetica"/>
                  <a:sym typeface="Helvetica"/>
                </a:defRPr>
              </a:pPr>
              <a:r>
                <a:rPr kumimoji="0" sz="1100" b="1" i="0" u="none" strike="noStrike" kern="0" cap="none" spc="0" normalizeH="0" baseline="0" noProof="0">
                  <a:ln>
                    <a:noFill/>
                  </a:ln>
                  <a:solidFill>
                    <a:srgbClr val="F33126"/>
                  </a:solidFill>
                  <a:effectLst/>
                  <a:uLnTx/>
                  <a:uFillTx/>
                  <a:latin typeface="Helvetica"/>
                  <a:cs typeface="Helvetica"/>
                  <a:sym typeface="Helvetica"/>
                </a:rPr>
                <a:t>Model-</a:t>
              </a:r>
              <a:r>
                <a:rPr kumimoji="0" sz="1100" b="1" i="0" u="none" strike="noStrike" kern="0" cap="none" spc="-18" normalizeH="0" baseline="0" noProof="0">
                  <a:ln>
                    <a:noFill/>
                  </a:ln>
                  <a:solidFill>
                    <a:srgbClr val="F33126"/>
                  </a:solidFill>
                  <a:effectLst/>
                  <a:uLnTx/>
                  <a:uFillTx/>
                  <a:latin typeface="Helvetica"/>
                  <a:cs typeface="Helvetica"/>
                  <a:sym typeface="Helvetica"/>
                </a:rPr>
                <a:t>Based</a:t>
              </a:r>
            </a:p>
          </p:txBody>
        </p:sp>
      </p:grpSp>
      <p:sp>
        <p:nvSpPr>
          <p:cNvPr id="29" name="Date Placeholder 3">
            <a:extLst>
              <a:ext uri="{FF2B5EF4-FFF2-40B4-BE49-F238E27FC236}">
                <a16:creationId xmlns:a16="http://schemas.microsoft.com/office/drawing/2014/main" id="{DEE05DDC-4E27-3C06-98C9-C529E8748D0D}"/>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30" name="Footer Placeholder 5">
            <a:extLst>
              <a:ext uri="{FF2B5EF4-FFF2-40B4-BE49-F238E27FC236}">
                <a16:creationId xmlns:a16="http://schemas.microsoft.com/office/drawing/2014/main" id="{124EA743-EC67-E4AE-8020-2971AFE41A68}"/>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31" name="Slide Number Placeholder 7">
            <a:extLst>
              <a:ext uri="{FF2B5EF4-FFF2-40B4-BE49-F238E27FC236}">
                <a16:creationId xmlns:a16="http://schemas.microsoft.com/office/drawing/2014/main" id="{E5915AE3-1334-277A-D8B5-6FB84F636228}"/>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15</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124936370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Markov Decision Process">
            <a:extLst>
              <a:ext uri="{FF2B5EF4-FFF2-40B4-BE49-F238E27FC236}">
                <a16:creationId xmlns:a16="http://schemas.microsoft.com/office/drawing/2014/main" id="{BBF5CC59-4868-4EA8-0154-5460CFEA6DED}"/>
              </a:ext>
            </a:extLst>
          </p:cNvPr>
          <p:cNvSpPr txBox="1">
            <a:spLocks noGrp="1"/>
          </p:cNvSpPr>
          <p:nvPr>
            <p:ph type="title"/>
          </p:nvPr>
        </p:nvSpPr>
        <p:spPr>
          <a:xfrm>
            <a:off x="207852" y="-242094"/>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Markov Decision Process</a:t>
            </a:r>
            <a:r>
              <a:rPr lang="en-US" sz="3200" b="0" dirty="0">
                <a:uFill>
                  <a:solidFill>
                    <a:srgbClr val="000000"/>
                  </a:solidFill>
                </a:uFill>
                <a:latin typeface="+mn-lt"/>
                <a:ea typeface="+mn-ea"/>
                <a:cs typeface="+mn-cs"/>
                <a:sym typeface="Arial"/>
              </a:rPr>
              <a:t> (MDP)</a:t>
            </a:r>
            <a:endParaRPr sz="3200" b="0" dirty="0">
              <a:uFill>
                <a:solidFill>
                  <a:srgbClr val="000000"/>
                </a:solidFill>
              </a:uFill>
              <a:latin typeface="+mn-lt"/>
              <a:ea typeface="+mn-ea"/>
              <a:cs typeface="+mn-cs"/>
              <a:sym typeface="Arial"/>
            </a:endParaRPr>
          </a:p>
        </p:txBody>
      </p:sp>
      <p:sp>
        <p:nvSpPr>
          <p:cNvPr id="3" name="object 19">
            <a:extLst>
              <a:ext uri="{FF2B5EF4-FFF2-40B4-BE49-F238E27FC236}">
                <a16:creationId xmlns:a16="http://schemas.microsoft.com/office/drawing/2014/main" id="{108C5BBB-0E14-5381-7FF5-C3B0B102B9B7}"/>
              </a:ext>
            </a:extLst>
          </p:cNvPr>
          <p:cNvSpPr txBox="1"/>
          <p:nvPr/>
        </p:nvSpPr>
        <p:spPr>
          <a:xfrm>
            <a:off x="209769" y="1055113"/>
            <a:ext cx="8327368" cy="52732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dirty="0">
                <a:ln>
                  <a:noFill/>
                </a:ln>
                <a:solidFill>
                  <a:srgbClr val="000000"/>
                </a:solidFill>
                <a:effectLst/>
                <a:uLnTx/>
                <a:uFillTx/>
                <a:latin typeface="Gill Sans"/>
                <a:sym typeface="Gill Sans"/>
              </a:rPr>
              <a:t>Markov decision processes are a formal description </a:t>
            </a:r>
            <a:br>
              <a:rPr kumimoji="0" sz="2800" b="0" i="0" u="none" strike="noStrike" kern="0" cap="none" spc="0" normalizeH="0" baseline="0" noProof="0" dirty="0">
                <a:ln>
                  <a:noFill/>
                </a:ln>
                <a:solidFill>
                  <a:srgbClr val="000000"/>
                </a:solidFill>
                <a:effectLst/>
                <a:uLnTx/>
                <a:uFillTx/>
                <a:latin typeface="Gill Sans"/>
                <a:sym typeface="Gill Sans"/>
              </a:rPr>
            </a:br>
            <a:r>
              <a:rPr kumimoji="0" sz="2800" b="0" i="0" u="none" strike="noStrike" kern="0" cap="none" spc="0" normalizeH="0" baseline="0" noProof="0" dirty="0">
                <a:ln>
                  <a:noFill/>
                </a:ln>
                <a:solidFill>
                  <a:srgbClr val="000000"/>
                </a:solidFill>
                <a:effectLst/>
                <a:uLnTx/>
                <a:uFillTx/>
                <a:latin typeface="Gill Sans"/>
                <a:sym typeface="Gill Sans"/>
              </a:rPr>
              <a:t>of an RL environment</a:t>
            </a:r>
          </a:p>
          <a:p>
            <a:pPr marL="0" marR="0" lvl="0" indent="0" algn="l" defTabSz="406400" rtl="0" eaLnBrk="1" fontAlgn="auto" latinLnBrk="0" hangingPunct="0">
              <a:lnSpc>
                <a:spcPct val="100000"/>
              </a:lnSpc>
              <a:spcBef>
                <a:spcPts val="0"/>
              </a:spcBef>
              <a:spcAft>
                <a:spcPts val="0"/>
              </a:spcAft>
              <a:buClrTx/>
              <a:buSzTx/>
              <a:buFontTx/>
              <a:buNone/>
              <a:tabLst/>
              <a:defRPr/>
            </a:pPr>
            <a:endParaRPr kumimoji="0" sz="2800" b="0" i="0"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dirty="0">
                <a:ln>
                  <a:noFill/>
                </a:ln>
                <a:solidFill>
                  <a:srgbClr val="000000"/>
                </a:solidFill>
                <a:effectLst/>
                <a:uLnTx/>
                <a:uFillTx/>
                <a:latin typeface="Gill Sans"/>
                <a:sym typeface="Gill Sans"/>
              </a:rPr>
              <a:t>Describes </a:t>
            </a:r>
            <a:r>
              <a:rPr kumimoji="0" lang="en-US" sz="2800" b="0" i="0" u="none" strike="noStrike" kern="0" cap="none" spc="0" normalizeH="0" baseline="0" noProof="0" dirty="0">
                <a:ln>
                  <a:noFill/>
                </a:ln>
                <a:solidFill>
                  <a:srgbClr val="FF0000"/>
                </a:solidFill>
                <a:effectLst/>
                <a:uLnTx/>
                <a:uFillTx/>
                <a:latin typeface="Gill Sans"/>
                <a:sym typeface="Gill Sans"/>
              </a:rPr>
              <a:t>decision making </a:t>
            </a:r>
            <a:r>
              <a:rPr kumimoji="0" lang="en-US" sz="2800" b="0" i="0" u="none" strike="noStrike" kern="0" cap="none" spc="0" normalizeH="0" baseline="0" noProof="0" dirty="0">
                <a:ln>
                  <a:noFill/>
                </a:ln>
                <a:solidFill>
                  <a:srgbClr val="000000"/>
                </a:solidFill>
                <a:effectLst/>
                <a:uLnTx/>
                <a:uFillTx/>
                <a:latin typeface="Gill Sans"/>
                <a:sym typeface="Gill Sans"/>
              </a:rPr>
              <a:t>in </a:t>
            </a:r>
            <a:r>
              <a:rPr kumimoji="0" sz="2800" b="0" i="0" u="none" strike="noStrike" kern="0" cap="none" spc="0" normalizeH="0" baseline="0" noProof="0" dirty="0">
                <a:ln>
                  <a:noFill/>
                </a:ln>
                <a:solidFill>
                  <a:srgbClr val="000000"/>
                </a:solidFill>
                <a:effectLst/>
                <a:uLnTx/>
                <a:uFillTx/>
                <a:latin typeface="Gill Sans"/>
                <a:sym typeface="Gill Sans"/>
              </a:rPr>
              <a:t>a fully observable environment, i.e. the state completely </a:t>
            </a:r>
            <a:r>
              <a:rPr kumimoji="0" sz="2800" b="0" i="0" u="none" strike="noStrike" kern="0" cap="none" spc="0" normalizeH="0" baseline="0" noProof="0" dirty="0" err="1">
                <a:ln>
                  <a:noFill/>
                </a:ln>
                <a:solidFill>
                  <a:srgbClr val="000000"/>
                </a:solidFill>
                <a:effectLst/>
                <a:uLnTx/>
                <a:uFillTx/>
                <a:latin typeface="Gill Sans"/>
                <a:sym typeface="Gill Sans"/>
              </a:rPr>
              <a:t>characterises</a:t>
            </a:r>
            <a:r>
              <a:rPr kumimoji="0" sz="2800" b="0" i="0" u="none" strike="noStrike" kern="0" cap="none" spc="0" normalizeH="0" baseline="0" noProof="0" dirty="0">
                <a:ln>
                  <a:noFill/>
                </a:ln>
                <a:solidFill>
                  <a:srgbClr val="000000"/>
                </a:solidFill>
                <a:effectLst/>
                <a:uLnTx/>
                <a:uFillTx/>
                <a:latin typeface="Gill Sans"/>
                <a:sym typeface="Gill Sans"/>
              </a:rPr>
              <a:t> the process </a:t>
            </a:r>
          </a:p>
          <a:p>
            <a:pPr marL="0" marR="0" lvl="0" indent="0" algn="l" defTabSz="406400" rtl="0" eaLnBrk="1" fontAlgn="auto" latinLnBrk="0" hangingPunct="0">
              <a:lnSpc>
                <a:spcPct val="100000"/>
              </a:lnSpc>
              <a:spcBef>
                <a:spcPts val="0"/>
              </a:spcBef>
              <a:spcAft>
                <a:spcPts val="0"/>
              </a:spcAft>
              <a:buClrTx/>
              <a:buSzTx/>
              <a:buFontTx/>
              <a:buNone/>
              <a:tabLst/>
              <a:defRPr/>
            </a:pPr>
            <a:endParaRPr kumimoji="0" sz="2800" b="0" i="0"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dirty="0">
                <a:ln>
                  <a:noFill/>
                </a:ln>
                <a:solidFill>
                  <a:srgbClr val="000000"/>
                </a:solidFill>
                <a:effectLst/>
                <a:uLnTx/>
                <a:uFillTx/>
                <a:latin typeface="Gill Sans"/>
                <a:sym typeface="Gill Sans"/>
              </a:rPr>
              <a:t>Special forms, extensions:</a:t>
            </a:r>
            <a:br>
              <a:rPr kumimoji="0" sz="2800" b="0" i="0" u="none" strike="noStrike" kern="0" cap="none" spc="0" normalizeH="0" baseline="0" noProof="0" dirty="0">
                <a:ln>
                  <a:noFill/>
                </a:ln>
                <a:solidFill>
                  <a:srgbClr val="000000"/>
                </a:solidFill>
                <a:effectLst/>
                <a:uLnTx/>
                <a:uFillTx/>
                <a:latin typeface="Gill Sans"/>
                <a:sym typeface="Gill Sans"/>
              </a:rPr>
            </a:br>
            <a:endParaRPr kumimoji="0" sz="2800" b="0" i="0" u="none" strike="noStrike" kern="0" cap="none" spc="0" normalizeH="0" baseline="0" noProof="0" dirty="0">
              <a:ln>
                <a:noFill/>
              </a:ln>
              <a:solidFill>
                <a:srgbClr val="000000"/>
              </a:solidFill>
              <a:effectLst/>
              <a:uLnTx/>
              <a:uFillTx/>
              <a:latin typeface="Gill Sans"/>
              <a:sym typeface="Gill Sans"/>
            </a:endParaRPr>
          </a:p>
          <a:p>
            <a:pPr marL="228600" marR="0" lvl="0" indent="-228600" algn="l" defTabSz="406400" rtl="0" eaLnBrk="1" fontAlgn="auto" latinLnBrk="0" hangingPunct="0">
              <a:lnSpc>
                <a:spcPct val="10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bandits: single-state MDPs </a:t>
            </a:r>
          </a:p>
          <a:p>
            <a:pPr marL="228600" marR="0" lvl="0" indent="-228600" algn="l" defTabSz="406400" rtl="0" eaLnBrk="1" fontAlgn="auto" latinLnBrk="0" hangingPunct="0">
              <a:lnSpc>
                <a:spcPct val="10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continuous MDPs (control)</a:t>
            </a:r>
          </a:p>
          <a:p>
            <a:pPr marL="228600" marR="0" lvl="0" indent="-228600" algn="l" defTabSz="406400" rtl="0" eaLnBrk="1" fontAlgn="auto" latinLnBrk="0" hangingPunct="0">
              <a:lnSpc>
                <a:spcPct val="100000"/>
              </a:lnSpc>
              <a:spcBef>
                <a:spcPts val="0"/>
              </a:spcBef>
              <a:spcAft>
                <a:spcPts val="0"/>
              </a:spcAft>
              <a:buClrTx/>
              <a:buSzPct val="100000"/>
              <a:buFontTx/>
              <a:buChar char="•"/>
              <a:tabLst/>
              <a:defRPr/>
            </a:pPr>
            <a:r>
              <a:rPr kumimoji="0" lang="en-US" sz="2800" b="0" i="0" u="none" strike="noStrike" kern="0" cap="none" spc="0" normalizeH="0" baseline="0" noProof="0" dirty="0">
                <a:ln>
                  <a:noFill/>
                </a:ln>
                <a:solidFill>
                  <a:srgbClr val="000000"/>
                </a:solidFill>
                <a:effectLst/>
                <a:uLnTx/>
                <a:uFillTx/>
                <a:latin typeface="Gill Sans"/>
                <a:sym typeface="Gill Sans"/>
              </a:rPr>
              <a:t>partially observable environments </a:t>
            </a:r>
            <a:r>
              <a:rPr kumimoji="0" sz="2800" b="0" i="0" u="none" strike="noStrike" kern="0" cap="none" spc="0" normalizeH="0" baseline="0" noProof="0" dirty="0">
                <a:ln>
                  <a:noFill/>
                </a:ln>
                <a:solidFill>
                  <a:srgbClr val="000000"/>
                </a:solidFill>
                <a:effectLst/>
                <a:uLnTx/>
                <a:uFillTx/>
                <a:latin typeface="Gill Sans"/>
                <a:sym typeface="Gill Sans"/>
              </a:rPr>
              <a:t>(POMDP)</a:t>
            </a:r>
          </a:p>
        </p:txBody>
      </p:sp>
      <p:sp>
        <p:nvSpPr>
          <p:cNvPr id="4" name="Date Placeholder 3">
            <a:extLst>
              <a:ext uri="{FF2B5EF4-FFF2-40B4-BE49-F238E27FC236}">
                <a16:creationId xmlns:a16="http://schemas.microsoft.com/office/drawing/2014/main" id="{FF34B497-98B1-E7D6-2EAC-3659B8EB5129}"/>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908A98AD-6ACF-EA81-3E96-950A6A163C65}"/>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EBE2422C-3A5E-BE26-3C0C-DED5B0EAB4E9}"/>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16</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208711572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Example: The 7 lives of cats (MC)">
            <a:extLst>
              <a:ext uri="{FF2B5EF4-FFF2-40B4-BE49-F238E27FC236}">
                <a16:creationId xmlns:a16="http://schemas.microsoft.com/office/drawing/2014/main" id="{35EC2B27-335B-AEB5-4726-75F27D51660F}"/>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Example: The 7 lives of cats (MC)</a:t>
            </a:r>
          </a:p>
        </p:txBody>
      </p:sp>
      <p:pic>
        <p:nvPicPr>
          <p:cNvPr id="3" name="7 Lives of Cats (MC).png" descr="7 Lives of Cats (MC).png">
            <a:extLst>
              <a:ext uri="{FF2B5EF4-FFF2-40B4-BE49-F238E27FC236}">
                <a16:creationId xmlns:a16="http://schemas.microsoft.com/office/drawing/2014/main" id="{234FF222-D49F-E19B-B5C8-77DF237C0B37}"/>
              </a:ext>
            </a:extLst>
          </p:cNvPr>
          <p:cNvPicPr>
            <a:picLocks noChangeAspect="1"/>
          </p:cNvPicPr>
          <p:nvPr/>
        </p:nvPicPr>
        <p:blipFill>
          <a:blip r:embed="rId3"/>
          <a:stretch>
            <a:fillRect/>
          </a:stretch>
        </p:blipFill>
        <p:spPr>
          <a:xfrm rot="21540000">
            <a:off x="2173287" y="1586091"/>
            <a:ext cx="4572001" cy="4572001"/>
          </a:xfrm>
          <a:prstGeom prst="rect">
            <a:avLst/>
          </a:prstGeom>
          <a:ln w="12700">
            <a:miter lim="400000"/>
          </a:ln>
        </p:spPr>
      </p:pic>
      <p:sp>
        <p:nvSpPr>
          <p:cNvPr id="4" name="Date Placeholder 3">
            <a:extLst>
              <a:ext uri="{FF2B5EF4-FFF2-40B4-BE49-F238E27FC236}">
                <a16:creationId xmlns:a16="http://schemas.microsoft.com/office/drawing/2014/main" id="{97A674DC-8607-77F1-43D9-470388566316}"/>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4B401EFB-DA88-7B15-F949-3CF1D1937992}"/>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80230552-30B4-4ABE-1304-F305D7392BCA}"/>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17</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922689112"/>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Reminder: Markov Chain">
            <a:extLst>
              <a:ext uri="{FF2B5EF4-FFF2-40B4-BE49-F238E27FC236}">
                <a16:creationId xmlns:a16="http://schemas.microsoft.com/office/drawing/2014/main" id="{8CF33AF4-DA56-A8CC-D36B-49ED1981133A}"/>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Reminder: Markov Chain</a:t>
            </a:r>
          </a:p>
        </p:txBody>
      </p:sp>
      <mc:AlternateContent xmlns:mc="http://schemas.openxmlformats.org/markup-compatibility/2006" xmlns:a14="http://schemas.microsoft.com/office/drawing/2010/main">
        <mc:Choice Requires="a14">
          <p:sp>
            <p:nvSpPr>
              <p:cNvPr id="3" name="object 19">
                <a:extLst>
                  <a:ext uri="{FF2B5EF4-FFF2-40B4-BE49-F238E27FC236}">
                    <a16:creationId xmlns:a16="http://schemas.microsoft.com/office/drawing/2014/main" id="{D4806083-5E88-E711-4819-598192540111}"/>
                  </a:ext>
                </a:extLst>
              </p:cNvPr>
              <p:cNvSpPr txBox="1"/>
              <p:nvPr/>
            </p:nvSpPr>
            <p:spPr>
              <a:xfrm>
                <a:off x="295603" y="1579800"/>
                <a:ext cx="8327368" cy="4960461"/>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lIns="50800" tIns="50800" rIns="50800" bIns="50800" anchor="ctr">
                <a:spAutoFit/>
              </a:body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dirty="0">
                    <a:ln>
                      <a:noFill/>
                    </a:ln>
                    <a:solidFill>
                      <a:srgbClr val="000000"/>
                    </a:solidFill>
                    <a:effectLst/>
                    <a:uLnTx/>
                    <a:uFillTx/>
                    <a:latin typeface="Gill Sans"/>
                    <a:sym typeface="Gill Sans"/>
                  </a:rPr>
                  <a:t>A Markov chain (</a:t>
                </a:r>
                <a:r>
                  <a:rPr kumimoji="0" sz="2800" b="0" i="1" u="none" strike="noStrike" kern="0" cap="none" spc="0" normalizeH="0" baseline="0" noProof="0" dirty="0">
                    <a:ln>
                      <a:noFill/>
                    </a:ln>
                    <a:solidFill>
                      <a:srgbClr val="000000"/>
                    </a:solidFill>
                    <a:effectLst/>
                    <a:uLnTx/>
                    <a:uFillTx/>
                    <a:latin typeface="Gill Sans"/>
                    <a:sym typeface="Gill Sans"/>
                  </a:rPr>
                  <a:t>S</a:t>
                </a:r>
                <a:r>
                  <a:rPr kumimoji="0" sz="2800" b="0" i="0" u="none" strike="noStrike" kern="0" cap="none" spc="0" normalizeH="0" baseline="0" noProof="0" dirty="0">
                    <a:ln>
                      <a:noFill/>
                    </a:ln>
                    <a:solidFill>
                      <a:srgbClr val="000000"/>
                    </a:solidFill>
                    <a:effectLst/>
                    <a:uLnTx/>
                    <a:uFillTx/>
                    <a:latin typeface="Gill Sans"/>
                    <a:sym typeface="Gill Sans"/>
                  </a:rPr>
                  <a:t>, </a:t>
                </a:r>
                <a:r>
                  <a:rPr kumimoji="0" sz="2800" b="0" i="1" u="none" strike="noStrike" kern="0" cap="none" spc="0" normalizeH="0" baseline="0" noProof="0" dirty="0">
                    <a:ln>
                      <a:noFill/>
                    </a:ln>
                    <a:solidFill>
                      <a:srgbClr val="000000"/>
                    </a:solidFill>
                    <a:effectLst/>
                    <a:uLnTx/>
                    <a:uFillTx/>
                    <a:latin typeface="Gill Sans"/>
                    <a:sym typeface="Gill Sans"/>
                  </a:rPr>
                  <a:t>P</a:t>
                </a:r>
                <a:r>
                  <a:rPr kumimoji="0" sz="2800" b="0" i="0" u="none" strike="noStrike" kern="0" cap="none" spc="0" normalizeH="0" baseline="0" noProof="0" dirty="0">
                    <a:ln>
                      <a:noFill/>
                    </a:ln>
                    <a:solidFill>
                      <a:srgbClr val="000000"/>
                    </a:solidFill>
                    <a:effectLst/>
                    <a:uLnTx/>
                    <a:uFillTx/>
                    <a:latin typeface="Gill Sans"/>
                    <a:sym typeface="Gill Sans"/>
                  </a:rPr>
                  <a:t>) is a memoryless process given by a sequence of random states </a:t>
                </a:r>
              </a:p>
              <a:p>
                <a:pPr marL="0" marR="0" lvl="0" indent="0" algn="l" defTabSz="406400" rtl="0" eaLnBrk="1" fontAlgn="auto" latinLnBrk="0" hangingPunct="0">
                  <a:lnSpc>
                    <a:spcPct val="100000"/>
                  </a:lnSpc>
                  <a:spcBef>
                    <a:spcPts val="0"/>
                  </a:spcBef>
                  <a:spcAft>
                    <a:spcPts val="0"/>
                  </a:spcAft>
                  <a:buClrTx/>
                  <a:buSzTx/>
                  <a:buFontTx/>
                  <a:buNone/>
                  <a:tabLst/>
                  <a:defRPr/>
                </a:pPr>
                <a:endParaRPr kumimoji="0" sz="2800" b="0" i="0" u="none" strike="noStrike" kern="0" cap="none" spc="0" normalizeH="0" baseline="0" noProof="0" dirty="0">
                  <a:ln>
                    <a:noFill/>
                  </a:ln>
                  <a:solidFill>
                    <a:srgbClr val="000000"/>
                  </a:solidFill>
                  <a:effectLst/>
                  <a:uLnTx/>
                  <a:uFillTx/>
                  <a:latin typeface="Gill Sans"/>
                  <a:sym typeface="Gill Sans"/>
                </a:endParaRPr>
              </a:p>
              <a:p>
                <a:pPr marL="228600" marR="0" lvl="0" indent="-228600" algn="l" defTabSz="406400" rtl="0" eaLnBrk="1" fontAlgn="auto" latinLnBrk="0" hangingPunct="0">
                  <a:lnSpc>
                    <a:spcPct val="100000"/>
                  </a:lnSpc>
                  <a:spcBef>
                    <a:spcPts val="0"/>
                  </a:spcBef>
                  <a:spcAft>
                    <a:spcPts val="0"/>
                  </a:spcAft>
                  <a:buClrTx/>
                  <a:buSzPct val="100000"/>
                  <a:buFontTx/>
                  <a:buChar char="•"/>
                  <a:tabLst/>
                  <a:defRPr/>
                </a:pPr>
                <a:r>
                  <a:rPr kumimoji="0" sz="2800" b="0" i="1" u="none" strike="noStrike" kern="0" cap="none" spc="0" normalizeH="0" baseline="0" noProof="0" dirty="0">
                    <a:ln>
                      <a:noFill/>
                    </a:ln>
                    <a:solidFill>
                      <a:srgbClr val="000000"/>
                    </a:solidFill>
                    <a:effectLst/>
                    <a:uLnTx/>
                    <a:uFillTx/>
                    <a:latin typeface="Gill Sans"/>
                    <a:sym typeface="Gill Sans"/>
                  </a:rPr>
                  <a:t>S </a:t>
                </a:r>
                <a:r>
                  <a:rPr kumimoji="0" sz="2800" b="0" i="0" u="none" strike="noStrike" kern="0" cap="none" spc="0" normalizeH="0" baseline="0" noProof="0" dirty="0">
                    <a:ln>
                      <a:noFill/>
                    </a:ln>
                    <a:solidFill>
                      <a:srgbClr val="000000"/>
                    </a:solidFill>
                    <a:effectLst/>
                    <a:uLnTx/>
                    <a:uFillTx/>
                    <a:latin typeface="Gill Sans"/>
                    <a:sym typeface="Gill Sans"/>
                  </a:rPr>
                  <a:t>is a finite set of states and </a:t>
                </a:r>
              </a:p>
              <a:p>
                <a:pPr marL="228600" marR="0" lvl="0" indent="-228600" algn="l" defTabSz="406400" rtl="0" eaLnBrk="1" fontAlgn="auto" latinLnBrk="0" hangingPunct="0">
                  <a:lnSpc>
                    <a:spcPct val="100000"/>
                  </a:lnSpc>
                  <a:spcBef>
                    <a:spcPts val="0"/>
                  </a:spcBef>
                  <a:spcAft>
                    <a:spcPts val="0"/>
                  </a:spcAft>
                  <a:buClrTx/>
                  <a:buSzPct val="100000"/>
                  <a:buFontTx/>
                  <a:buChar char="•"/>
                  <a:tabLst/>
                  <a:defRPr/>
                </a:pPr>
                <a:r>
                  <a:rPr kumimoji="0" sz="2800" b="0" i="1" u="none" strike="noStrike" kern="0" cap="none" spc="0" normalizeH="0" baseline="0" noProof="0" dirty="0">
                    <a:ln>
                      <a:noFill/>
                    </a:ln>
                    <a:solidFill>
                      <a:srgbClr val="000000"/>
                    </a:solidFill>
                    <a:effectLst/>
                    <a:uLnTx/>
                    <a:uFillTx/>
                    <a:latin typeface="Gill Sans"/>
                    <a:sym typeface="Gill Sans"/>
                  </a:rPr>
                  <a:t>P</a:t>
                </a:r>
                <a:r>
                  <a:rPr kumimoji="0" sz="2800" b="0" i="0" u="none" strike="noStrike" kern="0" cap="none" spc="0" normalizeH="0" baseline="0" noProof="0" dirty="0">
                    <a:ln>
                      <a:noFill/>
                    </a:ln>
                    <a:solidFill>
                      <a:srgbClr val="000000"/>
                    </a:solidFill>
                    <a:effectLst/>
                    <a:uLnTx/>
                    <a:uFillTx/>
                    <a:latin typeface="Gill Sans"/>
                    <a:sym typeface="Gill Sans"/>
                  </a:rPr>
                  <a:t> is a stochastic matrix i</a:t>
                </a:r>
                <a:r>
                  <a:rPr kumimoji="0" lang="en-US" sz="2800" b="0" i="0" u="none" strike="noStrike" kern="0" cap="none" spc="0" normalizeH="0" baseline="0" noProof="0" dirty="0">
                    <a:ln>
                      <a:noFill/>
                    </a:ln>
                    <a:solidFill>
                      <a:srgbClr val="000000"/>
                    </a:solidFill>
                    <a:effectLst/>
                    <a:uLnTx/>
                    <a:uFillTx/>
                    <a:latin typeface="Gill Sans"/>
                    <a:sym typeface="Gill Sans"/>
                  </a:rPr>
                  <a:t>.</a:t>
                </a:r>
                <a:r>
                  <a:rPr kumimoji="0" sz="2800" b="0" i="0" u="none" strike="noStrike" kern="0" cap="none" spc="0" normalizeH="0" baseline="0" noProof="0" dirty="0">
                    <a:ln>
                      <a:noFill/>
                    </a:ln>
                    <a:solidFill>
                      <a:srgbClr val="000000"/>
                    </a:solidFill>
                    <a:effectLst/>
                    <a:uLnTx/>
                    <a:uFillTx/>
                    <a:latin typeface="Gill Sans"/>
                    <a:sym typeface="Gill Sans"/>
                  </a:rPr>
                  <a:t>e.</a:t>
                </a:r>
                <a:r>
                  <a:rPr kumimoji="0" lang="en-US" sz="2800" b="0" i="0" u="none" strike="noStrike" kern="0" cap="none" spc="0" normalizeH="0" baseline="0" noProof="0" dirty="0">
                    <a:ln>
                      <a:noFill/>
                    </a:ln>
                    <a:solidFill>
                      <a:srgbClr val="000000"/>
                    </a:solidFill>
                    <a:effectLst/>
                    <a:uLnTx/>
                    <a:uFillTx/>
                    <a:latin typeface="Gill Sans"/>
                    <a:sym typeface="Gill Sans"/>
                  </a:rPr>
                  <a:t>,</a:t>
                </a:r>
                <a:r>
                  <a:rPr kumimoji="0" sz="2800" b="0" i="0" u="none" strike="noStrike" kern="0" cap="none" spc="0" normalizeH="0" baseline="0" noProof="0" dirty="0">
                    <a:ln>
                      <a:noFill/>
                    </a:ln>
                    <a:solidFill>
                      <a:srgbClr val="000000"/>
                    </a:solidFill>
                    <a:effectLst/>
                    <a:uLnTx/>
                    <a:uFillTx/>
                    <a:latin typeface="Gill Sans"/>
                    <a:sym typeface="Gill Sans"/>
                  </a:rPr>
                  <a:t> all row sums are</a:t>
                </a:r>
                <a:br>
                  <a:rPr kumimoji="0" sz="2800" b="0" i="0" u="none" strike="noStrike" kern="0" cap="none" spc="0" normalizeH="0" baseline="0" noProof="0" dirty="0">
                    <a:ln>
                      <a:noFill/>
                    </a:ln>
                    <a:solidFill>
                      <a:srgbClr val="000000"/>
                    </a:solidFill>
                    <a:effectLst/>
                    <a:uLnTx/>
                    <a:uFillTx/>
                    <a:latin typeface="Gill Sans"/>
                    <a:sym typeface="Gill Sans"/>
                  </a:rPr>
                </a:br>
                <a:r>
                  <a:rPr kumimoji="0" sz="2800" b="0" i="0" u="none" strike="noStrike" kern="0" cap="none" spc="0" normalizeH="0" baseline="0" noProof="0" dirty="0">
                    <a:ln>
                      <a:noFill/>
                    </a:ln>
                    <a:solidFill>
                      <a:srgbClr val="000000"/>
                    </a:solidFill>
                    <a:effectLst/>
                    <a:uLnTx/>
                    <a:uFillTx/>
                    <a:latin typeface="Gill Sans"/>
                    <a:sym typeface="Gill Sans"/>
                  </a:rPr>
                  <a:t> </a:t>
                </a:r>
                <a14:m>
                  <m:oMath xmlns:m="http://schemas.openxmlformats.org/officeDocument/2006/math">
                    <m:limLow>
                      <m:limLow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limLow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e>
                      <m:lim>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𝑗</m:t>
                        </m:r>
                      </m:lim>
                    </m:limLow>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𝑃</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𝑖</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𝑗</m:t>
                        </m:r>
                      </m:sub>
                    </m:sSub>
                  </m:oMath>
                </a14:m>
                <a:endParaRPr kumimoji="0" sz="2800" b="0" i="1"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endParaRPr kumimoji="0" sz="2800" b="0" i="1"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endParaRPr kumimoji="0" sz="1050" b="0" i="1"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14:m>
                  <m:oMath xmlns:m="http://schemas.openxmlformats.org/officeDocument/2006/math">
                    <m:r>
                      <a:rPr kumimoji="0" lang="en-US" sz="2800" b="0" i="1" u="none" strike="noStrike" kern="0" cap="none" spc="0" normalizeH="0" baseline="0" noProof="0" dirty="0" smtClean="0">
                        <a:ln>
                          <a:noFill/>
                        </a:ln>
                        <a:solidFill>
                          <a:srgbClr val="000000"/>
                        </a:solidFill>
                        <a:effectLst/>
                        <a:uLnTx/>
                        <a:uFillTx/>
                        <a:latin typeface="Cambria Math" panose="02040503050406030204" pitchFamily="18" charset="0"/>
                        <a:sym typeface="Gill Sans"/>
                      </a:rPr>
                      <m:t>𝑃</m:t>
                    </m:r>
                  </m:oMath>
                </a14:m>
                <a:r>
                  <a:rPr kumimoji="0" sz="2800" b="0" i="0" u="none" strike="noStrike" kern="0" cap="none" spc="0" normalizeH="0" baseline="0" noProof="0" dirty="0">
                    <a:ln>
                      <a:noFill/>
                    </a:ln>
                    <a:solidFill>
                      <a:srgbClr val="000000"/>
                    </a:solidFill>
                    <a:effectLst/>
                    <a:uLnTx/>
                    <a:uFillTx/>
                    <a:latin typeface="Gill Sans"/>
                    <a:sym typeface="Gill Sans"/>
                  </a:rPr>
                  <a:t> describes the state transition probabilities, i</a:t>
                </a:r>
                <a:r>
                  <a:rPr kumimoji="0" lang="en-US" sz="2800" b="0" i="0" u="none" strike="noStrike" kern="0" cap="none" spc="0" normalizeH="0" baseline="0" noProof="0" dirty="0">
                    <a:ln>
                      <a:noFill/>
                    </a:ln>
                    <a:solidFill>
                      <a:srgbClr val="000000"/>
                    </a:solidFill>
                    <a:effectLst/>
                    <a:uLnTx/>
                    <a:uFillTx/>
                    <a:latin typeface="Gill Sans"/>
                    <a:sym typeface="Gill Sans"/>
                  </a:rPr>
                  <a:t>.</a:t>
                </a:r>
                <a:r>
                  <a:rPr kumimoji="0" sz="2800" b="0" i="0" u="none" strike="noStrike" kern="0" cap="none" spc="0" normalizeH="0" baseline="0" noProof="0" dirty="0">
                    <a:ln>
                      <a:noFill/>
                    </a:ln>
                    <a:solidFill>
                      <a:srgbClr val="000000"/>
                    </a:solidFill>
                    <a:effectLst/>
                    <a:uLnTx/>
                    <a:uFillTx/>
                    <a:latin typeface="Gill Sans"/>
                    <a:sym typeface="Gill Sans"/>
                  </a:rPr>
                  <a:t>e</a:t>
                </a:r>
                <a:r>
                  <a:rPr kumimoji="0" lang="en-US" sz="2800" b="0" i="0" u="none" strike="noStrike" kern="0" cap="none" spc="0" normalizeH="0" baseline="0" noProof="0" dirty="0">
                    <a:ln>
                      <a:noFill/>
                    </a:ln>
                    <a:solidFill>
                      <a:srgbClr val="000000"/>
                    </a:solidFill>
                    <a:effectLst/>
                    <a:uLnTx/>
                    <a:uFillTx/>
                    <a:latin typeface="Gill Sans"/>
                    <a:sym typeface="Gill Sans"/>
                  </a:rPr>
                  <a:t>.,</a:t>
                </a:r>
                <a:br>
                  <a:rPr kumimoji="0" sz="2800" b="0" i="0" u="none" strike="noStrike" kern="0" cap="none" spc="0" normalizeH="0" baseline="0" noProof="0" dirty="0">
                    <a:ln>
                      <a:noFill/>
                    </a:ln>
                    <a:solidFill>
                      <a:srgbClr val="000000"/>
                    </a:solidFill>
                    <a:effectLst/>
                    <a:uLnTx/>
                    <a:uFillTx/>
                    <a:latin typeface="Gill Sans"/>
                    <a:sym typeface="Gill Sans"/>
                  </a:rPr>
                </a:br>
                <a:endParaRPr kumimoji="0" sz="2800" b="0" i="0"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𝑃</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p>
                            <m:sSup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p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p>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up>
                          </m:sSup>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𝑃</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+1</m:t>
                          </m:r>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p>
                        <m:sSup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p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p>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up>
                      </m:sSup>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m:oMathPara>
                </a14:m>
                <a:endParaRPr kumimoji="0" sz="2800" b="0" i="0" u="none" strike="noStrike" kern="0" cap="none" spc="0" normalizeH="0" baseline="0" noProof="0" dirty="0">
                  <a:ln>
                    <a:noFill/>
                  </a:ln>
                  <a:solidFill>
                    <a:srgbClr val="000000"/>
                  </a:solidFill>
                  <a:effectLst/>
                  <a:uLnTx/>
                  <a:uFillTx/>
                  <a:latin typeface="Gill Sans"/>
                  <a:sym typeface="Gill Sans"/>
                </a:endParaRPr>
              </a:p>
            </p:txBody>
          </p:sp>
        </mc:Choice>
        <mc:Fallback xmlns="">
          <p:sp>
            <p:nvSpPr>
              <p:cNvPr id="3" name="object 19">
                <a:extLst>
                  <a:ext uri="{FF2B5EF4-FFF2-40B4-BE49-F238E27FC236}">
                    <a16:creationId xmlns:a16="http://schemas.microsoft.com/office/drawing/2014/main" id="{D4806083-5E88-E711-4819-598192540111}"/>
                  </a:ext>
                </a:extLst>
              </p:cNvPr>
              <p:cNvSpPr txBox="1">
                <a:spLocks noRot="1" noChangeAspect="1" noMove="1" noResize="1" noEditPoints="1" noAdjustHandles="1" noChangeArrowheads="1" noChangeShapeType="1" noTextEdit="1"/>
              </p:cNvSpPr>
              <p:nvPr/>
            </p:nvSpPr>
            <p:spPr>
              <a:xfrm>
                <a:off x="295603" y="1579800"/>
                <a:ext cx="8327368" cy="4960461"/>
              </a:xfrm>
              <a:prstGeom prst="rect">
                <a:avLst/>
              </a:prstGeom>
              <a:blipFill>
                <a:blip r:embed="rId3"/>
                <a:stretch>
                  <a:fillRect l="-1975" r="-2195"/>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6775ED9D-4C57-DD18-9AE2-B2F47A2869E2}"/>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1CB240A3-298D-F41C-DF15-3F08E6B6DA02}"/>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E436AC35-D30F-BA7D-338B-7E517E95F165}"/>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18</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3700364770"/>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Example: The 7 lives of cats (MC)">
            <a:extLst>
              <a:ext uri="{FF2B5EF4-FFF2-40B4-BE49-F238E27FC236}">
                <a16:creationId xmlns:a16="http://schemas.microsoft.com/office/drawing/2014/main" id="{B3400D77-2465-FE6D-F36E-AF0E8802E832}"/>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Example: The 7 lives of cats (MC)</a:t>
            </a:r>
          </a:p>
        </p:txBody>
      </p:sp>
      <p:grpSp>
        <p:nvGrpSpPr>
          <p:cNvPr id="3" name="Group">
            <a:extLst>
              <a:ext uri="{FF2B5EF4-FFF2-40B4-BE49-F238E27FC236}">
                <a16:creationId xmlns:a16="http://schemas.microsoft.com/office/drawing/2014/main" id="{AA5A8CF3-346C-403B-7F5A-6AF81F3C3C0D}"/>
              </a:ext>
            </a:extLst>
          </p:cNvPr>
          <p:cNvGrpSpPr/>
          <p:nvPr/>
        </p:nvGrpSpPr>
        <p:grpSpPr>
          <a:xfrm>
            <a:off x="142254" y="2097533"/>
            <a:ext cx="3972783" cy="3534945"/>
            <a:chOff x="0" y="0"/>
            <a:chExt cx="3972782" cy="3534943"/>
          </a:xfrm>
        </p:grpSpPr>
        <p:sp>
          <p:nvSpPr>
            <p:cNvPr id="4" name="Rectangle">
              <a:extLst>
                <a:ext uri="{FF2B5EF4-FFF2-40B4-BE49-F238E27FC236}">
                  <a16:creationId xmlns:a16="http://schemas.microsoft.com/office/drawing/2014/main" id="{4AD27EC0-2243-CA49-9B74-F2C086883668}"/>
                </a:ext>
              </a:extLst>
            </p:cNvPr>
            <p:cNvSpPr/>
            <p:nvPr/>
          </p:nvSpPr>
          <p:spPr>
            <a:xfrm>
              <a:off x="0" y="0"/>
              <a:ext cx="3972783" cy="3534944"/>
            </a:xfrm>
            <a:prstGeom prst="rect">
              <a:avLst/>
            </a:prstGeom>
            <a:solidFill>
              <a:srgbClr val="FFFFFF"/>
            </a:solidFill>
            <a:ln w="12700" cap="flat">
              <a:noFill/>
              <a:miter lim="400000"/>
            </a:ln>
            <a:effectLst/>
          </p:spPr>
          <p:txBody>
            <a:bodyPr wrap="square" lIns="50800" tIns="50800" rIns="50800" bIns="50800" numCol="1" anchor="ctr">
              <a:noAutofit/>
            </a:bodyPr>
            <a:lstStyle/>
            <a:p>
              <a:pPr marL="0" marR="0" lvl="0" indent="0" algn="ctr" defTabSz="406400" rtl="0" eaLnBrk="1" fontAlgn="auto" latinLnBrk="0" hangingPunct="0">
                <a:lnSpc>
                  <a:spcPct val="100000"/>
                </a:lnSpc>
                <a:spcBef>
                  <a:spcPts val="0"/>
                </a:spcBef>
                <a:spcAft>
                  <a:spcPts val="0"/>
                </a:spcAft>
                <a:buClrTx/>
                <a:buSzTx/>
                <a:buFontTx/>
                <a:buNone/>
                <a:tabLst/>
                <a:defRPr>
                  <a:solidFill>
                    <a:srgbClr val="FFFFFF"/>
                  </a:solidFill>
                  <a:effectLst>
                    <a:outerShdw blurRad="38100" dist="12700" dir="5400000" rotWithShape="0">
                      <a:srgbClr val="000000">
                        <a:alpha val="50000"/>
                      </a:srgbClr>
                    </a:outerShdw>
                  </a:effectLst>
                </a:defRPr>
              </a:pPr>
              <a:endParaRPr kumimoji="0" sz="28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pic>
          <p:nvPicPr>
            <p:cNvPr id="5" name="7 Lives of Cats (MC).png" descr="7 Lives of Cats (MC).png">
              <a:extLst>
                <a:ext uri="{FF2B5EF4-FFF2-40B4-BE49-F238E27FC236}">
                  <a16:creationId xmlns:a16="http://schemas.microsoft.com/office/drawing/2014/main" id="{18F046D2-058E-97DC-2E7C-1A1C35101662}"/>
                </a:ext>
              </a:extLst>
            </p:cNvPr>
            <p:cNvPicPr>
              <a:picLocks noChangeAspect="1"/>
            </p:cNvPicPr>
            <p:nvPr/>
          </p:nvPicPr>
          <p:blipFill>
            <a:blip r:embed="rId3"/>
            <a:srcRect l="710" t="839" r="710" b="839"/>
            <a:stretch>
              <a:fillRect/>
            </a:stretch>
          </p:blipFill>
          <p:spPr>
            <a:xfrm rot="21540000">
              <a:off x="491997" y="276979"/>
              <a:ext cx="2988789" cy="2980985"/>
            </a:xfrm>
            <a:prstGeom prst="rect">
              <a:avLst/>
            </a:prstGeom>
            <a:ln w="12700" cap="flat">
              <a:noFill/>
              <a:miter lim="400000"/>
            </a:ln>
            <a:effectLst/>
          </p:spPr>
        </p:pic>
      </p:grpSp>
      <p:graphicFrame>
        <p:nvGraphicFramePr>
          <p:cNvPr id="6" name="Transition Matrix">
            <a:extLst>
              <a:ext uri="{FF2B5EF4-FFF2-40B4-BE49-F238E27FC236}">
                <a16:creationId xmlns:a16="http://schemas.microsoft.com/office/drawing/2014/main" id="{1D63B315-182C-B97D-2A1D-AD729541614B}"/>
              </a:ext>
            </a:extLst>
          </p:cNvPr>
          <p:cNvGraphicFramePr/>
          <p:nvPr/>
        </p:nvGraphicFramePr>
        <p:xfrm>
          <a:off x="4348376" y="1613109"/>
          <a:ext cx="4759024" cy="3992876"/>
        </p:xfrm>
        <a:graphic>
          <a:graphicData uri="http://schemas.openxmlformats.org/drawingml/2006/table">
            <a:tbl>
              <a:tblPr firstRow="1" firstCol="1" bandRow="1">
                <a:tableStyleId>{4C3C2611-4C71-4FC5-86AE-919BDF0F9419}</a:tableStyleId>
              </a:tblPr>
              <a:tblGrid>
                <a:gridCol w="1282464">
                  <a:extLst>
                    <a:ext uri="{9D8B030D-6E8A-4147-A177-3AD203B41FA5}">
                      <a16:colId xmlns:a16="http://schemas.microsoft.com/office/drawing/2014/main" val="20000"/>
                    </a:ext>
                  </a:extLst>
                </a:gridCol>
                <a:gridCol w="695312">
                  <a:extLst>
                    <a:ext uri="{9D8B030D-6E8A-4147-A177-3AD203B41FA5}">
                      <a16:colId xmlns:a16="http://schemas.microsoft.com/office/drawing/2014/main" val="20001"/>
                    </a:ext>
                  </a:extLst>
                </a:gridCol>
                <a:gridCol w="695312">
                  <a:extLst>
                    <a:ext uri="{9D8B030D-6E8A-4147-A177-3AD203B41FA5}">
                      <a16:colId xmlns:a16="http://schemas.microsoft.com/office/drawing/2014/main" val="20002"/>
                    </a:ext>
                  </a:extLst>
                </a:gridCol>
                <a:gridCol w="695312">
                  <a:extLst>
                    <a:ext uri="{9D8B030D-6E8A-4147-A177-3AD203B41FA5}">
                      <a16:colId xmlns:a16="http://schemas.microsoft.com/office/drawing/2014/main" val="20003"/>
                    </a:ext>
                  </a:extLst>
                </a:gridCol>
                <a:gridCol w="695312">
                  <a:extLst>
                    <a:ext uri="{9D8B030D-6E8A-4147-A177-3AD203B41FA5}">
                      <a16:colId xmlns:a16="http://schemas.microsoft.com/office/drawing/2014/main" val="20004"/>
                    </a:ext>
                  </a:extLst>
                </a:gridCol>
                <a:gridCol w="695312">
                  <a:extLst>
                    <a:ext uri="{9D8B030D-6E8A-4147-A177-3AD203B41FA5}">
                      <a16:colId xmlns:a16="http://schemas.microsoft.com/office/drawing/2014/main" val="20005"/>
                    </a:ext>
                  </a:extLst>
                </a:gridCol>
              </a:tblGrid>
              <a:tr h="495300">
                <a:tc gridSpan="6">
                  <a:txBody>
                    <a:bodyPr/>
                    <a:lstStyle/>
                    <a:p>
                      <a:pPr>
                        <a:defRPr sz="1800" b="0">
                          <a:solidFill>
                            <a:srgbClr val="000000"/>
                          </a:solidFill>
                          <a:uFillTx/>
                        </a:defRPr>
                      </a:pPr>
                      <a:r>
                        <a:rPr sz="2600">
                          <a:latin typeface="Helvetica Light"/>
                          <a:ea typeface="Helvetica Light"/>
                          <a:cs typeface="Helvetica Light"/>
                          <a:sym typeface="Helvetica Light"/>
                        </a:rPr>
                        <a:t>Transition Matrix</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alpha val="0"/>
                      </a:srgb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82506">
                <a:tc>
                  <a:txBody>
                    <a:bodyPr/>
                    <a:lstStyle/>
                    <a:p>
                      <a:pPr defTabSz="914400">
                        <a:defRPr sz="2600">
                          <a:uFillTx/>
                          <a:sym typeface="Helvetica"/>
                        </a:defRPr>
                      </a:pPr>
                      <a:endParaRP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defTabSz="914400">
                        <a:defRPr sz="1800">
                          <a:uFillTx/>
                        </a:defRPr>
                      </a:pPr>
                      <a:r>
                        <a:rPr sz="2600" b="1">
                          <a:solidFill>
                            <a:srgbClr val="FFFFFF"/>
                          </a:solidFill>
                          <a:latin typeface="Helvetica"/>
                          <a:ea typeface="Helvetica"/>
                          <a:cs typeface="Helvetica"/>
                          <a:sym typeface="Helvetica"/>
                        </a:rPr>
                        <a:t>h</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defTabSz="914400">
                        <a:defRPr sz="1800">
                          <a:uFillTx/>
                        </a:defRPr>
                      </a:pPr>
                      <a:r>
                        <a:rPr sz="2600" b="1">
                          <a:solidFill>
                            <a:srgbClr val="FFFFFF"/>
                          </a:solidFill>
                          <a:latin typeface="Helvetica"/>
                          <a:ea typeface="Helvetica"/>
                          <a:cs typeface="Helvetica"/>
                          <a:sym typeface="Helvetica"/>
                        </a:rPr>
                        <a:t>s</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defTabSz="914400">
                        <a:defRPr sz="1800">
                          <a:uFillTx/>
                        </a:defRPr>
                      </a:pPr>
                      <a:r>
                        <a:rPr sz="2600" b="1">
                          <a:solidFill>
                            <a:srgbClr val="FFFFFF"/>
                          </a:solidFill>
                          <a:latin typeface="Helvetica"/>
                          <a:ea typeface="Helvetica"/>
                          <a:cs typeface="Helvetica"/>
                          <a:sym typeface="Helvetica"/>
                        </a:rPr>
                        <a:t>c</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defTabSz="914400">
                        <a:defRPr sz="1800">
                          <a:uFillTx/>
                        </a:defRPr>
                      </a:pPr>
                      <a:r>
                        <a:rPr sz="2600" b="1">
                          <a:solidFill>
                            <a:srgbClr val="FFFFFF"/>
                          </a:solidFill>
                          <a:latin typeface="Helvetica"/>
                          <a:ea typeface="Helvetica"/>
                          <a:cs typeface="Helvetica"/>
                          <a:sym typeface="Helvetica"/>
                        </a:rPr>
                        <a:t>m</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defTabSz="914400">
                        <a:defRPr sz="1800">
                          <a:uFillTx/>
                        </a:defRPr>
                      </a:pPr>
                      <a:r>
                        <a:rPr sz="2600" b="1">
                          <a:solidFill>
                            <a:srgbClr val="FFFFFF"/>
                          </a:solidFill>
                          <a:latin typeface="Helvetica"/>
                          <a:ea typeface="Helvetica"/>
                          <a:cs typeface="Helvetica"/>
                          <a:sym typeface="Helvetica"/>
                        </a:rPr>
                        <a:t>d</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582506">
                <a:tc>
                  <a:txBody>
                    <a:bodyPr/>
                    <a:lstStyle/>
                    <a:p>
                      <a:pPr defTabSz="914400">
                        <a:defRPr sz="1800" b="0">
                          <a:solidFill>
                            <a:srgbClr val="000000"/>
                          </a:solidFill>
                          <a:uFillTx/>
                        </a:defRPr>
                      </a:pPr>
                      <a:r>
                        <a:rPr sz="2600" b="1">
                          <a:solidFill>
                            <a:srgbClr val="FFFFFF"/>
                          </a:solidFill>
                          <a:sym typeface="Helvetica"/>
                        </a:rPr>
                        <a:t>h</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defTabSz="914400">
                        <a:defRPr sz="1800">
                          <a:uFillTx/>
                        </a:defRPr>
                      </a:pPr>
                      <a:r>
                        <a:rPr sz="2000">
                          <a:sym typeface="Helvetica Light"/>
                        </a:rPr>
                        <a:t>0.5</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defTabSz="914400">
                        <a:defRPr sz="1800">
                          <a:uFillTx/>
                        </a:defRPr>
                      </a:pPr>
                      <a:r>
                        <a:rPr sz="2000" dirty="0">
                          <a:sym typeface="Helvetica Light"/>
                        </a:rPr>
                        <a:t>0</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defTabSz="914400">
                        <a:defRPr sz="1800">
                          <a:uFillTx/>
                        </a:defRPr>
                      </a:pPr>
                      <a:r>
                        <a:rPr sz="2000">
                          <a:sym typeface="Helvetica Light"/>
                        </a:rPr>
                        <a:t>0.4</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defTabSz="914400">
                        <a:defRPr sz="1800">
                          <a:uFillTx/>
                        </a:defRPr>
                      </a:pPr>
                      <a:r>
                        <a:rPr sz="2000">
                          <a:sym typeface="Helvetica Light"/>
                        </a:rPr>
                        <a:t>0</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defTabSz="914400">
                        <a:defRPr sz="1800">
                          <a:uFillTx/>
                        </a:defRPr>
                      </a:pPr>
                      <a:r>
                        <a:rPr sz="2000">
                          <a:sym typeface="Helvetica Light"/>
                        </a:rPr>
                        <a:t>0.1</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2506">
                <a:tc>
                  <a:txBody>
                    <a:bodyPr/>
                    <a:lstStyle/>
                    <a:p>
                      <a:pPr defTabSz="914400">
                        <a:defRPr sz="1800" b="0">
                          <a:solidFill>
                            <a:srgbClr val="000000"/>
                          </a:solidFill>
                          <a:uFillTx/>
                        </a:defRPr>
                      </a:pPr>
                      <a:r>
                        <a:rPr sz="2600" b="1">
                          <a:solidFill>
                            <a:srgbClr val="FFFFFF"/>
                          </a:solidFill>
                          <a:sym typeface="Helvetica"/>
                        </a:rPr>
                        <a:t>s</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defTabSz="914400">
                        <a:defRPr sz="1800">
                          <a:uFillTx/>
                        </a:defRPr>
                      </a:pPr>
                      <a:r>
                        <a:rPr sz="2000">
                          <a:sym typeface="Helvetica Light"/>
                        </a:rPr>
                        <a:t>0.4</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E5E8"/>
                    </a:solidFill>
                  </a:tcPr>
                </a:tc>
                <a:tc>
                  <a:txBody>
                    <a:bodyPr/>
                    <a:lstStyle/>
                    <a:p>
                      <a:pPr defTabSz="914400">
                        <a:defRPr sz="1800">
                          <a:uFillTx/>
                        </a:defRPr>
                      </a:pPr>
                      <a:r>
                        <a:rPr sz="2000">
                          <a:sym typeface="Helvetica Light"/>
                        </a:rPr>
                        <a:t>0.4</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E5E8"/>
                    </a:solidFill>
                  </a:tcPr>
                </a:tc>
                <a:tc>
                  <a:txBody>
                    <a:bodyPr/>
                    <a:lstStyle/>
                    <a:p>
                      <a:pPr defTabSz="914400">
                        <a:defRPr sz="1800">
                          <a:uFillTx/>
                        </a:defRPr>
                      </a:pPr>
                      <a:r>
                        <a:rPr sz="2000">
                          <a:sym typeface="Helvetica Light"/>
                        </a:rPr>
                        <a:t>0</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E5E8"/>
                    </a:solidFill>
                  </a:tcPr>
                </a:tc>
                <a:tc>
                  <a:txBody>
                    <a:bodyPr/>
                    <a:lstStyle/>
                    <a:p>
                      <a:pPr defTabSz="914400">
                        <a:defRPr sz="1800">
                          <a:uFillTx/>
                        </a:defRPr>
                      </a:pPr>
                      <a:r>
                        <a:rPr sz="2000">
                          <a:sym typeface="Helvetica Light"/>
                        </a:rPr>
                        <a:t>0</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E5E8"/>
                    </a:solidFill>
                  </a:tcPr>
                </a:tc>
                <a:tc>
                  <a:txBody>
                    <a:bodyPr/>
                    <a:lstStyle/>
                    <a:p>
                      <a:pPr defTabSz="914400">
                        <a:defRPr sz="1800">
                          <a:uFillTx/>
                        </a:defRPr>
                      </a:pPr>
                      <a:r>
                        <a:rPr sz="2000">
                          <a:sym typeface="Helvetica Light"/>
                        </a:rPr>
                        <a:t>0.2</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E5E8"/>
                    </a:solidFill>
                  </a:tcPr>
                </a:tc>
                <a:extLst>
                  <a:ext uri="{0D108BD9-81ED-4DB2-BD59-A6C34878D82A}">
                    <a16:rowId xmlns:a16="http://schemas.microsoft.com/office/drawing/2014/main" val="10003"/>
                  </a:ext>
                </a:extLst>
              </a:tr>
              <a:tr h="582506">
                <a:tc>
                  <a:txBody>
                    <a:bodyPr/>
                    <a:lstStyle/>
                    <a:p>
                      <a:pPr defTabSz="914400">
                        <a:defRPr sz="1800" b="0">
                          <a:solidFill>
                            <a:srgbClr val="000000"/>
                          </a:solidFill>
                          <a:uFillTx/>
                        </a:defRPr>
                      </a:pPr>
                      <a:r>
                        <a:rPr sz="2600" b="1">
                          <a:solidFill>
                            <a:srgbClr val="FFFFFF"/>
                          </a:solidFill>
                          <a:sym typeface="Helvetica"/>
                        </a:rPr>
                        <a:t>c</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defTabSz="914400">
                        <a:defRPr sz="1800">
                          <a:uFillTx/>
                        </a:defRPr>
                      </a:pPr>
                      <a:r>
                        <a:rPr sz="2000">
                          <a:sym typeface="Helvetica Light"/>
                        </a:rPr>
                        <a:t>0</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defTabSz="914400">
                        <a:defRPr sz="1800">
                          <a:uFillTx/>
                        </a:defRPr>
                      </a:pPr>
                      <a:r>
                        <a:rPr sz="2000">
                          <a:sym typeface="Helvetica Light"/>
                        </a:rPr>
                        <a:t>0</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defTabSz="914400">
                        <a:defRPr sz="1800">
                          <a:uFillTx/>
                        </a:defRPr>
                      </a:pPr>
                      <a:r>
                        <a:rPr sz="2000">
                          <a:sym typeface="Helvetica Light"/>
                        </a:rPr>
                        <a:t>0.5</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defTabSz="914400">
                        <a:defRPr sz="1800">
                          <a:uFillTx/>
                        </a:defRPr>
                      </a:pPr>
                      <a:r>
                        <a:rPr sz="2000">
                          <a:sym typeface="Helvetica Light"/>
                        </a:rPr>
                        <a:t>0.3</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defTabSz="914400">
                        <a:defRPr sz="1800">
                          <a:uFillTx/>
                        </a:defRPr>
                      </a:pPr>
                      <a:r>
                        <a:rPr sz="2000">
                          <a:sym typeface="Helvetica Light"/>
                        </a:rPr>
                        <a:t>0.2</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82506">
                <a:tc>
                  <a:txBody>
                    <a:bodyPr/>
                    <a:lstStyle/>
                    <a:p>
                      <a:pPr defTabSz="914400">
                        <a:defRPr sz="1800" b="0">
                          <a:solidFill>
                            <a:srgbClr val="000000"/>
                          </a:solidFill>
                          <a:uFillTx/>
                        </a:defRPr>
                      </a:pPr>
                      <a:r>
                        <a:rPr sz="2600" b="1">
                          <a:solidFill>
                            <a:srgbClr val="FFFFFF"/>
                          </a:solidFill>
                          <a:sym typeface="Helvetica"/>
                        </a:rPr>
                        <a:t>m</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defTabSz="914400">
                        <a:defRPr sz="1800">
                          <a:uFillTx/>
                        </a:defRPr>
                      </a:pPr>
                      <a:r>
                        <a:rPr sz="2000">
                          <a:sym typeface="Helvetica Light"/>
                        </a:rPr>
                        <a:t>0</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E5E8"/>
                    </a:solidFill>
                  </a:tcPr>
                </a:tc>
                <a:tc>
                  <a:txBody>
                    <a:bodyPr/>
                    <a:lstStyle/>
                    <a:p>
                      <a:pPr defTabSz="914400">
                        <a:defRPr sz="1800">
                          <a:uFillTx/>
                        </a:defRPr>
                      </a:pPr>
                      <a:r>
                        <a:rPr sz="2000">
                          <a:sym typeface="Helvetica Light"/>
                        </a:rPr>
                        <a:t>0.2</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E5E8"/>
                    </a:solidFill>
                  </a:tcPr>
                </a:tc>
                <a:tc>
                  <a:txBody>
                    <a:bodyPr/>
                    <a:lstStyle/>
                    <a:p>
                      <a:pPr defTabSz="914400">
                        <a:defRPr sz="1800">
                          <a:uFillTx/>
                        </a:defRPr>
                      </a:pPr>
                      <a:r>
                        <a:rPr sz="2000">
                          <a:sym typeface="Helvetica Light"/>
                        </a:rPr>
                        <a:t>0</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E5E8"/>
                    </a:solidFill>
                  </a:tcPr>
                </a:tc>
                <a:tc>
                  <a:txBody>
                    <a:bodyPr/>
                    <a:lstStyle/>
                    <a:p>
                      <a:pPr defTabSz="914400">
                        <a:defRPr sz="1800">
                          <a:uFillTx/>
                        </a:defRPr>
                      </a:pPr>
                      <a:r>
                        <a:rPr sz="2000">
                          <a:sym typeface="Helvetica Light"/>
                        </a:rPr>
                        <a:t>0.6</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E5E8"/>
                    </a:solidFill>
                  </a:tcPr>
                </a:tc>
                <a:tc>
                  <a:txBody>
                    <a:bodyPr/>
                    <a:lstStyle/>
                    <a:p>
                      <a:pPr defTabSz="914400">
                        <a:defRPr sz="1800">
                          <a:uFillTx/>
                        </a:defRPr>
                      </a:pPr>
                      <a:r>
                        <a:rPr sz="2000">
                          <a:sym typeface="Helvetica Light"/>
                        </a:rPr>
                        <a:t>0.2</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E5E8"/>
                    </a:solidFill>
                  </a:tcPr>
                </a:tc>
                <a:extLst>
                  <a:ext uri="{0D108BD9-81ED-4DB2-BD59-A6C34878D82A}">
                    <a16:rowId xmlns:a16="http://schemas.microsoft.com/office/drawing/2014/main" val="10005"/>
                  </a:ext>
                </a:extLst>
              </a:tr>
              <a:tr h="582506">
                <a:tc>
                  <a:txBody>
                    <a:bodyPr/>
                    <a:lstStyle/>
                    <a:p>
                      <a:pPr defTabSz="914400">
                        <a:defRPr sz="1800" b="0">
                          <a:solidFill>
                            <a:srgbClr val="000000"/>
                          </a:solidFill>
                          <a:uFillTx/>
                        </a:defRPr>
                      </a:pPr>
                      <a:r>
                        <a:rPr sz="2600" b="1">
                          <a:solidFill>
                            <a:srgbClr val="FFFFFF"/>
                          </a:solidFill>
                          <a:sym typeface="Helvetica"/>
                        </a:rPr>
                        <a:t>d</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defTabSz="914400">
                        <a:defRPr sz="1800">
                          <a:uFillTx/>
                        </a:defRPr>
                      </a:pPr>
                      <a:r>
                        <a:rPr sz="2000">
                          <a:sym typeface="Helvetica Light"/>
                        </a:rPr>
                        <a:t>0</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defTabSz="914400">
                        <a:defRPr sz="1800">
                          <a:uFillTx/>
                        </a:defRPr>
                      </a:pPr>
                      <a:r>
                        <a:rPr sz="2000">
                          <a:sym typeface="Helvetica Light"/>
                        </a:rPr>
                        <a:t>0</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defTabSz="914400">
                        <a:defRPr sz="1800">
                          <a:uFillTx/>
                        </a:defRPr>
                      </a:pPr>
                      <a:r>
                        <a:rPr sz="2000">
                          <a:sym typeface="Helvetica Light"/>
                        </a:rPr>
                        <a:t>0</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defTabSz="914400">
                        <a:defRPr sz="1800">
                          <a:uFillTx/>
                        </a:defRPr>
                      </a:pPr>
                      <a:r>
                        <a:rPr sz="2000">
                          <a:sym typeface="Helvetica Light"/>
                        </a:rPr>
                        <a:t>0</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defTabSz="914400">
                        <a:defRPr sz="1800">
                          <a:uFillTx/>
                        </a:defRPr>
                      </a:pPr>
                      <a:r>
                        <a:rPr sz="2000" dirty="0">
                          <a:sym typeface="Helvetica Light"/>
                        </a:rPr>
                        <a:t>1</a:t>
                      </a:r>
                    </a:p>
                  </a:txBody>
                  <a:tcPr marL="50800" marR="50800" marT="50800" marB="50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Date Placeholder 3">
            <a:extLst>
              <a:ext uri="{FF2B5EF4-FFF2-40B4-BE49-F238E27FC236}">
                <a16:creationId xmlns:a16="http://schemas.microsoft.com/office/drawing/2014/main" id="{4209790A-BF8D-11A5-8746-07123FB52651}"/>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Footer Placeholder 5">
            <a:extLst>
              <a:ext uri="{FF2B5EF4-FFF2-40B4-BE49-F238E27FC236}">
                <a16:creationId xmlns:a16="http://schemas.microsoft.com/office/drawing/2014/main" id="{1DD1F19D-BC7E-5748-12B3-9054AEC2ECD5}"/>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4" name="Slide Number Placeholder 7">
            <a:extLst>
              <a:ext uri="{FF2B5EF4-FFF2-40B4-BE49-F238E27FC236}">
                <a16:creationId xmlns:a16="http://schemas.microsoft.com/office/drawing/2014/main" id="{8B522C0A-A7BD-7B5A-2BEF-5B9FEB9E69E1}"/>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19</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2743478912"/>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Example: The 7 lives of cats (MC)">
            <a:extLst>
              <a:ext uri="{FF2B5EF4-FFF2-40B4-BE49-F238E27FC236}">
                <a16:creationId xmlns:a16="http://schemas.microsoft.com/office/drawing/2014/main" id="{0262188F-0E20-F7C4-E3D3-C0096096F4CE}"/>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Example: The 7 lives of cats (MC)</a:t>
            </a:r>
          </a:p>
        </p:txBody>
      </p:sp>
      <p:sp>
        <p:nvSpPr>
          <p:cNvPr id="3" name="object 71">
            <a:extLst>
              <a:ext uri="{FF2B5EF4-FFF2-40B4-BE49-F238E27FC236}">
                <a16:creationId xmlns:a16="http://schemas.microsoft.com/office/drawing/2014/main" id="{D5043E4D-C552-9B60-C363-D4709116AC49}"/>
              </a:ext>
            </a:extLst>
          </p:cNvPr>
          <p:cNvSpPr txBox="1"/>
          <p:nvPr/>
        </p:nvSpPr>
        <p:spPr>
          <a:xfrm>
            <a:off x="4218204" y="2062104"/>
            <a:ext cx="4356625" cy="61054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0" marR="60511" lvl="0" indent="38100" algn="l" defTabSz="1815352" rtl="0" eaLnBrk="1" fontAlgn="auto" latinLnBrk="0" hangingPunct="0">
              <a:lnSpc>
                <a:spcPts val="2300"/>
              </a:lnSpc>
              <a:spcBef>
                <a:spcPts val="300"/>
              </a:spcBef>
              <a:spcAft>
                <a:spcPts val="0"/>
              </a:spcAft>
              <a:buClrTx/>
              <a:buSzTx/>
              <a:buFontTx/>
              <a:buNone/>
              <a:tabLst/>
              <a:defRPr sz="2000" spc="-127">
                <a:latin typeface="+mn-lt"/>
                <a:ea typeface="+mn-ea"/>
                <a:cs typeface="+mn-cs"/>
                <a:sym typeface="Arial"/>
              </a:defRPr>
            </a:pPr>
            <a:r>
              <a:rPr kumimoji="0" sz="2000" b="0" i="0" u="none" strike="noStrike" kern="0" cap="none" spc="-127" normalizeH="0" baseline="0" noProof="0">
                <a:ln>
                  <a:noFill/>
                </a:ln>
                <a:solidFill>
                  <a:srgbClr val="000000"/>
                </a:solidFill>
                <a:effectLst/>
                <a:uLnTx/>
                <a:uFillTx/>
                <a:latin typeface="Arial"/>
                <a:cs typeface="Arial"/>
                <a:sym typeface="Arial"/>
              </a:rPr>
              <a:t>Sample</a:t>
            </a:r>
            <a:r>
              <a:rPr kumimoji="0" sz="2000" b="0" i="0" u="none" strike="noStrike" kern="0" cap="none" spc="18" normalizeH="0" baseline="0" noProof="0">
                <a:ln>
                  <a:noFill/>
                </a:ln>
                <a:solidFill>
                  <a:srgbClr val="000000"/>
                </a:solidFill>
                <a:effectLst/>
                <a:uLnTx/>
                <a:uFillTx/>
                <a:latin typeface="Arial"/>
                <a:cs typeface="Arial"/>
                <a:sym typeface="Arial"/>
              </a:rPr>
              <a:t> </a:t>
            </a:r>
            <a:r>
              <a:rPr kumimoji="0" sz="2000" b="0" i="0" u="none" strike="noStrike" kern="0" cap="none" spc="-154" normalizeH="0" baseline="0" noProof="0">
                <a:ln>
                  <a:noFill/>
                </a:ln>
                <a:solidFill>
                  <a:srgbClr val="FF0000"/>
                </a:solidFill>
                <a:effectLst/>
                <a:uLnTx/>
                <a:uFillTx/>
                <a:latin typeface="Arial"/>
                <a:cs typeface="Arial"/>
                <a:sym typeface="Arial"/>
              </a:rPr>
              <a:t>episodes</a:t>
            </a:r>
            <a:r>
              <a:rPr kumimoji="0" sz="2000" b="0" i="0" u="none" strike="noStrike" kern="0" cap="none" spc="27" normalizeH="0" baseline="0" noProof="0">
                <a:ln>
                  <a:noFill/>
                </a:ln>
                <a:solidFill>
                  <a:srgbClr val="FF0000"/>
                </a:solidFill>
                <a:effectLst/>
                <a:uLnTx/>
                <a:uFillTx/>
                <a:latin typeface="Arial"/>
                <a:cs typeface="Arial"/>
                <a:sym typeface="Arial"/>
              </a:rPr>
              <a:t> </a:t>
            </a:r>
            <a:r>
              <a:rPr kumimoji="0" sz="2000" b="0" i="0" u="none" strike="noStrike" kern="0" cap="none" spc="0" normalizeH="0" baseline="0" noProof="0">
                <a:ln>
                  <a:noFill/>
                </a:ln>
                <a:solidFill>
                  <a:srgbClr val="000000"/>
                </a:solidFill>
                <a:effectLst/>
                <a:uLnTx/>
                <a:uFillTx/>
                <a:latin typeface="Arial"/>
                <a:cs typeface="Arial"/>
                <a:sym typeface="Arial"/>
              </a:rPr>
              <a:t>for</a:t>
            </a:r>
            <a:r>
              <a:rPr kumimoji="0" sz="2000" b="0" i="0" u="none" strike="noStrike" kern="0" cap="none" spc="27" normalizeH="0" baseline="0" noProof="0">
                <a:ln>
                  <a:noFill/>
                </a:ln>
                <a:solidFill>
                  <a:srgbClr val="000000"/>
                </a:solidFill>
                <a:effectLst/>
                <a:uLnTx/>
                <a:uFillTx/>
                <a:latin typeface="Arial"/>
                <a:cs typeface="Arial"/>
                <a:sym typeface="Arial"/>
              </a:rPr>
              <a:t> </a:t>
            </a:r>
            <a:r>
              <a:rPr kumimoji="0" sz="2000" b="0" i="0" u="none" strike="noStrike" kern="0" cap="none" spc="-36" normalizeH="0" baseline="0" noProof="0">
                <a:ln>
                  <a:noFill/>
                </a:ln>
                <a:solidFill>
                  <a:srgbClr val="000000"/>
                </a:solidFill>
                <a:effectLst/>
                <a:uLnTx/>
                <a:uFillTx/>
                <a:latin typeface="Arial"/>
                <a:cs typeface="Arial"/>
                <a:sym typeface="Arial"/>
              </a:rPr>
              <a:t>7LoC</a:t>
            </a:r>
            <a:r>
              <a:rPr kumimoji="0" sz="2000" b="0" i="0" u="none" strike="noStrike" kern="0" cap="none" spc="18" normalizeH="0" baseline="0" noProof="0">
                <a:ln>
                  <a:noFill/>
                </a:ln>
                <a:solidFill>
                  <a:srgbClr val="000000"/>
                </a:solidFill>
                <a:effectLst/>
                <a:uLnTx/>
                <a:uFillTx/>
                <a:latin typeface="Arial"/>
                <a:cs typeface="Arial"/>
                <a:sym typeface="Arial"/>
              </a:rPr>
              <a:t> </a:t>
            </a:r>
            <a:r>
              <a:rPr kumimoji="0" sz="2000" b="0" i="0" u="none" strike="noStrike" kern="0" cap="none" spc="-72" normalizeH="0" baseline="0" noProof="0">
                <a:ln>
                  <a:noFill/>
                </a:ln>
                <a:solidFill>
                  <a:srgbClr val="000000"/>
                </a:solidFill>
                <a:effectLst/>
                <a:uLnTx/>
                <a:uFillTx/>
                <a:latin typeface="Arial"/>
                <a:cs typeface="Arial"/>
                <a:sym typeface="Arial"/>
              </a:rPr>
              <a:t>Markov </a:t>
            </a:r>
            <a:r>
              <a:rPr kumimoji="0" sz="2000" b="0" i="0" u="none" strike="noStrike" kern="0" cap="none" spc="-81" normalizeH="0" baseline="0" noProof="0">
                <a:ln>
                  <a:noFill/>
                </a:ln>
                <a:solidFill>
                  <a:srgbClr val="000000"/>
                </a:solidFill>
                <a:effectLst/>
                <a:uLnTx/>
                <a:uFillTx/>
                <a:latin typeface="Arial"/>
                <a:cs typeface="Arial"/>
                <a:sym typeface="Arial"/>
              </a:rPr>
              <a:t>Chain</a:t>
            </a:r>
            <a:r>
              <a:rPr kumimoji="0" sz="2000" b="0" i="0" u="none" strike="noStrike" kern="0" cap="none" spc="-18" normalizeH="0" baseline="0" noProof="0">
                <a:ln>
                  <a:noFill/>
                </a:ln>
                <a:solidFill>
                  <a:srgbClr val="000000"/>
                </a:solidFill>
                <a:effectLst/>
                <a:uLnTx/>
                <a:uFillTx/>
                <a:latin typeface="Arial"/>
                <a:cs typeface="Arial"/>
                <a:sym typeface="Arial"/>
              </a:rPr>
              <a:t> </a:t>
            </a:r>
            <a:r>
              <a:rPr kumimoji="0" sz="2000" b="0" i="0" u="none" strike="noStrike" kern="0" cap="none" spc="-36" normalizeH="0" baseline="0" noProof="0">
                <a:ln>
                  <a:noFill/>
                </a:ln>
                <a:solidFill>
                  <a:srgbClr val="000000"/>
                </a:solidFill>
                <a:effectLst/>
                <a:uLnTx/>
                <a:uFillTx/>
                <a:latin typeface="Arial"/>
                <a:cs typeface="Arial"/>
                <a:sym typeface="Arial"/>
              </a:rPr>
              <a:t>starting</a:t>
            </a:r>
            <a:r>
              <a:rPr kumimoji="0" sz="2000" b="0" i="0" u="none" strike="noStrike" kern="0" cap="none" spc="-18" normalizeH="0" baseline="0" noProof="0">
                <a:ln>
                  <a:noFill/>
                </a:ln>
                <a:solidFill>
                  <a:srgbClr val="000000"/>
                </a:solidFill>
                <a:effectLst/>
                <a:uLnTx/>
                <a:uFillTx/>
                <a:latin typeface="Arial"/>
                <a:cs typeface="Arial"/>
                <a:sym typeface="Arial"/>
              </a:rPr>
              <a:t> </a:t>
            </a:r>
            <a:r>
              <a:rPr kumimoji="0" sz="2000" b="0" i="0" u="none" strike="noStrike" kern="0" cap="none" spc="0" normalizeH="0" baseline="0" noProof="0">
                <a:ln>
                  <a:noFill/>
                </a:ln>
                <a:solidFill>
                  <a:srgbClr val="000000"/>
                </a:solidFill>
                <a:effectLst/>
                <a:uLnTx/>
                <a:uFillTx/>
                <a:latin typeface="Arial"/>
                <a:cs typeface="Arial"/>
                <a:sym typeface="Arial"/>
              </a:rPr>
              <a:t>from </a:t>
            </a:r>
            <a:r>
              <a:rPr kumimoji="0" sz="2000" b="0" i="1" u="none" strike="noStrike" kern="0" cap="none" spc="-45" normalizeH="0" baseline="0" noProof="0">
                <a:ln>
                  <a:noFill/>
                </a:ln>
                <a:solidFill>
                  <a:srgbClr val="000000"/>
                </a:solidFill>
                <a:effectLst/>
                <a:uLnTx/>
                <a:uFillTx/>
                <a:latin typeface="Arial"/>
                <a:cs typeface="Arial"/>
                <a:sym typeface="Arial"/>
              </a:rPr>
              <a:t>S</a:t>
            </a:r>
            <a:r>
              <a:rPr kumimoji="0" sz="2200" b="0" i="0" u="none" strike="noStrike" kern="0" cap="none" spc="-67" normalizeH="0" baseline="-8408" noProof="0">
                <a:ln>
                  <a:noFill/>
                </a:ln>
                <a:solidFill>
                  <a:srgbClr val="000000"/>
                </a:solidFill>
                <a:effectLst/>
                <a:uLnTx/>
                <a:uFillTx/>
                <a:latin typeface="Arial"/>
                <a:cs typeface="Arial"/>
                <a:sym typeface="Arial"/>
              </a:rPr>
              <a:t>1</a:t>
            </a:r>
            <a:r>
              <a:rPr kumimoji="0" sz="2200" b="0" i="0" u="none" strike="noStrike" kern="0" cap="none" spc="163" normalizeH="0" baseline="-8408" noProof="0">
                <a:ln>
                  <a:noFill/>
                </a:ln>
                <a:solidFill>
                  <a:srgbClr val="000000"/>
                </a:solidFill>
                <a:effectLst/>
                <a:uLnTx/>
                <a:uFillTx/>
                <a:latin typeface="Arial"/>
                <a:cs typeface="Arial"/>
                <a:sym typeface="Arial"/>
              </a:rPr>
              <a:t> </a:t>
            </a:r>
            <a:r>
              <a:rPr kumimoji="0" sz="2000" b="0" i="0" u="none" strike="noStrike" kern="0" cap="none" spc="354" normalizeH="0" baseline="0" noProof="0">
                <a:ln>
                  <a:noFill/>
                </a:ln>
                <a:solidFill>
                  <a:srgbClr val="000000"/>
                </a:solidFill>
                <a:effectLst/>
                <a:uLnTx/>
                <a:uFillTx/>
                <a:latin typeface="Arial"/>
                <a:cs typeface="Arial"/>
                <a:sym typeface="Arial"/>
              </a:rPr>
              <a:t>=</a:t>
            </a:r>
            <a:r>
              <a:rPr kumimoji="0" sz="2000" b="0" i="0" u="none" strike="noStrike" kern="0" cap="none" spc="-9" normalizeH="0" baseline="0" noProof="0">
                <a:ln>
                  <a:noFill/>
                </a:ln>
                <a:solidFill>
                  <a:srgbClr val="000000"/>
                </a:solidFill>
                <a:effectLst/>
                <a:uLnTx/>
                <a:uFillTx/>
                <a:latin typeface="Arial"/>
                <a:cs typeface="Arial"/>
                <a:sym typeface="Arial"/>
              </a:rPr>
              <a:t> </a:t>
            </a:r>
            <a:r>
              <a:rPr kumimoji="0" sz="2000" b="0" i="0" u="none" strike="noStrike" kern="0" cap="none" spc="-45" normalizeH="0" baseline="0" noProof="0">
                <a:ln>
                  <a:noFill/>
                </a:ln>
                <a:solidFill>
                  <a:srgbClr val="000000"/>
                </a:solidFill>
                <a:effectLst/>
                <a:uLnTx/>
                <a:uFillTx/>
                <a:latin typeface="Arial"/>
                <a:cs typeface="Arial"/>
                <a:sym typeface="Arial"/>
              </a:rPr>
              <a:t>home</a:t>
            </a:r>
          </a:p>
        </p:txBody>
      </p:sp>
      <p:sp>
        <p:nvSpPr>
          <p:cNvPr id="4" name="object 72">
            <a:extLst>
              <a:ext uri="{FF2B5EF4-FFF2-40B4-BE49-F238E27FC236}">
                <a16:creationId xmlns:a16="http://schemas.microsoft.com/office/drawing/2014/main" id="{ACF8C930-C810-EADB-5C13-985E50074C84}"/>
              </a:ext>
            </a:extLst>
          </p:cNvPr>
          <p:cNvSpPr txBox="1"/>
          <p:nvPr/>
        </p:nvSpPr>
        <p:spPr>
          <a:xfrm>
            <a:off x="5863192" y="2905206"/>
            <a:ext cx="1453468" cy="2667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0" marR="0" lvl="0" indent="38100" algn="l" defTabSz="1815352" rtl="0" eaLnBrk="1" fontAlgn="auto" latinLnBrk="0" hangingPunct="0">
              <a:lnSpc>
                <a:spcPct val="100000"/>
              </a:lnSpc>
              <a:spcBef>
                <a:spcPts val="0"/>
              </a:spcBef>
              <a:spcAft>
                <a:spcPts val="0"/>
              </a:spcAft>
              <a:buClrTx/>
              <a:buSzTx/>
              <a:buFontTx/>
              <a:buNone/>
              <a:tabLst/>
              <a:defRPr sz="1800" i="1" spc="-72">
                <a:latin typeface="+mn-lt"/>
                <a:ea typeface="+mn-ea"/>
                <a:cs typeface="+mn-cs"/>
                <a:sym typeface="Arial"/>
              </a:defRPr>
            </a:pPr>
            <a:r>
              <a:rPr kumimoji="0" sz="1800" b="0" i="1" u="none" strike="noStrike" kern="0" cap="none" spc="-72" normalizeH="0" baseline="0" noProof="0">
                <a:ln>
                  <a:noFill/>
                </a:ln>
                <a:solidFill>
                  <a:srgbClr val="000000"/>
                </a:solidFill>
                <a:effectLst/>
                <a:uLnTx/>
                <a:uFillTx/>
                <a:latin typeface="Arial"/>
                <a:cs typeface="Arial"/>
                <a:sym typeface="Arial"/>
              </a:rPr>
              <a:t>S</a:t>
            </a:r>
            <a:r>
              <a:rPr kumimoji="0" sz="1800" b="0" i="0" u="none" strike="noStrike" kern="0" cap="none" spc="-108" normalizeH="0" baseline="-9279" noProof="0">
                <a:ln>
                  <a:noFill/>
                </a:ln>
                <a:solidFill>
                  <a:srgbClr val="000000"/>
                </a:solidFill>
                <a:effectLst/>
                <a:uLnTx/>
                <a:uFillTx/>
                <a:latin typeface="Arial"/>
                <a:cs typeface="Arial"/>
                <a:sym typeface="Arial"/>
              </a:rPr>
              <a:t>1</a:t>
            </a:r>
            <a:r>
              <a:rPr kumimoji="0" sz="1800" b="0" i="1" u="none" strike="noStrike" kern="0" cap="none" spc="-72" normalizeH="0" baseline="0" noProof="0">
                <a:ln>
                  <a:noFill/>
                </a:ln>
                <a:solidFill>
                  <a:srgbClr val="000000"/>
                </a:solidFill>
                <a:effectLst/>
                <a:uLnTx/>
                <a:uFillTx/>
                <a:latin typeface="Arial"/>
                <a:cs typeface="Arial"/>
                <a:sym typeface="Arial"/>
              </a:rPr>
              <a:t>,</a:t>
            </a:r>
            <a:r>
              <a:rPr kumimoji="0" sz="1800" b="0" i="1" u="none" strike="noStrike" kern="0" cap="none" spc="-161" normalizeH="0" baseline="0" noProof="0">
                <a:ln>
                  <a:noFill/>
                </a:ln>
                <a:solidFill>
                  <a:srgbClr val="000000"/>
                </a:solidFill>
                <a:effectLst/>
                <a:uLnTx/>
                <a:uFillTx/>
                <a:latin typeface="Arial"/>
                <a:cs typeface="Arial"/>
                <a:sym typeface="Arial"/>
              </a:rPr>
              <a:t> </a:t>
            </a:r>
            <a:r>
              <a:rPr kumimoji="0" sz="1800" b="0" i="1" u="none" strike="noStrike" kern="0" cap="none" spc="-72" normalizeH="0" baseline="0" noProof="0">
                <a:ln>
                  <a:noFill/>
                </a:ln>
                <a:solidFill>
                  <a:srgbClr val="000000"/>
                </a:solidFill>
                <a:effectLst/>
                <a:uLnTx/>
                <a:uFillTx/>
                <a:latin typeface="Arial"/>
                <a:cs typeface="Arial"/>
                <a:sym typeface="Arial"/>
              </a:rPr>
              <a:t>S</a:t>
            </a:r>
            <a:r>
              <a:rPr kumimoji="0" sz="1800" b="0" i="0" u="none" strike="noStrike" kern="0" cap="none" spc="-108" normalizeH="0" baseline="-9279" noProof="0">
                <a:ln>
                  <a:noFill/>
                </a:ln>
                <a:solidFill>
                  <a:srgbClr val="000000"/>
                </a:solidFill>
                <a:effectLst/>
                <a:uLnTx/>
                <a:uFillTx/>
                <a:latin typeface="Arial"/>
                <a:cs typeface="Arial"/>
                <a:sym typeface="Arial"/>
              </a:rPr>
              <a:t>2</a:t>
            </a:r>
            <a:r>
              <a:rPr kumimoji="0" sz="1800" b="0" i="1" u="none" strike="noStrike" kern="0" cap="none" spc="-72" normalizeH="0" baseline="0" noProof="0">
                <a:ln>
                  <a:noFill/>
                </a:ln>
                <a:solidFill>
                  <a:srgbClr val="000000"/>
                </a:solidFill>
                <a:effectLst/>
                <a:uLnTx/>
                <a:uFillTx/>
                <a:latin typeface="Arial"/>
                <a:cs typeface="Arial"/>
                <a:sym typeface="Arial"/>
              </a:rPr>
              <a:t>,</a:t>
            </a:r>
            <a:r>
              <a:rPr kumimoji="0" sz="1800" b="0" i="1" u="none" strike="noStrike" kern="0" cap="none" spc="-153" normalizeH="0" baseline="0" noProof="0">
                <a:ln>
                  <a:noFill/>
                </a:ln>
                <a:solidFill>
                  <a:srgbClr val="000000"/>
                </a:solidFill>
                <a:effectLst/>
                <a:uLnTx/>
                <a:uFillTx/>
                <a:latin typeface="Arial"/>
                <a:cs typeface="Arial"/>
                <a:sym typeface="Arial"/>
              </a:rPr>
              <a:t> </a:t>
            </a:r>
            <a:r>
              <a:rPr kumimoji="0" sz="1800" b="0" i="1" u="none" strike="noStrike" kern="0" cap="none" spc="-18" normalizeH="0" baseline="0" noProof="0">
                <a:ln>
                  <a:noFill/>
                </a:ln>
                <a:solidFill>
                  <a:srgbClr val="000000"/>
                </a:solidFill>
                <a:effectLst/>
                <a:uLnTx/>
                <a:uFillTx/>
                <a:latin typeface="Arial"/>
                <a:cs typeface="Arial"/>
                <a:sym typeface="Arial"/>
              </a:rPr>
              <a:t>...,</a:t>
            </a:r>
            <a:r>
              <a:rPr kumimoji="0" sz="1800" b="0" i="1" u="none" strike="noStrike" kern="0" cap="none" spc="-161" normalizeH="0" baseline="0" noProof="0">
                <a:ln>
                  <a:noFill/>
                </a:ln>
                <a:solidFill>
                  <a:srgbClr val="000000"/>
                </a:solidFill>
                <a:effectLst/>
                <a:uLnTx/>
                <a:uFillTx/>
                <a:latin typeface="Arial"/>
                <a:cs typeface="Arial"/>
                <a:sym typeface="Arial"/>
              </a:rPr>
              <a:t> </a:t>
            </a:r>
            <a:r>
              <a:rPr kumimoji="0" sz="1800" b="0" i="1" u="none" strike="noStrike" kern="0" cap="none" spc="-45" normalizeH="0" baseline="0" noProof="0">
                <a:ln>
                  <a:noFill/>
                </a:ln>
                <a:solidFill>
                  <a:srgbClr val="000000"/>
                </a:solidFill>
                <a:effectLst/>
                <a:uLnTx/>
                <a:uFillTx/>
                <a:latin typeface="Arial"/>
                <a:cs typeface="Arial"/>
                <a:sym typeface="Arial"/>
              </a:rPr>
              <a:t>S</a:t>
            </a:r>
            <a:r>
              <a:rPr kumimoji="0" sz="1800" b="0" i="1" u="none" strike="noStrike" kern="0" cap="none" spc="-66" normalizeH="0" baseline="-9279" noProof="0">
                <a:ln>
                  <a:noFill/>
                </a:ln>
                <a:solidFill>
                  <a:srgbClr val="000000"/>
                </a:solidFill>
                <a:effectLst/>
                <a:uLnTx/>
                <a:uFillTx/>
                <a:latin typeface="Arial"/>
                <a:cs typeface="Arial"/>
                <a:sym typeface="Arial"/>
              </a:rPr>
              <a:t>T</a:t>
            </a:r>
          </a:p>
        </p:txBody>
      </p:sp>
      <p:grpSp>
        <p:nvGrpSpPr>
          <p:cNvPr id="5" name="Group">
            <a:extLst>
              <a:ext uri="{FF2B5EF4-FFF2-40B4-BE49-F238E27FC236}">
                <a16:creationId xmlns:a16="http://schemas.microsoft.com/office/drawing/2014/main" id="{93D42D72-C874-7E21-EDC8-E749567A1B30}"/>
              </a:ext>
            </a:extLst>
          </p:cNvPr>
          <p:cNvGrpSpPr/>
          <p:nvPr/>
        </p:nvGrpSpPr>
        <p:grpSpPr>
          <a:xfrm>
            <a:off x="142254" y="2097533"/>
            <a:ext cx="3972783" cy="3534945"/>
            <a:chOff x="0" y="0"/>
            <a:chExt cx="3972782" cy="3534943"/>
          </a:xfrm>
        </p:grpSpPr>
        <p:sp>
          <p:nvSpPr>
            <p:cNvPr id="6" name="Rectangle">
              <a:extLst>
                <a:ext uri="{FF2B5EF4-FFF2-40B4-BE49-F238E27FC236}">
                  <a16:creationId xmlns:a16="http://schemas.microsoft.com/office/drawing/2014/main" id="{B388FB5D-65D9-DAB0-9C07-4579E99B791B}"/>
                </a:ext>
              </a:extLst>
            </p:cNvPr>
            <p:cNvSpPr/>
            <p:nvPr/>
          </p:nvSpPr>
          <p:spPr>
            <a:xfrm>
              <a:off x="0" y="0"/>
              <a:ext cx="3972783" cy="3534944"/>
            </a:xfrm>
            <a:prstGeom prst="rect">
              <a:avLst/>
            </a:prstGeom>
            <a:solidFill>
              <a:srgbClr val="FFFFFF"/>
            </a:solidFill>
            <a:ln w="12700" cap="flat">
              <a:noFill/>
              <a:miter lim="400000"/>
            </a:ln>
            <a:effectLst/>
          </p:spPr>
          <p:txBody>
            <a:bodyPr wrap="square" lIns="50800" tIns="50800" rIns="50800" bIns="50800" numCol="1" anchor="ctr">
              <a:noAutofit/>
            </a:bodyPr>
            <a:lstStyle/>
            <a:p>
              <a:pPr marL="0" marR="0" lvl="0" indent="0" algn="ctr" defTabSz="406400" rtl="0" eaLnBrk="1" fontAlgn="auto" latinLnBrk="0" hangingPunct="0">
                <a:lnSpc>
                  <a:spcPct val="100000"/>
                </a:lnSpc>
                <a:spcBef>
                  <a:spcPts val="0"/>
                </a:spcBef>
                <a:spcAft>
                  <a:spcPts val="0"/>
                </a:spcAft>
                <a:buClrTx/>
                <a:buSzTx/>
                <a:buFontTx/>
                <a:buNone/>
                <a:tabLst/>
                <a:defRPr>
                  <a:solidFill>
                    <a:srgbClr val="FFFFFF"/>
                  </a:solidFill>
                  <a:effectLst>
                    <a:outerShdw blurRad="38100" dist="12700" dir="5400000" rotWithShape="0">
                      <a:srgbClr val="000000">
                        <a:alpha val="50000"/>
                      </a:srgbClr>
                    </a:outerShdw>
                  </a:effectLst>
                </a:defRPr>
              </a:pPr>
              <a:endParaRPr kumimoji="0" sz="28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pic>
          <p:nvPicPr>
            <p:cNvPr id="12" name="7 Lives of Cats (MC).png" descr="7 Lives of Cats (MC).png">
              <a:extLst>
                <a:ext uri="{FF2B5EF4-FFF2-40B4-BE49-F238E27FC236}">
                  <a16:creationId xmlns:a16="http://schemas.microsoft.com/office/drawing/2014/main" id="{F16CDA4A-F9E3-07B4-710B-070B442BBD56}"/>
                </a:ext>
              </a:extLst>
            </p:cNvPr>
            <p:cNvPicPr>
              <a:picLocks noChangeAspect="1"/>
            </p:cNvPicPr>
            <p:nvPr/>
          </p:nvPicPr>
          <p:blipFill>
            <a:blip r:embed="rId3"/>
            <a:srcRect l="710" t="839" r="710" b="839"/>
            <a:stretch>
              <a:fillRect/>
            </a:stretch>
          </p:blipFill>
          <p:spPr>
            <a:xfrm rot="21540000">
              <a:off x="491997" y="276979"/>
              <a:ext cx="2988789" cy="2980985"/>
            </a:xfrm>
            <a:prstGeom prst="rect">
              <a:avLst/>
            </a:prstGeom>
            <a:ln w="12700" cap="flat">
              <a:noFill/>
              <a:miter lim="400000"/>
            </a:ln>
            <a:effectLst/>
          </p:spPr>
        </p:pic>
      </p:grpSp>
      <p:sp>
        <p:nvSpPr>
          <p:cNvPr id="13" name="object 71">
            <a:extLst>
              <a:ext uri="{FF2B5EF4-FFF2-40B4-BE49-F238E27FC236}">
                <a16:creationId xmlns:a16="http://schemas.microsoft.com/office/drawing/2014/main" id="{F50DD920-F831-10D9-2D67-3BDDB9638FFD}"/>
              </a:ext>
            </a:extLst>
          </p:cNvPr>
          <p:cNvSpPr txBox="1"/>
          <p:nvPr/>
        </p:nvSpPr>
        <p:spPr>
          <a:xfrm>
            <a:off x="4411613" y="3672363"/>
            <a:ext cx="4356626" cy="18960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266700" marR="60511" lvl="0" indent="-228600" algn="l" defTabSz="1815352" rtl="0" eaLnBrk="1" fontAlgn="auto" latinLnBrk="0" hangingPunct="0">
              <a:lnSpc>
                <a:spcPts val="2300"/>
              </a:lnSpc>
              <a:spcBef>
                <a:spcPts val="300"/>
              </a:spcBef>
              <a:spcAft>
                <a:spcPts val="0"/>
              </a:spcAft>
              <a:buClrTx/>
              <a:buSzPct val="100000"/>
              <a:buFontTx/>
              <a:buChar char="•"/>
              <a:tabLst/>
              <a:defRPr sz="1500" spc="-95">
                <a:latin typeface="+mn-lt"/>
                <a:ea typeface="+mn-ea"/>
                <a:cs typeface="+mn-cs"/>
                <a:sym typeface="Arial"/>
              </a:defRPr>
            </a:pPr>
            <a:r>
              <a:rPr kumimoji="0" sz="1500" b="0" i="0" u="none" strike="noStrike" kern="0" cap="none" spc="-95" normalizeH="0" baseline="0" noProof="0">
                <a:ln>
                  <a:noFill/>
                </a:ln>
                <a:solidFill>
                  <a:srgbClr val="000000"/>
                </a:solidFill>
                <a:effectLst/>
                <a:uLnTx/>
                <a:uFillTx/>
                <a:latin typeface="Arial"/>
                <a:cs typeface="Arial"/>
                <a:sym typeface="Arial"/>
              </a:rPr>
              <a:t>{home, home, home, home, city, market, market, market, market, dead, dead}</a:t>
            </a:r>
          </a:p>
          <a:p>
            <a:pPr marL="266700" marR="60511" lvl="0" indent="-228600" algn="l" defTabSz="1815352" rtl="0" eaLnBrk="1" fontAlgn="auto" latinLnBrk="0" hangingPunct="0">
              <a:lnSpc>
                <a:spcPts val="2300"/>
              </a:lnSpc>
              <a:spcBef>
                <a:spcPts val="300"/>
              </a:spcBef>
              <a:spcAft>
                <a:spcPts val="0"/>
              </a:spcAft>
              <a:buClrTx/>
              <a:buSzPct val="100000"/>
              <a:buFontTx/>
              <a:buChar char="•"/>
              <a:tabLst/>
              <a:defRPr sz="1500" spc="-95">
                <a:latin typeface="+mn-lt"/>
                <a:ea typeface="+mn-ea"/>
                <a:cs typeface="+mn-cs"/>
                <a:sym typeface="Arial"/>
              </a:defRPr>
            </a:pPr>
            <a:r>
              <a:rPr kumimoji="0" sz="1500" b="0" i="0" u="none" strike="noStrike" kern="0" cap="none" spc="-95" normalizeH="0" baseline="0" noProof="0">
                <a:ln>
                  <a:noFill/>
                </a:ln>
                <a:solidFill>
                  <a:srgbClr val="000000"/>
                </a:solidFill>
                <a:effectLst/>
                <a:uLnTx/>
                <a:uFillTx/>
                <a:latin typeface="Arial"/>
                <a:cs typeface="Arial"/>
                <a:sym typeface="Arial"/>
              </a:rPr>
              <a:t>{home, dead, dead, dead, dead, dead, dead, dead, dead, dead, dead}</a:t>
            </a:r>
          </a:p>
          <a:p>
            <a:pPr marL="266700" marR="60511" lvl="0" indent="-228600" algn="l" defTabSz="1815352" rtl="0" eaLnBrk="1" fontAlgn="auto" latinLnBrk="0" hangingPunct="0">
              <a:lnSpc>
                <a:spcPts val="2300"/>
              </a:lnSpc>
              <a:spcBef>
                <a:spcPts val="300"/>
              </a:spcBef>
              <a:spcAft>
                <a:spcPts val="0"/>
              </a:spcAft>
              <a:buClrTx/>
              <a:buSzPct val="100000"/>
              <a:buFontTx/>
              <a:buChar char="•"/>
              <a:tabLst/>
              <a:defRPr sz="1500" spc="-95">
                <a:latin typeface="+mn-lt"/>
                <a:ea typeface="+mn-ea"/>
                <a:cs typeface="+mn-cs"/>
                <a:sym typeface="Arial"/>
              </a:defRPr>
            </a:pPr>
            <a:r>
              <a:rPr kumimoji="0" sz="1500" b="0" i="0" u="none" strike="noStrike" kern="0" cap="none" spc="-95" normalizeH="0" baseline="0" noProof="0">
                <a:ln>
                  <a:noFill/>
                </a:ln>
                <a:solidFill>
                  <a:srgbClr val="000000"/>
                </a:solidFill>
                <a:effectLst/>
                <a:uLnTx/>
                <a:uFillTx/>
                <a:latin typeface="Arial"/>
                <a:cs typeface="Arial"/>
                <a:sym typeface="Arial"/>
              </a:rPr>
              <a:t>{home, home, city, market, shelter, shelter, shelter, shelter, shelter, shelter, home}</a:t>
            </a:r>
          </a:p>
        </p:txBody>
      </p:sp>
      <p:sp>
        <p:nvSpPr>
          <p:cNvPr id="14" name="Date Placeholder 3">
            <a:extLst>
              <a:ext uri="{FF2B5EF4-FFF2-40B4-BE49-F238E27FC236}">
                <a16:creationId xmlns:a16="http://schemas.microsoft.com/office/drawing/2014/main" id="{67850178-8A37-C6FB-5193-949DCFB4BB8E}"/>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Footer Placeholder 5">
            <a:extLst>
              <a:ext uri="{FF2B5EF4-FFF2-40B4-BE49-F238E27FC236}">
                <a16:creationId xmlns:a16="http://schemas.microsoft.com/office/drawing/2014/main" id="{9EB99E4D-1928-2D22-DC59-8A88374DE5A4}"/>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6" name="Slide Number Placeholder 7">
            <a:extLst>
              <a:ext uri="{FF2B5EF4-FFF2-40B4-BE49-F238E27FC236}">
                <a16:creationId xmlns:a16="http://schemas.microsoft.com/office/drawing/2014/main" id="{FD690CAD-A942-C52D-2976-A5F024251F21}"/>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20</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454784609"/>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Markov Reward Process">
            <a:extLst>
              <a:ext uri="{FF2B5EF4-FFF2-40B4-BE49-F238E27FC236}">
                <a16:creationId xmlns:a16="http://schemas.microsoft.com/office/drawing/2014/main" id="{973097AA-4E29-31DC-F0C5-F7E5950C08D4}"/>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Markov Reward Process</a:t>
            </a:r>
            <a:r>
              <a:rPr lang="en-US" sz="3200" b="0" dirty="0">
                <a:uFill>
                  <a:solidFill>
                    <a:srgbClr val="000000"/>
                  </a:solidFill>
                </a:uFill>
                <a:latin typeface="+mn-lt"/>
                <a:ea typeface="+mn-ea"/>
                <a:cs typeface="+mn-cs"/>
                <a:sym typeface="Arial"/>
              </a:rPr>
              <a:t> (MRP)</a:t>
            </a:r>
            <a:endParaRPr sz="3200" b="0" dirty="0">
              <a:uFill>
                <a:solidFill>
                  <a:srgbClr val="000000"/>
                </a:solidFill>
              </a:uFill>
              <a:latin typeface="+mn-lt"/>
              <a:ea typeface="+mn-ea"/>
              <a:cs typeface="+mn-cs"/>
              <a:sym typeface="Arial"/>
            </a:endParaRPr>
          </a:p>
        </p:txBody>
      </p:sp>
      <mc:AlternateContent xmlns:mc="http://schemas.openxmlformats.org/markup-compatibility/2006" xmlns:a14="http://schemas.microsoft.com/office/drawing/2010/main">
        <mc:Choice Requires="a14">
          <p:sp>
            <p:nvSpPr>
              <p:cNvPr id="3" name="object 19">
                <a:extLst>
                  <a:ext uri="{FF2B5EF4-FFF2-40B4-BE49-F238E27FC236}">
                    <a16:creationId xmlns:a16="http://schemas.microsoft.com/office/drawing/2014/main" id="{37BAA411-1780-ADD9-2D54-F651D2B1B331}"/>
                  </a:ext>
                </a:extLst>
              </p:cNvPr>
              <p:cNvSpPr txBox="1"/>
              <p:nvPr/>
            </p:nvSpPr>
            <p:spPr>
              <a:xfrm>
                <a:off x="295603" y="1513916"/>
                <a:ext cx="8327368" cy="5092228"/>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lIns="50800" tIns="50800" rIns="50800" bIns="50800" anchor="ctr">
                <a:spAutoFit/>
              </a:body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dirty="0">
                    <a:ln>
                      <a:noFill/>
                    </a:ln>
                    <a:solidFill>
                      <a:srgbClr val="000000"/>
                    </a:solidFill>
                    <a:effectLst/>
                    <a:uLnTx/>
                    <a:uFillTx/>
                    <a:latin typeface="Gill Sans"/>
                    <a:sym typeface="Gill Sans"/>
                  </a:rPr>
                  <a:t>A Markov reward process </a:t>
                </a:r>
                <a14:m>
                  <m:oMath xmlns:m="http://schemas.openxmlformats.org/officeDocument/2006/math">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𝑃</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𝛾</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a14:m>
                <a:r>
                  <a:rPr kumimoji="0" sz="2800" b="0" i="0" u="none" strike="noStrike" kern="0" cap="none" spc="0" normalizeH="0" baseline="0" noProof="0" dirty="0">
                    <a:ln>
                      <a:noFill/>
                    </a:ln>
                    <a:solidFill>
                      <a:srgbClr val="000000"/>
                    </a:solidFill>
                    <a:effectLst/>
                    <a:uLnTx/>
                    <a:uFillTx/>
                    <a:latin typeface="Gill Sans"/>
                    <a:sym typeface="Gill Sans"/>
                  </a:rPr>
                  <a:t> is a Markov chain </a:t>
                </a:r>
                <a14:m>
                  <m:oMath xmlns:m="http://schemas.openxmlformats.org/officeDocument/2006/math">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𝑃</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a14:m>
                <a:r>
                  <a:rPr kumimoji="0" sz="2800" b="0" i="0" u="none" strike="noStrike" kern="0" cap="none" spc="0" normalizeH="0" baseline="0" noProof="0" dirty="0">
                    <a:ln>
                      <a:noFill/>
                    </a:ln>
                    <a:solidFill>
                      <a:srgbClr val="000000"/>
                    </a:solidFill>
                    <a:effectLst/>
                    <a:uLnTx/>
                    <a:uFillTx/>
                    <a:latin typeface="Gill Sans"/>
                    <a:sym typeface="Gill Sans"/>
                  </a:rPr>
                  <a:t> with associated rewards</a:t>
                </a:r>
              </a:p>
              <a:p>
                <a:pPr marL="0" marR="0" lvl="0" indent="0" algn="l" defTabSz="406400" rtl="0" eaLnBrk="1" fontAlgn="auto" latinLnBrk="0" hangingPunct="0">
                  <a:lnSpc>
                    <a:spcPct val="100000"/>
                  </a:lnSpc>
                  <a:spcBef>
                    <a:spcPts val="0"/>
                  </a:spcBef>
                  <a:spcAft>
                    <a:spcPts val="0"/>
                  </a:spcAft>
                  <a:buClrTx/>
                  <a:buSzTx/>
                  <a:buFontTx/>
                  <a:buNone/>
                  <a:tabLst/>
                  <a:defRPr/>
                </a:pPr>
                <a:endParaRPr kumimoji="0" sz="1600" b="0" i="0"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endParaRPr kumimoji="0" sz="2800" b="0" i="0"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𝔼</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+1</m:t>
                          </m:r>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m:oMathPara>
                </a14:m>
                <a:endParaRPr kumimoji="0" sz="2800" b="0" i="0"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endParaRPr kumimoji="0" sz="2800" b="0" i="0"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dirty="0">
                    <a:ln>
                      <a:noFill/>
                    </a:ln>
                    <a:solidFill>
                      <a:srgbClr val="000000"/>
                    </a:solidFill>
                    <a:effectLst/>
                    <a:uLnTx/>
                    <a:uFillTx/>
                    <a:latin typeface="Gill Sans"/>
                    <a:sym typeface="Gill Sans"/>
                  </a:rPr>
                  <a:t>and </a:t>
                </a:r>
                <a:r>
                  <a:rPr kumimoji="0" lang="en-US" sz="2800" b="0" i="0" u="none" strike="noStrike" kern="0" cap="none" spc="0" normalizeH="0" baseline="0" noProof="0" dirty="0">
                    <a:ln>
                      <a:noFill/>
                    </a:ln>
                    <a:solidFill>
                      <a:srgbClr val="000000"/>
                    </a:solidFill>
                    <a:effectLst/>
                    <a:uLnTx/>
                    <a:uFillTx/>
                    <a:latin typeface="Gill Sans"/>
                    <a:sym typeface="Gill Sans"/>
                  </a:rPr>
                  <a:t>discount</a:t>
                </a:r>
                <a:r>
                  <a:rPr kumimoji="0" sz="2800" b="0" i="0" u="none" strike="noStrike" kern="0" cap="none" spc="0" normalizeH="0" baseline="0" noProof="0" dirty="0">
                    <a:ln>
                      <a:noFill/>
                    </a:ln>
                    <a:solidFill>
                      <a:srgbClr val="000000"/>
                    </a:solidFill>
                    <a:effectLst/>
                    <a:uLnTx/>
                    <a:uFillTx/>
                    <a:latin typeface="Gill Sans"/>
                    <a:sym typeface="Gill Sans"/>
                  </a:rPr>
                  <a:t> factor </a:t>
                </a:r>
                <a14:m>
                  <m:oMath xmlns:m="http://schemas.openxmlformats.org/officeDocument/2006/math">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0≤</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𝛾</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ℝ</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≤1</m:t>
                    </m:r>
                  </m:oMath>
                </a14:m>
                <a:endParaRPr kumimoji="0" sz="2800" b="0" i="0"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endParaRPr kumimoji="0" sz="2800" b="0" i="0"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r>
                  <a:rPr kumimoji="0" sz="2800" b="0" i="1" u="none" strike="noStrike" kern="0" cap="none" spc="0" normalizeH="0" baseline="0" noProof="0" dirty="0">
                    <a:ln>
                      <a:noFill/>
                    </a:ln>
                    <a:solidFill>
                      <a:srgbClr val="000000"/>
                    </a:solidFill>
                    <a:effectLst/>
                    <a:uLnTx/>
                    <a:uFillTx/>
                    <a:latin typeface="Gill Sans"/>
                    <a:sym typeface="Gill Sans"/>
                  </a:rPr>
                  <a:t>P</a:t>
                </a:r>
                <a:r>
                  <a:rPr kumimoji="0" sz="2800" b="0" i="0" u="none" strike="noStrike" kern="0" cap="none" spc="0" normalizeH="0" baseline="0" noProof="0" dirty="0">
                    <a:ln>
                      <a:noFill/>
                    </a:ln>
                    <a:solidFill>
                      <a:srgbClr val="000000"/>
                    </a:solidFill>
                    <a:effectLst/>
                    <a:uLnTx/>
                    <a:uFillTx/>
                    <a:latin typeface="Gill Sans"/>
                    <a:sym typeface="Gill Sans"/>
                  </a:rPr>
                  <a:t> describes the state transition probabilities, </a:t>
                </a:r>
                <a:r>
                  <a:rPr kumimoji="0" sz="2800" b="0" i="0" u="none" strike="noStrike" kern="0" cap="none" spc="0" normalizeH="0" baseline="0" noProof="0" dirty="0" err="1">
                    <a:ln>
                      <a:noFill/>
                    </a:ln>
                    <a:solidFill>
                      <a:srgbClr val="000000"/>
                    </a:solidFill>
                    <a:effectLst/>
                    <a:uLnTx/>
                    <a:uFillTx/>
                    <a:latin typeface="Gill Sans"/>
                    <a:sym typeface="Gill Sans"/>
                  </a:rPr>
                  <a:t>ie</a:t>
                </a:r>
                <a:br>
                  <a:rPr kumimoji="0" sz="2800" b="0" i="0" u="none" strike="noStrike" kern="0" cap="none" spc="0" normalizeH="0" baseline="0" noProof="0" dirty="0">
                    <a:ln>
                      <a:noFill/>
                    </a:ln>
                    <a:solidFill>
                      <a:srgbClr val="000000"/>
                    </a:solidFill>
                    <a:effectLst/>
                    <a:uLnTx/>
                    <a:uFillTx/>
                    <a:latin typeface="Gill Sans"/>
                    <a:sym typeface="Gill Sans"/>
                  </a:rPr>
                </a:br>
                <a:endParaRPr kumimoji="0" sz="2800" b="0" i="0"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𝑃</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p>
                            <m:sSup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p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p>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up>
                          </m:sSup>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𝑃</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+1</m:t>
                          </m:r>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p>
                        <m:sSup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p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p>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up>
                      </m:sSup>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m:oMathPara>
                </a14:m>
                <a:endParaRPr kumimoji="0" sz="2800" b="0" i="0" u="none" strike="noStrike" kern="0" cap="none" spc="0" normalizeH="0" baseline="0" noProof="0" dirty="0">
                  <a:ln>
                    <a:noFill/>
                  </a:ln>
                  <a:solidFill>
                    <a:srgbClr val="000000"/>
                  </a:solidFill>
                  <a:effectLst/>
                  <a:uLnTx/>
                  <a:uFillTx/>
                  <a:latin typeface="Gill Sans"/>
                  <a:sym typeface="Gill Sans"/>
                </a:endParaRPr>
              </a:p>
            </p:txBody>
          </p:sp>
        </mc:Choice>
        <mc:Fallback xmlns="">
          <p:sp>
            <p:nvSpPr>
              <p:cNvPr id="3" name="object 19">
                <a:extLst>
                  <a:ext uri="{FF2B5EF4-FFF2-40B4-BE49-F238E27FC236}">
                    <a16:creationId xmlns:a16="http://schemas.microsoft.com/office/drawing/2014/main" id="{37BAA411-1780-ADD9-2D54-F651D2B1B331}"/>
                  </a:ext>
                </a:extLst>
              </p:cNvPr>
              <p:cNvSpPr txBox="1">
                <a:spLocks noRot="1" noChangeAspect="1" noMove="1" noResize="1" noEditPoints="1" noAdjustHandles="1" noChangeArrowheads="1" noChangeShapeType="1" noTextEdit="1"/>
              </p:cNvSpPr>
              <p:nvPr/>
            </p:nvSpPr>
            <p:spPr>
              <a:xfrm>
                <a:off x="295603" y="1513916"/>
                <a:ext cx="8327368" cy="5092228"/>
              </a:xfrm>
              <a:prstGeom prst="rect">
                <a:avLst/>
              </a:prstGeom>
              <a:blipFill>
                <a:blip r:embed="rId3"/>
                <a:stretch>
                  <a:fillRect l="-1975"/>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FAF0699E-F7E0-4415-31E0-5A2F906948BB}"/>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48CDE1D1-E9FA-D7A4-15B2-6E7BDBBB0F1C}"/>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1E73CFBC-1AE8-F561-140D-C4069B1F20A2}"/>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21</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1548315699"/>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Example: The 7 lives of cats (MRP)">
            <a:extLst>
              <a:ext uri="{FF2B5EF4-FFF2-40B4-BE49-F238E27FC236}">
                <a16:creationId xmlns:a16="http://schemas.microsoft.com/office/drawing/2014/main" id="{F7A97322-3738-DA60-8F4A-3C0B7BD4123F}"/>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Example: The 7 lives of cats (MRP)</a:t>
            </a:r>
          </a:p>
        </p:txBody>
      </p:sp>
      <p:sp>
        <p:nvSpPr>
          <p:cNvPr id="3" name="Rectangle">
            <a:extLst>
              <a:ext uri="{FF2B5EF4-FFF2-40B4-BE49-F238E27FC236}">
                <a16:creationId xmlns:a16="http://schemas.microsoft.com/office/drawing/2014/main" id="{8C5A0DBF-8CB0-A471-CEFC-D8CDE89AF085}"/>
              </a:ext>
            </a:extLst>
          </p:cNvPr>
          <p:cNvSpPr/>
          <p:nvPr/>
        </p:nvSpPr>
        <p:spPr>
          <a:xfrm>
            <a:off x="1463847" y="1206777"/>
            <a:ext cx="5990881" cy="5330628"/>
          </a:xfrm>
          <a:prstGeom prst="rect">
            <a:avLst/>
          </a:prstGeom>
          <a:solidFill>
            <a:srgbClr val="FFFFFF"/>
          </a:solidFill>
          <a:ln w="12700">
            <a:miter lim="400000"/>
          </a:ln>
        </p:spPr>
        <p:txBody>
          <a:bodyPr lIns="50800" tIns="50800" rIns="50800" bIns="50800" anchor="ctr"/>
          <a:lstStyle/>
          <a:p>
            <a:pPr marL="0" marR="0" lvl="0" indent="0" algn="ctr" defTabSz="406400" rtl="0" eaLnBrk="1" fontAlgn="auto" latinLnBrk="0" hangingPunct="0">
              <a:lnSpc>
                <a:spcPct val="100000"/>
              </a:lnSpc>
              <a:spcBef>
                <a:spcPts val="0"/>
              </a:spcBef>
              <a:spcAft>
                <a:spcPts val="0"/>
              </a:spcAft>
              <a:buClrTx/>
              <a:buSzTx/>
              <a:buFontTx/>
              <a:buNone/>
              <a:tabLst/>
              <a:defRPr>
                <a:solidFill>
                  <a:srgbClr val="FFFFFF"/>
                </a:solidFill>
                <a:effectLst>
                  <a:outerShdw blurRad="38100" dist="12700" dir="5400000" rotWithShape="0">
                    <a:srgbClr val="000000">
                      <a:alpha val="50000"/>
                    </a:srgbClr>
                  </a:outerShdw>
                </a:effectLst>
              </a:defRPr>
            </a:pPr>
            <a:endParaRPr kumimoji="0" sz="28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pic>
        <p:nvPicPr>
          <p:cNvPr id="4" name="7 Lives of Cats (MRP).png" descr="7 Lives of Cats (MRP).png">
            <a:extLst>
              <a:ext uri="{FF2B5EF4-FFF2-40B4-BE49-F238E27FC236}">
                <a16:creationId xmlns:a16="http://schemas.microsoft.com/office/drawing/2014/main" id="{9F649B42-6072-E6C5-8E0A-205E99E67D5B}"/>
              </a:ext>
            </a:extLst>
          </p:cNvPr>
          <p:cNvPicPr>
            <a:picLocks noChangeAspect="1"/>
          </p:cNvPicPr>
          <p:nvPr/>
        </p:nvPicPr>
        <p:blipFill>
          <a:blip r:embed="rId3"/>
          <a:srcRect l="2836" t="2476" r="1472" b="2476"/>
          <a:stretch>
            <a:fillRect/>
          </a:stretch>
        </p:blipFill>
        <p:spPr>
          <a:xfrm rot="21540000">
            <a:off x="2316362" y="1626034"/>
            <a:ext cx="4511242" cy="4480856"/>
          </a:xfrm>
          <a:prstGeom prst="rect">
            <a:avLst/>
          </a:prstGeom>
          <a:ln w="12700">
            <a:miter lim="400000"/>
          </a:ln>
        </p:spPr>
      </p:pic>
      <p:sp>
        <p:nvSpPr>
          <p:cNvPr id="5" name="Date Placeholder 3">
            <a:extLst>
              <a:ext uri="{FF2B5EF4-FFF2-40B4-BE49-F238E27FC236}">
                <a16:creationId xmlns:a16="http://schemas.microsoft.com/office/drawing/2014/main" id="{0C41BD22-6A3E-3AC4-CFEC-06DDAFD4C2C7}"/>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Footer Placeholder 5">
            <a:extLst>
              <a:ext uri="{FF2B5EF4-FFF2-40B4-BE49-F238E27FC236}">
                <a16:creationId xmlns:a16="http://schemas.microsoft.com/office/drawing/2014/main" id="{004CA70B-23B1-1896-1A30-C05972539409}"/>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2" name="Slide Number Placeholder 7">
            <a:extLst>
              <a:ext uri="{FF2B5EF4-FFF2-40B4-BE49-F238E27FC236}">
                <a16:creationId xmlns:a16="http://schemas.microsoft.com/office/drawing/2014/main" id="{26EF8CBB-2104-63DD-D2C0-5020B2E15D03}"/>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22</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405975413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Return">
            <a:extLst>
              <a:ext uri="{FF2B5EF4-FFF2-40B4-BE49-F238E27FC236}">
                <a16:creationId xmlns:a16="http://schemas.microsoft.com/office/drawing/2014/main" id="{47980C36-5CFF-F47F-C32B-3F22C9A49D2E}"/>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Return</a:t>
            </a:r>
            <a:r>
              <a:rPr lang="en-US" sz="3200" b="0" dirty="0">
                <a:uFill>
                  <a:solidFill>
                    <a:srgbClr val="000000"/>
                  </a:solidFill>
                </a:uFill>
                <a:latin typeface="+mn-lt"/>
                <a:ea typeface="+mn-ea"/>
                <a:cs typeface="+mn-cs"/>
                <a:sym typeface="Arial"/>
              </a:rPr>
              <a:t> – </a:t>
            </a:r>
            <a:r>
              <a:rPr lang="en-US" sz="2400" b="0" dirty="0">
                <a:uFill>
                  <a:solidFill>
                    <a:srgbClr val="000000"/>
                  </a:solidFill>
                </a:uFill>
                <a:latin typeface="+mn-lt"/>
                <a:ea typeface="+mn-ea"/>
                <a:cs typeface="+mn-cs"/>
                <a:sym typeface="Arial"/>
              </a:rPr>
              <a:t>don’t only look at the instantaneous reward</a:t>
            </a:r>
            <a:endParaRPr sz="3200" b="0" dirty="0">
              <a:uFill>
                <a:solidFill>
                  <a:srgbClr val="000000"/>
                </a:solidFill>
              </a:uFill>
              <a:latin typeface="+mn-lt"/>
              <a:ea typeface="+mn-ea"/>
              <a:cs typeface="+mn-cs"/>
              <a:sym typeface="Arial"/>
            </a:endParaRPr>
          </a:p>
        </p:txBody>
      </p:sp>
      <mc:AlternateContent xmlns:mc="http://schemas.openxmlformats.org/markup-compatibility/2006" xmlns:a14="http://schemas.microsoft.com/office/drawing/2010/main">
        <mc:Choice Requires="a14">
          <p:sp>
            <p:nvSpPr>
              <p:cNvPr id="3" name="object 19">
                <a:extLst>
                  <a:ext uri="{FF2B5EF4-FFF2-40B4-BE49-F238E27FC236}">
                    <a16:creationId xmlns:a16="http://schemas.microsoft.com/office/drawing/2014/main" id="{510C84F9-A82D-9E29-366D-E84D7F43DD31}"/>
                  </a:ext>
                </a:extLst>
              </p:cNvPr>
              <p:cNvSpPr txBox="1"/>
              <p:nvPr/>
            </p:nvSpPr>
            <p:spPr>
              <a:xfrm>
                <a:off x="295603" y="1468873"/>
                <a:ext cx="8327368" cy="5182316"/>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lIns="50800" tIns="50800" rIns="50800" bIns="50800" anchor="ctr">
                <a:spAutoFit/>
              </a:body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dirty="0">
                    <a:ln>
                      <a:noFill/>
                    </a:ln>
                    <a:solidFill>
                      <a:srgbClr val="000000"/>
                    </a:solidFill>
                    <a:effectLst/>
                    <a:uLnTx/>
                    <a:uFillTx/>
                    <a:latin typeface="Gill Sans"/>
                    <a:sym typeface="Gill Sans"/>
                  </a:rPr>
                  <a:t>The return </a:t>
                </a:r>
                <a14:m>
                  <m:oMath xmlns:m="http://schemas.openxmlformats.org/officeDocument/2006/math">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𝐺</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oMath>
                </a14:m>
                <a:r>
                  <a:rPr kumimoji="0" sz="2800" b="0" i="0" u="none" strike="noStrike" kern="0" cap="none" spc="0" normalizeH="0" baseline="0" noProof="0" dirty="0">
                    <a:ln>
                      <a:noFill/>
                    </a:ln>
                    <a:solidFill>
                      <a:srgbClr val="000000"/>
                    </a:solidFill>
                    <a:effectLst/>
                    <a:uLnTx/>
                    <a:uFillTx/>
                    <a:latin typeface="Gill Sans"/>
                    <a:sym typeface="Gill Sans"/>
                  </a:rPr>
                  <a:t> is the discounted sum of all future rewards</a:t>
                </a:r>
              </a:p>
              <a:p>
                <a:pPr marL="0" marR="0" lvl="0" indent="0" algn="l" defTabSz="406400" rtl="0" eaLnBrk="1" fontAlgn="auto" latinLnBrk="0" hangingPunct="0">
                  <a:lnSpc>
                    <a:spcPct val="100000"/>
                  </a:lnSpc>
                  <a:spcBef>
                    <a:spcPts val="0"/>
                  </a:spcBef>
                  <a:spcAft>
                    <a:spcPts val="0"/>
                  </a:spcAft>
                  <a:buClrTx/>
                  <a:buSzTx/>
                  <a:buFontTx/>
                  <a:buNone/>
                  <a:tabLst/>
                  <a:defRPr/>
                </a:pPr>
                <a:endParaRPr kumimoji="0" sz="2800" b="0" i="0"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𝐺</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limUpp>
                        <m:limUpp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limUppPr>
                        <m:e>
                          <m:limLow>
                            <m:limLow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limLow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e>
                            <m:lim>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𝑖</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=0</m:t>
                              </m:r>
                            </m:lim>
                          </m:limLow>
                        </m:e>
                        <m:lim>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𝑇</m:t>
                          </m:r>
                        </m:lim>
                      </m:limUpp>
                      <m:sSup>
                        <m:sSup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p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𝛾</m:t>
                          </m:r>
                        </m:e>
                        <m:sup>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𝑖</m:t>
                          </m:r>
                        </m:sup>
                      </m:sSup>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𝑖</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+1</m:t>
                          </m:r>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m:oMathPara>
                </a14:m>
                <a:endParaRPr kumimoji="0" sz="2800" b="0" i="0" u="none" strike="noStrike" kern="0" cap="none" spc="-25"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endParaRPr kumimoji="0" sz="2800" b="0" i="0" u="none" strike="noStrike" kern="0" cap="none" spc="-25"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endParaRPr kumimoji="0" sz="1800" b="0" i="0" u="none" strike="noStrike" kern="0" cap="none" spc="-25"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25" normalizeH="0" baseline="0" noProof="0" dirty="0">
                    <a:ln>
                      <a:noFill/>
                    </a:ln>
                    <a:solidFill>
                      <a:srgbClr val="000000"/>
                    </a:solidFill>
                    <a:effectLst/>
                    <a:uLnTx/>
                    <a:uFillTx/>
                    <a:latin typeface="Gill Sans"/>
                    <a:sym typeface="Gill Sans"/>
                  </a:rPr>
                  <a:t>immediate reward more important than future reward</a:t>
                </a:r>
                <a:br>
                  <a:rPr kumimoji="0" sz="2800" b="0" i="0" u="none" strike="noStrike" kern="0" cap="none" spc="-25" normalizeH="0" baseline="0" noProof="0" dirty="0">
                    <a:ln>
                      <a:noFill/>
                    </a:ln>
                    <a:solidFill>
                      <a:srgbClr val="000000"/>
                    </a:solidFill>
                    <a:effectLst/>
                    <a:uLnTx/>
                    <a:uFillTx/>
                    <a:latin typeface="Gill Sans"/>
                    <a:sym typeface="Gill Sans"/>
                  </a:rPr>
                </a:br>
                <a:endParaRPr kumimoji="0" sz="2800" b="0" i="0" u="none" strike="noStrike" kern="0" cap="none" spc="-25"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50000"/>
                  </a:lnSpc>
                  <a:spcBef>
                    <a:spcPts val="0"/>
                  </a:spcBef>
                  <a:spcAft>
                    <a:spcPts val="0"/>
                  </a:spcAft>
                  <a:buClrTx/>
                  <a:buSzTx/>
                  <a:buFontTx/>
                  <a:buNone/>
                  <a:tabLst/>
                  <a:defRPr/>
                </a:pPr>
                <a14:m>
                  <m:oMath xmlns:m="http://schemas.openxmlformats.org/officeDocument/2006/math">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𝛾</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=0</m:t>
                    </m:r>
                  </m:oMath>
                </a14:m>
                <a:r>
                  <a:rPr kumimoji="0" sz="2800" b="0" i="0" u="none" strike="noStrike" kern="0" cap="none" spc="-25" normalizeH="0" baseline="0" noProof="0" dirty="0">
                    <a:ln>
                      <a:noFill/>
                    </a:ln>
                    <a:solidFill>
                      <a:srgbClr val="000000"/>
                    </a:solidFill>
                    <a:effectLst/>
                    <a:uLnTx/>
                    <a:uFillTx/>
                    <a:latin typeface="Gill Sans"/>
                    <a:sym typeface="Gill Sans"/>
                  </a:rPr>
                  <a:t> values </a:t>
                </a:r>
                <a:r>
                  <a:rPr kumimoji="0" sz="2800" b="0" i="1" u="none" strike="noStrike" kern="0" cap="none" spc="-25" normalizeH="0" baseline="0" noProof="0" dirty="0">
                    <a:ln>
                      <a:noFill/>
                    </a:ln>
                    <a:solidFill>
                      <a:srgbClr val="000000"/>
                    </a:solidFill>
                    <a:effectLst/>
                    <a:uLnTx/>
                    <a:uFillTx/>
                    <a:latin typeface="Gill Sans"/>
                    <a:sym typeface="Gill Sans"/>
                  </a:rPr>
                  <a:t>only</a:t>
                </a:r>
                <a:r>
                  <a:rPr kumimoji="0" sz="2800" b="0" i="0" u="none" strike="noStrike" kern="0" cap="none" spc="-25" normalizeH="0" baseline="0" noProof="0" dirty="0">
                    <a:ln>
                      <a:noFill/>
                    </a:ln>
                    <a:solidFill>
                      <a:srgbClr val="000000"/>
                    </a:solidFill>
                    <a:effectLst/>
                    <a:uLnTx/>
                    <a:uFillTx/>
                    <a:latin typeface="Gill Sans"/>
                    <a:sym typeface="Gill Sans"/>
                  </a:rPr>
                  <a:t> immediate reward (“myopic")</a:t>
                </a:r>
              </a:p>
              <a:p>
                <a:pPr marL="0" marR="0" lvl="0" indent="0" algn="l" defTabSz="406400" rtl="0" eaLnBrk="1" fontAlgn="auto" latinLnBrk="0" hangingPunct="0">
                  <a:lnSpc>
                    <a:spcPct val="150000"/>
                  </a:lnSpc>
                  <a:spcBef>
                    <a:spcPts val="0"/>
                  </a:spcBef>
                  <a:spcAft>
                    <a:spcPts val="0"/>
                  </a:spcAft>
                  <a:buClrTx/>
                  <a:buSzTx/>
                  <a:buFontTx/>
                  <a:buNone/>
                  <a:tabLst/>
                  <a:defRPr/>
                </a:pPr>
                <a14:m>
                  <m:oMath xmlns:m="http://schemas.openxmlformats.org/officeDocument/2006/math">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𝛾</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=1</m:t>
                    </m:r>
                  </m:oMath>
                </a14:m>
                <a:r>
                  <a:rPr kumimoji="0" sz="2800" b="0" i="0" u="none" strike="noStrike" kern="0" cap="none" spc="-25" normalizeH="0" baseline="0" noProof="0" dirty="0">
                    <a:ln>
                      <a:noFill/>
                    </a:ln>
                    <a:solidFill>
                      <a:srgbClr val="000000"/>
                    </a:solidFill>
                    <a:effectLst/>
                    <a:uLnTx/>
                    <a:uFillTx/>
                    <a:latin typeface="Gill Sans"/>
                    <a:sym typeface="Gill Sans"/>
                  </a:rPr>
                  <a:t> does not discount</a:t>
                </a:r>
              </a:p>
            </p:txBody>
          </p:sp>
        </mc:Choice>
        <mc:Fallback xmlns="">
          <p:sp>
            <p:nvSpPr>
              <p:cNvPr id="3" name="object 19">
                <a:extLst>
                  <a:ext uri="{FF2B5EF4-FFF2-40B4-BE49-F238E27FC236}">
                    <a16:creationId xmlns:a16="http://schemas.microsoft.com/office/drawing/2014/main" id="{510C84F9-A82D-9E29-366D-E84D7F43DD31}"/>
                  </a:ext>
                </a:extLst>
              </p:cNvPr>
              <p:cNvSpPr txBox="1">
                <a:spLocks noRot="1" noChangeAspect="1" noMove="1" noResize="1" noEditPoints="1" noAdjustHandles="1" noChangeArrowheads="1" noChangeShapeType="1" noTextEdit="1"/>
              </p:cNvSpPr>
              <p:nvPr/>
            </p:nvSpPr>
            <p:spPr>
              <a:xfrm>
                <a:off x="295603" y="1468873"/>
                <a:ext cx="8327368" cy="5182316"/>
              </a:xfrm>
              <a:prstGeom prst="rect">
                <a:avLst/>
              </a:prstGeom>
              <a:blipFill>
                <a:blip r:embed="rId3"/>
                <a:stretch>
                  <a:fillRect l="-1975" b="-1882"/>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B59CE5BE-7332-26B1-D250-F98212733851}"/>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5D942DEC-46B9-9379-04B0-B1A0116792AF}"/>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C656A7A8-34A1-21BD-E399-0F21A2F85965}"/>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23</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2058794200"/>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Discount factors">
            <a:extLst>
              <a:ext uri="{FF2B5EF4-FFF2-40B4-BE49-F238E27FC236}">
                <a16:creationId xmlns:a16="http://schemas.microsoft.com/office/drawing/2014/main" id="{B6577FC8-1C66-9772-1529-E5C72B262D48}"/>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Discount factors</a:t>
            </a:r>
          </a:p>
        </p:txBody>
      </p:sp>
      <p:sp>
        <p:nvSpPr>
          <p:cNvPr id="3" name="object 19">
            <a:extLst>
              <a:ext uri="{FF2B5EF4-FFF2-40B4-BE49-F238E27FC236}">
                <a16:creationId xmlns:a16="http://schemas.microsoft.com/office/drawing/2014/main" id="{9A4F4572-EE25-1C12-B06F-C0AE0B5A2076}"/>
              </a:ext>
            </a:extLst>
          </p:cNvPr>
          <p:cNvSpPr txBox="1"/>
          <p:nvPr/>
        </p:nvSpPr>
        <p:spPr>
          <a:xfrm>
            <a:off x="283697" y="1169664"/>
            <a:ext cx="8788085" cy="45186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marL="228600" marR="0" lvl="0" indent="-228600" algn="l" defTabSz="406400" rtl="0" eaLnBrk="1" fontAlgn="auto" latinLnBrk="0" hangingPunct="0">
              <a:lnSpc>
                <a:spcPct val="15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ensure that we can handle </a:t>
            </a:r>
            <a:r>
              <a:rPr kumimoji="0" sz="2800" b="1" i="0" u="none" strike="noStrike" kern="0" cap="none" spc="0" normalizeH="0" baseline="0" noProof="0" dirty="0">
                <a:ln>
                  <a:noFill/>
                </a:ln>
                <a:solidFill>
                  <a:srgbClr val="000000"/>
                </a:solidFill>
                <a:effectLst/>
                <a:uLnTx/>
                <a:uFillTx/>
                <a:latin typeface="Gill Sans"/>
                <a:sym typeface="Gill Sans"/>
              </a:rPr>
              <a:t>infinite episodes</a:t>
            </a:r>
            <a:r>
              <a:rPr kumimoji="0" lang="en-US" sz="2800" b="1" i="0" u="none" strike="noStrike" kern="0" cap="none" spc="0" normalizeH="0" baseline="0" noProof="0" dirty="0">
                <a:ln>
                  <a:noFill/>
                </a:ln>
                <a:solidFill>
                  <a:srgbClr val="000000"/>
                </a:solidFill>
                <a:effectLst/>
                <a:uLnTx/>
                <a:uFillTx/>
                <a:latin typeface="Gill Sans"/>
                <a:sym typeface="Gill Sans"/>
              </a:rPr>
              <a:t> </a:t>
            </a:r>
            <a:r>
              <a:rPr kumimoji="0" sz="2800" b="0" i="0" u="none" strike="noStrike" kern="0" cap="none" spc="0" normalizeH="0" baseline="0" noProof="0" dirty="0">
                <a:ln>
                  <a:noFill/>
                </a:ln>
                <a:solidFill>
                  <a:srgbClr val="000000"/>
                </a:solidFill>
                <a:effectLst/>
                <a:uLnTx/>
                <a:uFillTx/>
                <a:latin typeface="Gill Sans"/>
                <a:sym typeface="Gill Sans"/>
              </a:rPr>
              <a:t>mathematically</a:t>
            </a:r>
            <a:br>
              <a:rPr kumimoji="0" sz="2800" b="0" i="0" u="none" strike="noStrike" kern="0" cap="none" spc="0" normalizeH="0" baseline="0" noProof="0" dirty="0">
                <a:ln>
                  <a:noFill/>
                </a:ln>
                <a:solidFill>
                  <a:srgbClr val="000000"/>
                </a:solidFill>
                <a:effectLst/>
                <a:uLnTx/>
                <a:uFillTx/>
                <a:latin typeface="Gill Sans"/>
                <a:sym typeface="Gill Sans"/>
              </a:rPr>
            </a:br>
            <a:endParaRPr kumimoji="0" sz="2800" b="0" i="0" u="none" strike="noStrike" kern="0" cap="none" spc="0" normalizeH="0" baseline="0" noProof="0" dirty="0">
              <a:ln>
                <a:noFill/>
              </a:ln>
              <a:solidFill>
                <a:srgbClr val="000000"/>
              </a:solidFill>
              <a:effectLst/>
              <a:uLnTx/>
              <a:uFillTx/>
              <a:latin typeface="Gill Sans"/>
              <a:sym typeface="Gill Sans"/>
            </a:endParaRPr>
          </a:p>
          <a:p>
            <a:pPr marL="228600" marR="0" lvl="0" indent="-228600" algn="l" defTabSz="406400" rtl="0" eaLnBrk="1" fontAlgn="auto" latinLnBrk="0" hangingPunct="0">
              <a:lnSpc>
                <a:spcPct val="15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capture some notion of the uncertainty of the future</a:t>
            </a:r>
          </a:p>
          <a:p>
            <a:pPr marL="228600" marR="0" lvl="0" indent="-228600" algn="l" defTabSz="406400" rtl="0" eaLnBrk="1" fontAlgn="auto" latinLnBrk="0" hangingPunct="0">
              <a:lnSpc>
                <a:spcPct val="15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are often practically justified (e.g. financial investment)</a:t>
            </a:r>
          </a:p>
          <a:p>
            <a:pPr marL="228600" marR="0" lvl="0" indent="-228600" algn="l" defTabSz="406400" rtl="0" eaLnBrk="1" fontAlgn="auto" latinLnBrk="0" hangingPunct="0">
              <a:lnSpc>
                <a:spcPct val="15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reflect psychology: </a:t>
            </a:r>
            <a:br>
              <a:rPr kumimoji="0" sz="2800" b="0" i="0" u="none" strike="noStrike" kern="0" cap="none" spc="0" normalizeH="0" baseline="0" noProof="0" dirty="0">
                <a:ln>
                  <a:noFill/>
                </a:ln>
                <a:solidFill>
                  <a:srgbClr val="000000"/>
                </a:solidFill>
                <a:effectLst/>
                <a:uLnTx/>
                <a:uFillTx/>
                <a:latin typeface="Gill Sans"/>
                <a:sym typeface="Gill Sans"/>
              </a:rPr>
            </a:br>
            <a:r>
              <a:rPr kumimoji="0" sz="2600" b="0" i="0" u="none" strike="noStrike" kern="0" cap="none" spc="0" normalizeH="0" baseline="0" noProof="0" dirty="0">
                <a:ln>
                  <a:noFill/>
                </a:ln>
                <a:solidFill>
                  <a:srgbClr val="000000"/>
                </a:solidFill>
                <a:effectLst/>
                <a:uLnTx/>
                <a:uFillTx/>
                <a:latin typeface="Gill Sans"/>
                <a:sym typeface="Gill Sans"/>
              </a:rPr>
              <a:t>children (and people generally) prefer immediate reward!</a:t>
            </a:r>
          </a:p>
        </p:txBody>
      </p:sp>
      <p:sp>
        <p:nvSpPr>
          <p:cNvPr id="4" name="Date Placeholder 3">
            <a:extLst>
              <a:ext uri="{FF2B5EF4-FFF2-40B4-BE49-F238E27FC236}">
                <a16:creationId xmlns:a16="http://schemas.microsoft.com/office/drawing/2014/main" id="{8486C0A2-DC6B-94DD-56EE-BA3981883CE1}"/>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F5A7474B-2396-083F-D2A5-5D092679CEA1}"/>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1D7B3B03-A0EC-7C17-A211-F114F7C4D134}"/>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24</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410546894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animBg="1" advAuto="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Value">
            <a:extLst>
              <a:ext uri="{FF2B5EF4-FFF2-40B4-BE49-F238E27FC236}">
                <a16:creationId xmlns:a16="http://schemas.microsoft.com/office/drawing/2014/main" id="{2A2D1240-04DC-5CEB-1298-5FD10453BD0D}"/>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Value</a:t>
            </a:r>
          </a:p>
        </p:txBody>
      </p:sp>
      <mc:AlternateContent xmlns:mc="http://schemas.openxmlformats.org/markup-compatibility/2006" xmlns:a14="http://schemas.microsoft.com/office/drawing/2010/main">
        <mc:Choice Requires="a14">
          <p:sp>
            <p:nvSpPr>
              <p:cNvPr id="3" name="object 11">
                <a:extLst>
                  <a:ext uri="{FF2B5EF4-FFF2-40B4-BE49-F238E27FC236}">
                    <a16:creationId xmlns:a16="http://schemas.microsoft.com/office/drawing/2014/main" id="{8534CC45-6CCF-1EDA-4E38-BB353A57680C}"/>
                  </a:ext>
                </a:extLst>
              </p:cNvPr>
              <p:cNvSpPr txBox="1"/>
              <p:nvPr/>
            </p:nvSpPr>
            <p:spPr>
              <a:xfrm>
                <a:off x="400689" y="1540848"/>
                <a:ext cx="8730612" cy="4692310"/>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wrap="square" lIns="50800" tIns="50800" rIns="50800" bIns="50800" anchor="ctr">
                <a:spAutoFit/>
              </a:bodyPr>
              <a:lstStyle/>
              <a:p>
                <a:pPr marL="0" marR="0" lvl="0" indent="0" algn="l" defTabSz="406400" rtl="0" eaLnBrk="1" fontAlgn="auto" latinLnBrk="0" hangingPunct="0">
                  <a:lnSpc>
                    <a:spcPct val="150000"/>
                  </a:lnSpc>
                  <a:spcBef>
                    <a:spcPts val="0"/>
                  </a:spcBef>
                  <a:spcAft>
                    <a:spcPts val="0"/>
                  </a:spcAft>
                  <a:buClrTx/>
                  <a:buSzTx/>
                  <a:buFontTx/>
                  <a:buNone/>
                  <a:tabLst/>
                  <a:defRPr/>
                </a:pPr>
                <a:r>
                  <a:rPr kumimoji="0" sz="2800" b="0" i="0" u="none" strike="noStrike" kern="0" cap="none" spc="0" normalizeH="0" baseline="0" noProof="0" dirty="0">
                    <a:ln>
                      <a:noFill/>
                    </a:ln>
                    <a:solidFill>
                      <a:srgbClr val="000000"/>
                    </a:solidFill>
                    <a:effectLst/>
                    <a:uLnTx/>
                    <a:uFillTx/>
                    <a:latin typeface="Gill Sans"/>
                    <a:sym typeface="Gill Sans"/>
                  </a:rPr>
                  <a:t>The value of a state is the </a:t>
                </a:r>
                <a:r>
                  <a:rPr kumimoji="0" sz="2800" b="0" i="1" u="none" strike="noStrike" kern="0" cap="none" spc="0" normalizeH="0" baseline="0" noProof="0" dirty="0">
                    <a:ln>
                      <a:noFill/>
                    </a:ln>
                    <a:solidFill>
                      <a:srgbClr val="000000"/>
                    </a:solidFill>
                    <a:effectLst/>
                    <a:uLnTx/>
                    <a:uFillTx/>
                    <a:latin typeface="Gill Sans"/>
                    <a:sym typeface="Gill Sans"/>
                  </a:rPr>
                  <a:t>expected return </a:t>
                </a:r>
                <a:r>
                  <a:rPr kumimoji="0" sz="2800" b="0" i="0" u="none" strike="noStrike" kern="0" cap="none" spc="0" normalizeH="0" baseline="0" noProof="0" dirty="0">
                    <a:ln>
                      <a:noFill/>
                    </a:ln>
                    <a:solidFill>
                      <a:srgbClr val="000000"/>
                    </a:solidFill>
                    <a:effectLst/>
                    <a:uLnTx/>
                    <a:uFillTx/>
                    <a:latin typeface="Gill Sans"/>
                    <a:sym typeface="Gill Sans"/>
                  </a:rPr>
                  <a:t>from this state</a:t>
                </a:r>
                <a:endParaRPr kumimoji="0" lang="en-US" sz="2800" b="0" i="1"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endParaRPr kumimoji="0" lang="en-US" sz="1400" b="0" i="1"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𝑣</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𝔼</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𝐺</m:t>
                          </m:r>
                        </m:e>
                        <m: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e>
                        <m: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m:oMathPara>
                </a14:m>
                <a:endParaRPr kumimoji="0" lang="en-US" sz="2800" b="0" i="1"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endParaRPr kumimoji="0" lang="en-US" sz="1400" b="0" i="1"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50000"/>
                  </a:lnSpc>
                  <a:spcBef>
                    <a:spcPts val="0"/>
                  </a:spcBef>
                  <a:spcAft>
                    <a:spcPts val="0"/>
                  </a:spcAft>
                  <a:buClrTx/>
                  <a:buSzTx/>
                  <a:buFontTx/>
                  <a:buNone/>
                  <a:tabLst/>
                  <a:defRPr/>
                </a:pPr>
                <a:r>
                  <a:rPr kumimoji="0" sz="2800" b="0" i="0" u="none" strike="noStrike" kern="0" cap="none" spc="0" normalizeH="0" baseline="0" noProof="0" dirty="0">
                    <a:ln>
                      <a:noFill/>
                    </a:ln>
                    <a:solidFill>
                      <a:srgbClr val="000000"/>
                    </a:solidFill>
                    <a:effectLst/>
                    <a:uLnTx/>
                    <a:uFillTx/>
                    <a:latin typeface="Gill Sans"/>
                    <a:sym typeface="Gill Sans"/>
                  </a:rPr>
                  <a:t>Reminder: the value function of an agent predicts the future reward in a state given a policy (but we have no policy yet, i</a:t>
                </a:r>
                <a:r>
                  <a:rPr kumimoji="0" lang="en-US" sz="2800" b="0" i="0" u="none" strike="noStrike" kern="0" cap="none" spc="0" normalizeH="0" baseline="0" noProof="0" dirty="0">
                    <a:ln>
                      <a:noFill/>
                    </a:ln>
                    <a:solidFill>
                      <a:srgbClr val="000000"/>
                    </a:solidFill>
                    <a:effectLst/>
                    <a:uLnTx/>
                    <a:uFillTx/>
                    <a:latin typeface="Gill Sans"/>
                    <a:sym typeface="Gill Sans"/>
                  </a:rPr>
                  <a:t>.</a:t>
                </a:r>
                <a:r>
                  <a:rPr kumimoji="0" sz="2800" b="0" i="0" u="none" strike="noStrike" kern="0" cap="none" spc="0" normalizeH="0" baseline="0" noProof="0" dirty="0">
                    <a:ln>
                      <a:noFill/>
                    </a:ln>
                    <a:solidFill>
                      <a:srgbClr val="000000"/>
                    </a:solidFill>
                    <a:effectLst/>
                    <a:uLnTx/>
                    <a:uFillTx/>
                    <a:latin typeface="Gill Sans"/>
                    <a:sym typeface="Gill Sans"/>
                  </a:rPr>
                  <a:t>e.</a:t>
                </a:r>
                <a:r>
                  <a:rPr kumimoji="0" lang="en-US" sz="2800" b="0" i="0" u="none" strike="noStrike" kern="0" cap="none" spc="0" normalizeH="0" baseline="0" noProof="0" dirty="0">
                    <a:ln>
                      <a:noFill/>
                    </a:ln>
                    <a:solidFill>
                      <a:srgbClr val="000000"/>
                    </a:solidFill>
                    <a:effectLst/>
                    <a:uLnTx/>
                    <a:uFillTx/>
                    <a:latin typeface="Gill Sans"/>
                    <a:sym typeface="Gill Sans"/>
                  </a:rPr>
                  <a:t>,</a:t>
                </a:r>
                <a:r>
                  <a:rPr kumimoji="0" sz="2800" b="0" i="0" u="none" strike="noStrike" kern="0" cap="none" spc="0" normalizeH="0" baseline="0" noProof="0" dirty="0">
                    <a:ln>
                      <a:noFill/>
                    </a:ln>
                    <a:solidFill>
                      <a:srgbClr val="000000"/>
                    </a:solidFill>
                    <a:effectLst/>
                    <a:uLnTx/>
                    <a:uFillTx/>
                    <a:latin typeface="Gill Sans"/>
                    <a:sym typeface="Gill Sans"/>
                  </a:rPr>
                  <a:t> no influence on the environment)</a:t>
                </a:r>
              </a:p>
              <a:p>
                <a:pPr marL="0" marR="0" lvl="0" indent="0" algn="l" defTabSz="406400" rtl="0" eaLnBrk="1" fontAlgn="auto" latinLnBrk="0" hangingPunct="0">
                  <a:lnSpc>
                    <a:spcPct val="100000"/>
                  </a:lnSpc>
                  <a:spcBef>
                    <a:spcPts val="0"/>
                  </a:spcBef>
                  <a:spcAft>
                    <a:spcPts val="0"/>
                  </a:spcAft>
                  <a:buClrTx/>
                  <a:buSzTx/>
                  <a:buFontTx/>
                  <a:buNone/>
                  <a:tabLst/>
                  <a:defRPr/>
                </a:pPr>
                <a:br>
                  <a:rPr kumimoji="0" sz="2800" b="0" i="0" u="none" strike="noStrike" kern="0" cap="none" spc="0" normalizeH="0" baseline="0" noProof="0" dirty="0">
                    <a:ln>
                      <a:noFill/>
                    </a:ln>
                    <a:solidFill>
                      <a:srgbClr val="000000"/>
                    </a:solidFill>
                    <a:effectLst/>
                    <a:uLnTx/>
                    <a:uFillTx/>
                    <a:latin typeface="Gill Sans"/>
                    <a:sym typeface="Gill Sans"/>
                  </a:rPr>
                </a:br>
                <a14:m>
                  <m:oMathPara xmlns:m="http://schemas.openxmlformats.org/officeDocument/2006/math">
                    <m:oMathParaPr>
                      <m:jc m:val="centerGroup"/>
                    </m:oMathParaPr>
                    <m:oMath xmlns:m="http://schemas.openxmlformats.org/officeDocument/2006/math">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𝑣</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𝜋</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𝔼</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𝜋</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+1</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𝛾</m:t>
                      </m:r>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+2</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p>
                        <m:sSup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p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𝛾</m:t>
                          </m:r>
                        </m:e>
                        <m:sup>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2</m:t>
                          </m:r>
                        </m:sup>
                      </m:sSup>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+3</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p>
                        <m:sSup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p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𝛾</m:t>
                          </m:r>
                        </m:e>
                        <m:sup>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up>
                      </m:sSup>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m:oMathPara>
                </a14:m>
                <a:endParaRPr kumimoji="0" sz="2800" b="0" i="0" u="none" strike="noStrike" kern="0" cap="none" spc="0" normalizeH="0" baseline="0" noProof="0" dirty="0">
                  <a:ln>
                    <a:noFill/>
                  </a:ln>
                  <a:solidFill>
                    <a:srgbClr val="000000"/>
                  </a:solidFill>
                  <a:effectLst/>
                  <a:uLnTx/>
                  <a:uFillTx/>
                  <a:latin typeface="Gill Sans"/>
                  <a:sym typeface="Gill Sans"/>
                </a:endParaRPr>
              </a:p>
            </p:txBody>
          </p:sp>
        </mc:Choice>
        <mc:Fallback xmlns="">
          <p:sp>
            <p:nvSpPr>
              <p:cNvPr id="3" name="object 11">
                <a:extLst>
                  <a:ext uri="{FF2B5EF4-FFF2-40B4-BE49-F238E27FC236}">
                    <a16:creationId xmlns:a16="http://schemas.microsoft.com/office/drawing/2014/main" id="{8534CC45-6CCF-1EDA-4E38-BB353A57680C}"/>
                  </a:ext>
                </a:extLst>
              </p:cNvPr>
              <p:cNvSpPr txBox="1">
                <a:spLocks noRot="1" noChangeAspect="1" noMove="1" noResize="1" noEditPoints="1" noAdjustHandles="1" noChangeArrowheads="1" noChangeShapeType="1" noTextEdit="1"/>
              </p:cNvSpPr>
              <p:nvPr/>
            </p:nvSpPr>
            <p:spPr>
              <a:xfrm>
                <a:off x="400689" y="1540848"/>
                <a:ext cx="8730612" cy="4692310"/>
              </a:xfrm>
              <a:prstGeom prst="rect">
                <a:avLst/>
              </a:prstGeom>
              <a:blipFill>
                <a:blip r:embed="rId3"/>
                <a:stretch>
                  <a:fillRect l="-1885" b="-1300"/>
                </a:stretch>
              </a:blipFill>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val="1"/>
                </a:ext>
              </a:extLst>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AF417516-C204-B967-6C00-6513926AE00D}"/>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AA1F606C-738B-2391-2837-5486EAC594D1}"/>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929D1E75-7252-0FA9-8242-EFE49EAD4BD6}"/>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25</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944004224"/>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Example: The 7 lives of cats (state value)">
            <a:extLst>
              <a:ext uri="{FF2B5EF4-FFF2-40B4-BE49-F238E27FC236}">
                <a16:creationId xmlns:a16="http://schemas.microsoft.com/office/drawing/2014/main" id="{8924F030-7E54-4B03-43CA-ABF8E30887B2}"/>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Example: The 7 lives of cats (state value)</a:t>
            </a:r>
          </a:p>
        </p:txBody>
      </p:sp>
      <p:sp>
        <p:nvSpPr>
          <p:cNvPr id="3" name="Rectangle">
            <a:extLst>
              <a:ext uri="{FF2B5EF4-FFF2-40B4-BE49-F238E27FC236}">
                <a16:creationId xmlns:a16="http://schemas.microsoft.com/office/drawing/2014/main" id="{3B423851-F313-1880-4801-1752FA57BCE0}"/>
              </a:ext>
            </a:extLst>
          </p:cNvPr>
          <p:cNvSpPr/>
          <p:nvPr/>
        </p:nvSpPr>
        <p:spPr>
          <a:xfrm>
            <a:off x="1463847" y="1206777"/>
            <a:ext cx="5990881" cy="5330628"/>
          </a:xfrm>
          <a:prstGeom prst="rect">
            <a:avLst/>
          </a:prstGeom>
          <a:solidFill>
            <a:srgbClr val="FFFFFF"/>
          </a:solidFill>
          <a:ln w="12700">
            <a:miter lim="400000"/>
          </a:ln>
        </p:spPr>
        <p:txBody>
          <a:bodyPr lIns="50800" tIns="50800" rIns="50800" bIns="50800" anchor="ctr"/>
          <a:lstStyle/>
          <a:p>
            <a:pPr marL="0" marR="0" lvl="0" indent="0" algn="ctr" defTabSz="406400" rtl="0" eaLnBrk="1" fontAlgn="auto" latinLnBrk="0" hangingPunct="0">
              <a:lnSpc>
                <a:spcPct val="100000"/>
              </a:lnSpc>
              <a:spcBef>
                <a:spcPts val="0"/>
              </a:spcBef>
              <a:spcAft>
                <a:spcPts val="0"/>
              </a:spcAft>
              <a:buClrTx/>
              <a:buSzTx/>
              <a:buFontTx/>
              <a:buNone/>
              <a:tabLst/>
              <a:defRPr>
                <a:solidFill>
                  <a:srgbClr val="FFFFFF"/>
                </a:solidFill>
                <a:effectLst>
                  <a:outerShdw blurRad="38100" dist="12700" dir="5400000" rotWithShape="0">
                    <a:srgbClr val="000000">
                      <a:alpha val="50000"/>
                    </a:srgbClr>
                  </a:outerShdw>
                </a:effectLst>
              </a:defRPr>
            </a:pPr>
            <a:endParaRPr kumimoji="0" sz="28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pic>
        <p:nvPicPr>
          <p:cNvPr id="4" name="7 Lives of Cats (MRP).png" descr="7 Lives of Cats (MRP).png">
            <a:extLst>
              <a:ext uri="{FF2B5EF4-FFF2-40B4-BE49-F238E27FC236}">
                <a16:creationId xmlns:a16="http://schemas.microsoft.com/office/drawing/2014/main" id="{0CC71B85-67AA-E67E-20CE-ADAE2D940697}"/>
              </a:ext>
            </a:extLst>
          </p:cNvPr>
          <p:cNvPicPr>
            <a:picLocks noChangeAspect="1"/>
          </p:cNvPicPr>
          <p:nvPr/>
        </p:nvPicPr>
        <p:blipFill>
          <a:blip r:embed="rId3"/>
          <a:srcRect l="2836" t="2476" r="1472" b="2476"/>
          <a:stretch>
            <a:fillRect/>
          </a:stretch>
        </p:blipFill>
        <p:spPr>
          <a:xfrm rot="21540000">
            <a:off x="2316362" y="1626034"/>
            <a:ext cx="4511242" cy="4480856"/>
          </a:xfrm>
          <a:prstGeom prst="rect">
            <a:avLst/>
          </a:prstGeom>
          <a:ln w="12700">
            <a:miter lim="400000"/>
          </a:ln>
        </p:spPr>
      </p:pic>
      <mc:AlternateContent xmlns:mc="http://schemas.openxmlformats.org/markup-compatibility/2006" xmlns:a14="http://schemas.microsoft.com/office/drawing/2010/main">
        <mc:Choice Requires="a14">
          <p:sp>
            <p:nvSpPr>
              <p:cNvPr id="5" name="(“myopic”)">
                <a:extLst>
                  <a:ext uri="{FF2B5EF4-FFF2-40B4-BE49-F238E27FC236}">
                    <a16:creationId xmlns:a16="http://schemas.microsoft.com/office/drawing/2014/main" id="{128E5ACB-AF12-3475-2366-9D8432502889}"/>
                  </a:ext>
                </a:extLst>
              </p:cNvPr>
              <p:cNvSpPr txBox="1"/>
              <p:nvPr/>
            </p:nvSpPr>
            <p:spPr>
              <a:xfrm>
                <a:off x="7513426" y="1293576"/>
                <a:ext cx="1665710" cy="937098"/>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wrap="none" lIns="50800" tIns="50800" rIns="50800" bIns="5080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solidFill>
                      <a:srgbClr val="C82506"/>
                    </a:solidFill>
                  </a:defRPr>
                </a:pPr>
                <a14:m>
                  <m:oMathPara xmlns:m="http://schemas.openxmlformats.org/officeDocument/2006/math">
                    <m:oMathParaPr>
                      <m:jc m:val="center"/>
                    </m:oMathParaPr>
                    <m:oMath xmlns:m="http://schemas.openxmlformats.org/officeDocument/2006/math">
                      <m:r>
                        <a:rPr kumimoji="0" sz="2900" b="0" i="1" u="none" strike="noStrike" kern="0" cap="none" spc="0" normalizeH="0" baseline="0" noProof="0">
                          <a:ln>
                            <a:noFill/>
                          </a:ln>
                          <a:solidFill>
                            <a:srgbClr val="C82505"/>
                          </a:solidFill>
                          <a:effectLst/>
                          <a:uLnTx/>
                          <a:uFillTx/>
                          <a:latin typeface="Cambria Math" panose="02040503050406030204" pitchFamily="18" charset="0"/>
                          <a:sym typeface="Gill Sans"/>
                        </a:rPr>
                        <m:t>𝛾</m:t>
                      </m:r>
                      <m:r>
                        <a:rPr kumimoji="0" sz="2900" b="0" i="1" u="none" strike="noStrike" kern="0" cap="none" spc="0" normalizeH="0" baseline="0" noProof="0">
                          <a:ln>
                            <a:noFill/>
                          </a:ln>
                          <a:solidFill>
                            <a:srgbClr val="C82505"/>
                          </a:solidFill>
                          <a:effectLst/>
                          <a:uLnTx/>
                          <a:uFillTx/>
                          <a:latin typeface="Cambria Math" panose="02040503050406030204" pitchFamily="18" charset="0"/>
                          <a:sym typeface="Gill Sans"/>
                        </a:rPr>
                        <m:t>=0</m:t>
                      </m:r>
                    </m:oMath>
                  </m:oMathPara>
                </a14:m>
                <a:endParaRPr kumimoji="0" sz="2800" b="0" i="0" u="none" strike="noStrike" kern="0" cap="none" spc="0" normalizeH="0" baseline="0" noProof="0">
                  <a:ln>
                    <a:noFill/>
                  </a:ln>
                  <a:solidFill>
                    <a:srgbClr val="C82506"/>
                  </a:solidFill>
                  <a:effectLst/>
                  <a:uLnTx/>
                  <a:uFillTx/>
                  <a:latin typeface="Gill Sans"/>
                  <a:sym typeface="Gill Sans"/>
                </a:endParaRPr>
              </a:p>
              <a:p>
                <a:pPr marL="0" marR="0" lvl="0" indent="0" algn="ctr" defTabSz="406400" rtl="0" eaLnBrk="1" fontAlgn="auto" latinLnBrk="0" hangingPunct="0">
                  <a:lnSpc>
                    <a:spcPct val="100000"/>
                  </a:lnSpc>
                  <a:spcBef>
                    <a:spcPts val="0"/>
                  </a:spcBef>
                  <a:spcAft>
                    <a:spcPts val="0"/>
                  </a:spcAft>
                  <a:buClrTx/>
                  <a:buSzTx/>
                  <a:buFontTx/>
                  <a:buNone/>
                  <a:tabLst/>
                  <a:defRPr>
                    <a:solidFill>
                      <a:srgbClr val="C82506"/>
                    </a:solidFill>
                  </a:defRPr>
                </a:pPr>
                <a:r>
                  <a:rPr kumimoji="0" sz="2800" b="0" i="0" u="none" strike="noStrike" kern="0" cap="none" spc="0" normalizeH="0" baseline="0" noProof="0">
                    <a:ln>
                      <a:noFill/>
                    </a:ln>
                    <a:solidFill>
                      <a:srgbClr val="C82506"/>
                    </a:solidFill>
                    <a:effectLst/>
                    <a:uLnTx/>
                    <a:uFillTx/>
                    <a:latin typeface="Gill Sans"/>
                    <a:sym typeface="Gill Sans"/>
                  </a:rPr>
                  <a:t>(“myopic”)</a:t>
                </a:r>
              </a:p>
            </p:txBody>
          </p:sp>
        </mc:Choice>
        <mc:Fallback xmlns="">
          <p:sp>
            <p:nvSpPr>
              <p:cNvPr id="5" name="(“myopic”)">
                <a:extLst>
                  <a:ext uri="{FF2B5EF4-FFF2-40B4-BE49-F238E27FC236}">
                    <a16:creationId xmlns:a16="http://schemas.microsoft.com/office/drawing/2014/main" id="{128E5ACB-AF12-3475-2366-9D8432502889}"/>
                  </a:ext>
                </a:extLst>
              </p:cNvPr>
              <p:cNvSpPr txBox="1">
                <a:spLocks noRot="1" noChangeAspect="1" noMove="1" noResize="1" noEditPoints="1" noAdjustHandles="1" noChangeArrowheads="1" noChangeShapeType="1" noTextEdit="1"/>
              </p:cNvSpPr>
              <p:nvPr/>
            </p:nvSpPr>
            <p:spPr>
              <a:xfrm>
                <a:off x="7513426" y="1293576"/>
                <a:ext cx="1665710" cy="937098"/>
              </a:xfrm>
              <a:prstGeom prst="rect">
                <a:avLst/>
              </a:prstGeom>
              <a:blipFill>
                <a:blip r:embed="rId4"/>
                <a:stretch>
                  <a:fillRect l="-9890" r="-9524" b="-19481"/>
                </a:stretch>
              </a:blip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sp>
        <p:nvSpPr>
          <p:cNvPr id="6" name="0.5">
            <a:extLst>
              <a:ext uri="{FF2B5EF4-FFF2-40B4-BE49-F238E27FC236}">
                <a16:creationId xmlns:a16="http://schemas.microsoft.com/office/drawing/2014/main" id="{DE14F638-C83D-C760-DA54-61558551FAC2}"/>
              </a:ext>
            </a:extLst>
          </p:cNvPr>
          <p:cNvSpPr txBox="1"/>
          <p:nvPr/>
        </p:nvSpPr>
        <p:spPr>
          <a:xfrm>
            <a:off x="2035881" y="1508124"/>
            <a:ext cx="547863"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chemeClr val="accent5"/>
                </a:solidFill>
              </a:defRPr>
            </a:lvl1p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C82506"/>
                </a:solidFill>
                <a:effectLst/>
                <a:uLnTx/>
                <a:uFillTx/>
                <a:latin typeface="Gill Sans"/>
                <a:sym typeface="Gill Sans"/>
              </a:rPr>
              <a:t>0.5</a:t>
            </a:r>
          </a:p>
        </p:txBody>
      </p:sp>
      <p:sp>
        <p:nvSpPr>
          <p:cNvPr id="12" name="0.2">
            <a:extLst>
              <a:ext uri="{FF2B5EF4-FFF2-40B4-BE49-F238E27FC236}">
                <a16:creationId xmlns:a16="http://schemas.microsoft.com/office/drawing/2014/main" id="{0B2D426A-7507-1875-8038-1563C52AAF0B}"/>
              </a:ext>
            </a:extLst>
          </p:cNvPr>
          <p:cNvSpPr txBox="1"/>
          <p:nvPr/>
        </p:nvSpPr>
        <p:spPr>
          <a:xfrm>
            <a:off x="6362613" y="1508124"/>
            <a:ext cx="54786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chemeClr val="accent5"/>
                </a:solidFill>
              </a:defRPr>
            </a:lvl1p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C82506"/>
                </a:solidFill>
                <a:effectLst/>
                <a:uLnTx/>
                <a:uFillTx/>
                <a:latin typeface="Gill Sans"/>
                <a:sym typeface="Gill Sans"/>
              </a:rPr>
              <a:t>0.2</a:t>
            </a:r>
          </a:p>
        </p:txBody>
      </p:sp>
      <p:sp>
        <p:nvSpPr>
          <p:cNvPr id="13" name="0.5">
            <a:extLst>
              <a:ext uri="{FF2B5EF4-FFF2-40B4-BE49-F238E27FC236}">
                <a16:creationId xmlns:a16="http://schemas.microsoft.com/office/drawing/2014/main" id="{10427247-0946-0AE5-A222-4D8AE7E2D7E3}"/>
              </a:ext>
            </a:extLst>
          </p:cNvPr>
          <p:cNvSpPr txBox="1"/>
          <p:nvPr/>
        </p:nvSpPr>
        <p:spPr>
          <a:xfrm>
            <a:off x="2030088" y="5579229"/>
            <a:ext cx="559449" cy="5334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chemeClr val="accent5"/>
                </a:solidFill>
              </a:defRPr>
            </a:lvl1p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dirty="0">
                <a:ln>
                  <a:noFill/>
                </a:ln>
                <a:solidFill>
                  <a:srgbClr val="C82506"/>
                </a:solidFill>
                <a:effectLst/>
                <a:uLnTx/>
                <a:uFillTx/>
                <a:latin typeface="Gill Sans"/>
                <a:sym typeface="Gill Sans"/>
              </a:rPr>
              <a:t>0.</a:t>
            </a:r>
            <a:r>
              <a:rPr kumimoji="0" lang="en-US" sz="2800" b="0" i="0" u="none" strike="noStrike" kern="0" cap="none" spc="0" normalizeH="0" baseline="0" noProof="0" dirty="0">
                <a:ln>
                  <a:noFill/>
                </a:ln>
                <a:solidFill>
                  <a:srgbClr val="C82506"/>
                </a:solidFill>
                <a:effectLst/>
                <a:uLnTx/>
                <a:uFillTx/>
                <a:latin typeface="Gill Sans"/>
                <a:sym typeface="Gill Sans"/>
              </a:rPr>
              <a:t>3</a:t>
            </a:r>
            <a:endParaRPr kumimoji="0" sz="2800" b="0" i="0" u="none" strike="noStrike" kern="0" cap="none" spc="0" normalizeH="0" baseline="0" noProof="0" dirty="0">
              <a:ln>
                <a:noFill/>
              </a:ln>
              <a:solidFill>
                <a:srgbClr val="C82506"/>
              </a:solidFill>
              <a:effectLst/>
              <a:uLnTx/>
              <a:uFillTx/>
              <a:latin typeface="Gill Sans"/>
              <a:sym typeface="Gill Sans"/>
            </a:endParaRPr>
          </a:p>
        </p:txBody>
      </p:sp>
      <p:sp>
        <p:nvSpPr>
          <p:cNvPr id="14" name="0.7">
            <a:extLst>
              <a:ext uri="{FF2B5EF4-FFF2-40B4-BE49-F238E27FC236}">
                <a16:creationId xmlns:a16="http://schemas.microsoft.com/office/drawing/2014/main" id="{793E8363-7ED1-991D-78F9-79A1608496FB}"/>
              </a:ext>
            </a:extLst>
          </p:cNvPr>
          <p:cNvSpPr txBox="1"/>
          <p:nvPr/>
        </p:nvSpPr>
        <p:spPr>
          <a:xfrm>
            <a:off x="6362613" y="5591968"/>
            <a:ext cx="54786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chemeClr val="accent5"/>
                </a:solidFill>
              </a:defRPr>
            </a:lvl1p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C82506"/>
                </a:solidFill>
                <a:effectLst/>
                <a:uLnTx/>
                <a:uFillTx/>
                <a:latin typeface="Gill Sans"/>
                <a:sym typeface="Gill Sans"/>
              </a:rPr>
              <a:t>0.7</a:t>
            </a:r>
          </a:p>
        </p:txBody>
      </p:sp>
      <p:sp>
        <p:nvSpPr>
          <p:cNvPr id="15" name="0.00">
            <a:extLst>
              <a:ext uri="{FF2B5EF4-FFF2-40B4-BE49-F238E27FC236}">
                <a16:creationId xmlns:a16="http://schemas.microsoft.com/office/drawing/2014/main" id="{4FDFE4AF-EBB4-2CF9-20EE-BD355E067178}"/>
              </a:ext>
            </a:extLst>
          </p:cNvPr>
          <p:cNvSpPr txBox="1"/>
          <p:nvPr/>
        </p:nvSpPr>
        <p:spPr>
          <a:xfrm>
            <a:off x="4196469" y="2960687"/>
            <a:ext cx="72566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chemeClr val="accent5"/>
                </a:solidFill>
              </a:defRPr>
            </a:lvl1p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dirty="0">
                <a:ln>
                  <a:noFill/>
                </a:ln>
                <a:solidFill>
                  <a:srgbClr val="C82506"/>
                </a:solidFill>
                <a:effectLst/>
                <a:uLnTx/>
                <a:uFillTx/>
                <a:latin typeface="Gill Sans"/>
                <a:sym typeface="Gill Sans"/>
              </a:rPr>
              <a:t>0.00</a:t>
            </a:r>
          </a:p>
        </p:txBody>
      </p:sp>
      <p:sp>
        <p:nvSpPr>
          <p:cNvPr id="16" name="Date Placeholder 3">
            <a:extLst>
              <a:ext uri="{FF2B5EF4-FFF2-40B4-BE49-F238E27FC236}">
                <a16:creationId xmlns:a16="http://schemas.microsoft.com/office/drawing/2014/main" id="{550CA4AA-78D2-EB7F-A22D-AEC6EB435F86}"/>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 name="Footer Placeholder 5">
            <a:extLst>
              <a:ext uri="{FF2B5EF4-FFF2-40B4-BE49-F238E27FC236}">
                <a16:creationId xmlns:a16="http://schemas.microsoft.com/office/drawing/2014/main" id="{B7447C78-0B8A-9665-3AA7-889C68D29D81}"/>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8" name="Slide Number Placeholder 7">
            <a:extLst>
              <a:ext uri="{FF2B5EF4-FFF2-40B4-BE49-F238E27FC236}">
                <a16:creationId xmlns:a16="http://schemas.microsoft.com/office/drawing/2014/main" id="{ABD8F8A0-1029-E395-6B97-E9D45456E15C}"/>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26</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2929750195"/>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a:extLst>
              <a:ext uri="{FF2B5EF4-FFF2-40B4-BE49-F238E27FC236}">
                <a16:creationId xmlns:a16="http://schemas.microsoft.com/office/drawing/2014/main" id="{73039683-E13F-9485-A23B-20BF7F1636A9}"/>
              </a:ext>
            </a:extLst>
          </p:cNvPr>
          <p:cNvGrpSpPr/>
          <p:nvPr/>
        </p:nvGrpSpPr>
        <p:grpSpPr>
          <a:xfrm>
            <a:off x="-12700" y="104701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15" name="Rectangle">
            <a:extLst>
              <a:ext uri="{FF2B5EF4-FFF2-40B4-BE49-F238E27FC236}">
                <a16:creationId xmlns:a16="http://schemas.microsoft.com/office/drawing/2014/main" id="{163E01D9-9FDE-9633-1397-2632D1D223DA}"/>
              </a:ext>
            </a:extLst>
          </p:cNvPr>
          <p:cNvSpPr/>
          <p:nvPr/>
        </p:nvSpPr>
        <p:spPr>
          <a:xfrm>
            <a:off x="1463847" y="1206777"/>
            <a:ext cx="5990881" cy="5330628"/>
          </a:xfrm>
          <a:prstGeom prst="rect">
            <a:avLst/>
          </a:prstGeom>
          <a:solidFill>
            <a:srgbClr val="FFFFFF"/>
          </a:solidFill>
          <a:ln w="12700">
            <a:miter lim="400000"/>
          </a:ln>
        </p:spPr>
        <p:txBody>
          <a:bodyPr lIns="50800" tIns="50800" rIns="50800" bIns="50800" anchor="ctr"/>
          <a:lstStyle/>
          <a:p>
            <a:pPr marL="0" marR="0" lvl="0" indent="0" algn="ctr" defTabSz="406400" rtl="0" eaLnBrk="1" fontAlgn="auto" latinLnBrk="0" hangingPunct="0">
              <a:lnSpc>
                <a:spcPct val="100000"/>
              </a:lnSpc>
              <a:spcBef>
                <a:spcPts val="0"/>
              </a:spcBef>
              <a:spcAft>
                <a:spcPts val="0"/>
              </a:spcAft>
              <a:buClrTx/>
              <a:buSzTx/>
              <a:buFontTx/>
              <a:buNone/>
              <a:tabLst/>
              <a:defRPr>
                <a:solidFill>
                  <a:srgbClr val="FFFFFF"/>
                </a:solidFill>
                <a:effectLst>
                  <a:outerShdw blurRad="38100" dist="12700" dir="5400000" rotWithShape="0">
                    <a:srgbClr val="000000">
                      <a:alpha val="50000"/>
                    </a:srgbClr>
                  </a:outerShdw>
                </a:effectLst>
              </a:defRPr>
            </a:pPr>
            <a:endParaRPr kumimoji="0" sz="28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sp>
        <p:nvSpPr>
          <p:cNvPr id="2" name="Example: The 7 lives of cats (state value)">
            <a:extLst>
              <a:ext uri="{FF2B5EF4-FFF2-40B4-BE49-F238E27FC236}">
                <a16:creationId xmlns:a16="http://schemas.microsoft.com/office/drawing/2014/main" id="{35586CA4-9C17-038B-0720-7829390BE625}"/>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Example: The 7 lives of cats (state value)</a:t>
            </a:r>
          </a:p>
        </p:txBody>
      </p:sp>
      <p:pic>
        <p:nvPicPr>
          <p:cNvPr id="3" name="7 Lives of Cats (MRP).png" descr="7 Lives of Cats (MRP).png">
            <a:extLst>
              <a:ext uri="{FF2B5EF4-FFF2-40B4-BE49-F238E27FC236}">
                <a16:creationId xmlns:a16="http://schemas.microsoft.com/office/drawing/2014/main" id="{1F0B7E00-4413-87BC-0EAA-F60536C643FE}"/>
              </a:ext>
            </a:extLst>
          </p:cNvPr>
          <p:cNvPicPr>
            <a:picLocks noChangeAspect="1"/>
          </p:cNvPicPr>
          <p:nvPr/>
        </p:nvPicPr>
        <p:blipFill>
          <a:blip r:embed="rId3"/>
          <a:srcRect l="2836" t="2476" r="1472" b="2476"/>
          <a:stretch>
            <a:fillRect/>
          </a:stretch>
        </p:blipFill>
        <p:spPr>
          <a:xfrm rot="21540000">
            <a:off x="2316362" y="1641274"/>
            <a:ext cx="4511242" cy="4480856"/>
          </a:xfrm>
          <a:prstGeom prst="rect">
            <a:avLst/>
          </a:prstGeom>
          <a:ln w="12700">
            <a:miter lim="400000"/>
          </a:ln>
        </p:spPr>
      </p:pic>
      <mc:AlternateContent xmlns:mc="http://schemas.openxmlformats.org/markup-compatibility/2006" xmlns:a14="http://schemas.microsoft.com/office/drawing/2010/main">
        <mc:Choice Requires="a14">
          <p:sp>
            <p:nvSpPr>
              <p:cNvPr id="4" name="Text">
                <a:extLst>
                  <a:ext uri="{FF2B5EF4-FFF2-40B4-BE49-F238E27FC236}">
                    <a16:creationId xmlns:a16="http://schemas.microsoft.com/office/drawing/2014/main" id="{AE495F4F-DC25-F0C8-8EAB-9AF491AD3602}"/>
                  </a:ext>
                </a:extLst>
              </p:cNvPr>
              <p:cNvSpPr txBox="1"/>
              <p:nvPr/>
            </p:nvSpPr>
            <p:spPr>
              <a:xfrm>
                <a:off x="7738904" y="1496776"/>
                <a:ext cx="1214755" cy="530698"/>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wrap="none" lIns="50800" tIns="50800" rIns="50800" bIns="50800" anchor="ctr">
                <a:spAutoFit/>
              </a:bodyPr>
              <a:lstStyle>
                <a:lvl1pPr>
                  <a:defRPr>
                    <a:solidFill>
                      <a:schemeClr val="accent5"/>
                    </a:solidFill>
                  </a:defRPr>
                </a:lvl1pPr>
              </a:lstStyle>
              <a:p>
                <a:pPr marL="0" marR="0" lvl="0" indent="0" algn="ctr" defTabSz="406400" rtl="0" eaLnBrk="1" fontAlgn="auto" latinLnBrk="0" hangingPunct="0">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kumimoji="0" sz="2900" b="0" i="1" u="none" strike="noStrike" kern="0" cap="none" spc="0" normalizeH="0" baseline="0" noProof="0">
                          <a:ln>
                            <a:noFill/>
                          </a:ln>
                          <a:solidFill>
                            <a:srgbClr val="C82505"/>
                          </a:solidFill>
                          <a:effectLst/>
                          <a:uLnTx/>
                          <a:uFillTx/>
                          <a:latin typeface="Cambria Math" panose="02040503050406030204" pitchFamily="18" charset="0"/>
                          <a:sym typeface="Gill Sans"/>
                        </a:rPr>
                        <m:t>𝛾</m:t>
                      </m:r>
                      <m:r>
                        <a:rPr kumimoji="0" sz="2900" b="0" i="1" u="none" strike="noStrike" kern="0" cap="none" spc="0" normalizeH="0" baseline="0" noProof="0">
                          <a:ln>
                            <a:noFill/>
                          </a:ln>
                          <a:solidFill>
                            <a:srgbClr val="C82505"/>
                          </a:solidFill>
                          <a:effectLst/>
                          <a:uLnTx/>
                          <a:uFillTx/>
                          <a:latin typeface="Cambria Math" panose="02040503050406030204" pitchFamily="18" charset="0"/>
                          <a:sym typeface="Gill Sans"/>
                        </a:rPr>
                        <m:t>=0.7</m:t>
                      </m:r>
                    </m:oMath>
                  </m:oMathPara>
                </a14:m>
                <a:endParaRPr kumimoji="0" sz="2800" b="0" i="0" u="none" strike="noStrike" kern="0" cap="none" spc="0" normalizeH="0" baseline="0" noProof="0">
                  <a:ln>
                    <a:noFill/>
                  </a:ln>
                  <a:solidFill>
                    <a:srgbClr val="C82506"/>
                  </a:solidFill>
                  <a:effectLst/>
                  <a:uLnTx/>
                  <a:uFillTx/>
                  <a:latin typeface="Gill Sans"/>
                  <a:sym typeface="Gill Sans"/>
                </a:endParaRPr>
              </a:p>
            </p:txBody>
          </p:sp>
        </mc:Choice>
        <mc:Fallback xmlns="">
          <p:sp>
            <p:nvSpPr>
              <p:cNvPr id="4" name="Text">
                <a:extLst>
                  <a:ext uri="{FF2B5EF4-FFF2-40B4-BE49-F238E27FC236}">
                    <a16:creationId xmlns:a16="http://schemas.microsoft.com/office/drawing/2014/main" id="{AE495F4F-DC25-F0C8-8EAB-9AF491AD3602}"/>
                  </a:ext>
                </a:extLst>
              </p:cNvPr>
              <p:cNvSpPr txBox="1">
                <a:spLocks noRot="1" noChangeAspect="1" noMove="1" noResize="1" noEditPoints="1" noAdjustHandles="1" noChangeArrowheads="1" noChangeShapeType="1" noTextEdit="1"/>
              </p:cNvSpPr>
              <p:nvPr/>
            </p:nvSpPr>
            <p:spPr>
              <a:xfrm>
                <a:off x="7738904" y="1496776"/>
                <a:ext cx="1214755" cy="530698"/>
              </a:xfrm>
              <a:prstGeom prst="rect">
                <a:avLst/>
              </a:prstGeom>
              <a:blipFill>
                <a:blip r:embed="rId4"/>
                <a:stretch>
                  <a:fillRect l="-1508"/>
                </a:stretch>
              </a:blip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sp>
        <p:nvSpPr>
          <p:cNvPr id="5" name="1.16">
            <a:extLst>
              <a:ext uri="{FF2B5EF4-FFF2-40B4-BE49-F238E27FC236}">
                <a16:creationId xmlns:a16="http://schemas.microsoft.com/office/drawing/2014/main" id="{53992AFC-C612-7509-5439-86E615730951}"/>
              </a:ext>
            </a:extLst>
          </p:cNvPr>
          <p:cNvSpPr txBox="1"/>
          <p:nvPr/>
        </p:nvSpPr>
        <p:spPr>
          <a:xfrm>
            <a:off x="1946981" y="1508124"/>
            <a:ext cx="725663"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chemeClr val="accent5"/>
                </a:solidFill>
              </a:defRPr>
            </a:lvl1p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C82506"/>
                </a:solidFill>
                <a:effectLst/>
                <a:uLnTx/>
                <a:uFillTx/>
                <a:latin typeface="Gill Sans"/>
                <a:sym typeface="Gill Sans"/>
              </a:rPr>
              <a:t>1.16</a:t>
            </a:r>
          </a:p>
        </p:txBody>
      </p:sp>
      <p:sp>
        <p:nvSpPr>
          <p:cNvPr id="6" name="0.72">
            <a:extLst>
              <a:ext uri="{FF2B5EF4-FFF2-40B4-BE49-F238E27FC236}">
                <a16:creationId xmlns:a16="http://schemas.microsoft.com/office/drawing/2014/main" id="{4E6CD311-C3AD-AB02-72E1-EEA680C1B9CB}"/>
              </a:ext>
            </a:extLst>
          </p:cNvPr>
          <p:cNvSpPr txBox="1"/>
          <p:nvPr/>
        </p:nvSpPr>
        <p:spPr>
          <a:xfrm>
            <a:off x="6273713" y="1508124"/>
            <a:ext cx="72566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chemeClr val="accent5"/>
                </a:solidFill>
              </a:defRPr>
            </a:lvl1p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C82506"/>
                </a:solidFill>
                <a:effectLst/>
                <a:uLnTx/>
                <a:uFillTx/>
                <a:latin typeface="Gill Sans"/>
                <a:sym typeface="Gill Sans"/>
              </a:rPr>
              <a:t>0.72</a:t>
            </a:r>
          </a:p>
        </p:txBody>
      </p:sp>
      <p:sp>
        <p:nvSpPr>
          <p:cNvPr id="12" name="0.91">
            <a:extLst>
              <a:ext uri="{FF2B5EF4-FFF2-40B4-BE49-F238E27FC236}">
                <a16:creationId xmlns:a16="http://schemas.microsoft.com/office/drawing/2014/main" id="{904DC736-D5EE-BE48-695C-E0791E68B9BA}"/>
              </a:ext>
            </a:extLst>
          </p:cNvPr>
          <p:cNvSpPr txBox="1"/>
          <p:nvPr/>
        </p:nvSpPr>
        <p:spPr>
          <a:xfrm>
            <a:off x="1946981" y="5591968"/>
            <a:ext cx="725663"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chemeClr val="accent5"/>
                </a:solidFill>
              </a:defRPr>
            </a:lvl1p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C82506"/>
                </a:solidFill>
                <a:effectLst/>
                <a:uLnTx/>
                <a:uFillTx/>
                <a:latin typeface="Gill Sans"/>
                <a:sym typeface="Gill Sans"/>
              </a:rPr>
              <a:t>0.91</a:t>
            </a:r>
          </a:p>
        </p:txBody>
      </p:sp>
      <p:sp>
        <p:nvSpPr>
          <p:cNvPr id="13" name="1.38">
            <a:extLst>
              <a:ext uri="{FF2B5EF4-FFF2-40B4-BE49-F238E27FC236}">
                <a16:creationId xmlns:a16="http://schemas.microsoft.com/office/drawing/2014/main" id="{C3A1F61E-1126-F251-3C28-22C44D293A33}"/>
              </a:ext>
            </a:extLst>
          </p:cNvPr>
          <p:cNvSpPr txBox="1"/>
          <p:nvPr/>
        </p:nvSpPr>
        <p:spPr>
          <a:xfrm>
            <a:off x="6273713" y="5591968"/>
            <a:ext cx="72566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chemeClr val="accent5"/>
                </a:solidFill>
              </a:defRPr>
            </a:lvl1p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C82506"/>
                </a:solidFill>
                <a:effectLst/>
                <a:uLnTx/>
                <a:uFillTx/>
                <a:latin typeface="Gill Sans"/>
                <a:sym typeface="Gill Sans"/>
              </a:rPr>
              <a:t>1.38</a:t>
            </a:r>
          </a:p>
        </p:txBody>
      </p:sp>
      <p:sp>
        <p:nvSpPr>
          <p:cNvPr id="14" name="0.00">
            <a:extLst>
              <a:ext uri="{FF2B5EF4-FFF2-40B4-BE49-F238E27FC236}">
                <a16:creationId xmlns:a16="http://schemas.microsoft.com/office/drawing/2014/main" id="{569F2893-FAB3-CCAF-E423-91E5F87D052A}"/>
              </a:ext>
            </a:extLst>
          </p:cNvPr>
          <p:cNvSpPr txBox="1"/>
          <p:nvPr/>
        </p:nvSpPr>
        <p:spPr>
          <a:xfrm>
            <a:off x="4196469" y="2960687"/>
            <a:ext cx="72566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chemeClr val="accent5"/>
                </a:solidFill>
              </a:defRPr>
            </a:lvl1p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dirty="0">
                <a:ln>
                  <a:noFill/>
                </a:ln>
                <a:solidFill>
                  <a:srgbClr val="C82506"/>
                </a:solidFill>
                <a:effectLst/>
                <a:uLnTx/>
                <a:uFillTx/>
                <a:latin typeface="Gill Sans"/>
                <a:sym typeface="Gill Sans"/>
              </a:rPr>
              <a:t>0.00</a:t>
            </a:r>
          </a:p>
        </p:txBody>
      </p:sp>
      <p:sp>
        <p:nvSpPr>
          <p:cNvPr id="16" name="Date Placeholder 3">
            <a:extLst>
              <a:ext uri="{FF2B5EF4-FFF2-40B4-BE49-F238E27FC236}">
                <a16:creationId xmlns:a16="http://schemas.microsoft.com/office/drawing/2014/main" id="{A67E2B58-C428-3062-4554-F4174315C860}"/>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 name="Footer Placeholder 5">
            <a:extLst>
              <a:ext uri="{FF2B5EF4-FFF2-40B4-BE49-F238E27FC236}">
                <a16:creationId xmlns:a16="http://schemas.microsoft.com/office/drawing/2014/main" id="{DD84031C-0216-3311-3C86-25320579A043}"/>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8" name="Slide Number Placeholder 7">
            <a:extLst>
              <a:ext uri="{FF2B5EF4-FFF2-40B4-BE49-F238E27FC236}">
                <a16:creationId xmlns:a16="http://schemas.microsoft.com/office/drawing/2014/main" id="{46A647CC-ABCB-ECDF-DAC7-EBB6CFC3EEE4}"/>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27</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224345903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Example: The 7 lives of cats (state value)">
            <a:extLst>
              <a:ext uri="{FF2B5EF4-FFF2-40B4-BE49-F238E27FC236}">
                <a16:creationId xmlns:a16="http://schemas.microsoft.com/office/drawing/2014/main" id="{02651D05-0E9F-ADF2-DCC8-6C390AF2E72E}"/>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Example: The 7 lives of cats (state value)</a:t>
            </a:r>
          </a:p>
        </p:txBody>
      </p:sp>
      <p:sp>
        <p:nvSpPr>
          <p:cNvPr id="3" name="Rectangle">
            <a:extLst>
              <a:ext uri="{FF2B5EF4-FFF2-40B4-BE49-F238E27FC236}">
                <a16:creationId xmlns:a16="http://schemas.microsoft.com/office/drawing/2014/main" id="{45756D3E-AABF-B222-04ED-B51786ACA52D}"/>
              </a:ext>
            </a:extLst>
          </p:cNvPr>
          <p:cNvSpPr/>
          <p:nvPr/>
        </p:nvSpPr>
        <p:spPr>
          <a:xfrm>
            <a:off x="1463847" y="1206777"/>
            <a:ext cx="5990881" cy="5330628"/>
          </a:xfrm>
          <a:prstGeom prst="rect">
            <a:avLst/>
          </a:prstGeom>
          <a:solidFill>
            <a:srgbClr val="FFFFFF"/>
          </a:solidFill>
          <a:ln w="12700">
            <a:miter lim="400000"/>
          </a:ln>
        </p:spPr>
        <p:txBody>
          <a:bodyPr lIns="50800" tIns="50800" rIns="50800" bIns="50800" anchor="ctr"/>
          <a:lstStyle/>
          <a:p>
            <a:pPr marL="0" marR="0" lvl="0" indent="0" algn="ctr" defTabSz="406400" rtl="0" eaLnBrk="1" fontAlgn="auto" latinLnBrk="0" hangingPunct="0">
              <a:lnSpc>
                <a:spcPct val="100000"/>
              </a:lnSpc>
              <a:spcBef>
                <a:spcPts val="0"/>
              </a:spcBef>
              <a:spcAft>
                <a:spcPts val="0"/>
              </a:spcAft>
              <a:buClrTx/>
              <a:buSzTx/>
              <a:buFontTx/>
              <a:buNone/>
              <a:tabLst/>
              <a:defRPr>
                <a:solidFill>
                  <a:srgbClr val="FFFFFF"/>
                </a:solidFill>
                <a:effectLst>
                  <a:outerShdw blurRad="38100" dist="12700" dir="5400000" rotWithShape="0">
                    <a:srgbClr val="000000">
                      <a:alpha val="50000"/>
                    </a:srgbClr>
                  </a:outerShdw>
                </a:effectLst>
              </a:defRPr>
            </a:pPr>
            <a:endParaRPr kumimoji="0" sz="28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pic>
        <p:nvPicPr>
          <p:cNvPr id="4" name="7 Lives of Cats (MRP).png" descr="7 Lives of Cats (MRP).png">
            <a:extLst>
              <a:ext uri="{FF2B5EF4-FFF2-40B4-BE49-F238E27FC236}">
                <a16:creationId xmlns:a16="http://schemas.microsoft.com/office/drawing/2014/main" id="{93181A55-F402-D6A6-C9F6-B4C13F3EA24D}"/>
              </a:ext>
            </a:extLst>
          </p:cNvPr>
          <p:cNvPicPr>
            <a:picLocks noChangeAspect="1"/>
          </p:cNvPicPr>
          <p:nvPr/>
        </p:nvPicPr>
        <p:blipFill>
          <a:blip r:embed="rId2"/>
          <a:srcRect l="2836" t="2476" r="1472" b="2476"/>
          <a:stretch>
            <a:fillRect/>
          </a:stretch>
        </p:blipFill>
        <p:spPr>
          <a:xfrm rot="21540000">
            <a:off x="2316362" y="1626034"/>
            <a:ext cx="4511242" cy="4480856"/>
          </a:xfrm>
          <a:prstGeom prst="rect">
            <a:avLst/>
          </a:prstGeom>
          <a:ln w="12700">
            <a:miter lim="400000"/>
          </a:ln>
        </p:spPr>
      </p:pic>
      <mc:AlternateContent xmlns:mc="http://schemas.openxmlformats.org/markup-compatibility/2006" xmlns:a14="http://schemas.microsoft.com/office/drawing/2010/main">
        <mc:Choice Requires="a14">
          <p:sp>
            <p:nvSpPr>
              <p:cNvPr id="5" name="Text">
                <a:extLst>
                  <a:ext uri="{FF2B5EF4-FFF2-40B4-BE49-F238E27FC236}">
                    <a16:creationId xmlns:a16="http://schemas.microsoft.com/office/drawing/2014/main" id="{B83FEA6C-C8E8-3A9D-0243-BFDA321BBCE7}"/>
                  </a:ext>
                </a:extLst>
              </p:cNvPr>
              <p:cNvSpPr txBox="1"/>
              <p:nvPr/>
            </p:nvSpPr>
            <p:spPr>
              <a:xfrm>
                <a:off x="7738904" y="1496776"/>
                <a:ext cx="1214755" cy="530698"/>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wrap="none" lIns="50800" tIns="50800" rIns="50800" bIns="50800" anchor="ctr">
                <a:spAutoFit/>
              </a:bodyPr>
              <a:lstStyle>
                <a:lvl1pPr>
                  <a:defRPr>
                    <a:solidFill>
                      <a:schemeClr val="accent5"/>
                    </a:solidFill>
                  </a:defRPr>
                </a:lvl1pPr>
              </a:lstStyle>
              <a:p>
                <a:pPr marL="0" marR="0" lvl="0" indent="0" algn="ctr" defTabSz="406400" rtl="0" eaLnBrk="1" fontAlgn="auto" latinLnBrk="0" hangingPunct="0">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kumimoji="0" sz="2900" b="0" i="1" u="none" strike="noStrike" kern="0" cap="none" spc="0" normalizeH="0" baseline="0" noProof="0">
                          <a:ln>
                            <a:noFill/>
                          </a:ln>
                          <a:solidFill>
                            <a:srgbClr val="C82505"/>
                          </a:solidFill>
                          <a:effectLst/>
                          <a:uLnTx/>
                          <a:uFillTx/>
                          <a:latin typeface="Cambria Math" panose="02040503050406030204" pitchFamily="18" charset="0"/>
                          <a:sym typeface="Gill Sans"/>
                        </a:rPr>
                        <m:t>𝛾</m:t>
                      </m:r>
                      <m:r>
                        <a:rPr kumimoji="0" sz="2900" b="0" i="1" u="none" strike="noStrike" kern="0" cap="none" spc="0" normalizeH="0" baseline="0" noProof="0">
                          <a:ln>
                            <a:noFill/>
                          </a:ln>
                          <a:solidFill>
                            <a:srgbClr val="C82505"/>
                          </a:solidFill>
                          <a:effectLst/>
                          <a:uLnTx/>
                          <a:uFillTx/>
                          <a:latin typeface="Cambria Math" panose="02040503050406030204" pitchFamily="18" charset="0"/>
                          <a:sym typeface="Gill Sans"/>
                        </a:rPr>
                        <m:t>=0.9</m:t>
                      </m:r>
                    </m:oMath>
                  </m:oMathPara>
                </a14:m>
                <a:endParaRPr kumimoji="0" sz="2800" b="0" i="0" u="none" strike="noStrike" kern="0" cap="none" spc="0" normalizeH="0" baseline="0" noProof="0">
                  <a:ln>
                    <a:noFill/>
                  </a:ln>
                  <a:solidFill>
                    <a:srgbClr val="C82506"/>
                  </a:solidFill>
                  <a:effectLst/>
                  <a:uLnTx/>
                  <a:uFillTx/>
                  <a:latin typeface="Gill Sans"/>
                  <a:sym typeface="Gill Sans"/>
                </a:endParaRPr>
              </a:p>
            </p:txBody>
          </p:sp>
        </mc:Choice>
        <mc:Fallback xmlns="">
          <p:sp>
            <p:nvSpPr>
              <p:cNvPr id="5" name="Text">
                <a:extLst>
                  <a:ext uri="{FF2B5EF4-FFF2-40B4-BE49-F238E27FC236}">
                    <a16:creationId xmlns:a16="http://schemas.microsoft.com/office/drawing/2014/main" id="{B83FEA6C-C8E8-3A9D-0243-BFDA321BBCE7}"/>
                  </a:ext>
                </a:extLst>
              </p:cNvPr>
              <p:cNvSpPr txBox="1">
                <a:spLocks noRot="1" noChangeAspect="1" noMove="1" noResize="1" noEditPoints="1" noAdjustHandles="1" noChangeArrowheads="1" noChangeShapeType="1" noTextEdit="1"/>
              </p:cNvSpPr>
              <p:nvPr/>
            </p:nvSpPr>
            <p:spPr>
              <a:xfrm>
                <a:off x="7738904" y="1496776"/>
                <a:ext cx="1214755" cy="530698"/>
              </a:xfrm>
              <a:prstGeom prst="rect">
                <a:avLst/>
              </a:prstGeom>
              <a:blipFill>
                <a:blip r:embed="rId3"/>
                <a:stretch>
                  <a:fillRect l="-1508"/>
                </a:stretch>
              </a:blip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sp>
        <p:nvSpPr>
          <p:cNvPr id="6" name="1.93">
            <a:extLst>
              <a:ext uri="{FF2B5EF4-FFF2-40B4-BE49-F238E27FC236}">
                <a16:creationId xmlns:a16="http://schemas.microsoft.com/office/drawing/2014/main" id="{5D2EE157-17BA-AC1F-1F43-A0AC98D731C9}"/>
              </a:ext>
            </a:extLst>
          </p:cNvPr>
          <p:cNvSpPr txBox="1"/>
          <p:nvPr/>
        </p:nvSpPr>
        <p:spPr>
          <a:xfrm>
            <a:off x="1946981" y="1508124"/>
            <a:ext cx="725663"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chemeClr val="accent5"/>
                </a:solidFill>
              </a:defRPr>
            </a:lvl1p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C82506"/>
                </a:solidFill>
                <a:effectLst/>
                <a:uLnTx/>
                <a:uFillTx/>
                <a:latin typeface="Gill Sans"/>
                <a:sym typeface="Gill Sans"/>
              </a:rPr>
              <a:t>1.93</a:t>
            </a:r>
          </a:p>
        </p:txBody>
      </p:sp>
      <p:sp>
        <p:nvSpPr>
          <p:cNvPr id="12" name="1.39">
            <a:extLst>
              <a:ext uri="{FF2B5EF4-FFF2-40B4-BE49-F238E27FC236}">
                <a16:creationId xmlns:a16="http://schemas.microsoft.com/office/drawing/2014/main" id="{84B5D0B5-F23B-4F65-B49D-174CBAA8D445}"/>
              </a:ext>
            </a:extLst>
          </p:cNvPr>
          <p:cNvSpPr txBox="1"/>
          <p:nvPr/>
        </p:nvSpPr>
        <p:spPr>
          <a:xfrm>
            <a:off x="6273713" y="1508124"/>
            <a:ext cx="72566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chemeClr val="accent5"/>
                </a:solidFill>
              </a:defRPr>
            </a:lvl1p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C82506"/>
                </a:solidFill>
                <a:effectLst/>
                <a:uLnTx/>
                <a:uFillTx/>
                <a:latin typeface="Gill Sans"/>
                <a:sym typeface="Gill Sans"/>
              </a:rPr>
              <a:t>1.39</a:t>
            </a:r>
          </a:p>
        </p:txBody>
      </p:sp>
      <p:sp>
        <p:nvSpPr>
          <p:cNvPr id="13" name="1.56">
            <a:extLst>
              <a:ext uri="{FF2B5EF4-FFF2-40B4-BE49-F238E27FC236}">
                <a16:creationId xmlns:a16="http://schemas.microsoft.com/office/drawing/2014/main" id="{62A4922A-2E53-70BE-3F55-84276869302B}"/>
              </a:ext>
            </a:extLst>
          </p:cNvPr>
          <p:cNvSpPr txBox="1"/>
          <p:nvPr/>
        </p:nvSpPr>
        <p:spPr>
          <a:xfrm>
            <a:off x="1946981" y="5591968"/>
            <a:ext cx="725663"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chemeClr val="accent5"/>
                </a:solidFill>
              </a:defRPr>
            </a:lvl1p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C82506"/>
                </a:solidFill>
                <a:effectLst/>
                <a:uLnTx/>
                <a:uFillTx/>
                <a:latin typeface="Gill Sans"/>
                <a:sym typeface="Gill Sans"/>
              </a:rPr>
              <a:t>1.56</a:t>
            </a:r>
          </a:p>
        </p:txBody>
      </p:sp>
      <p:sp>
        <p:nvSpPr>
          <p:cNvPr id="14" name="2.07">
            <a:extLst>
              <a:ext uri="{FF2B5EF4-FFF2-40B4-BE49-F238E27FC236}">
                <a16:creationId xmlns:a16="http://schemas.microsoft.com/office/drawing/2014/main" id="{B6BAF8B1-CCF2-AADB-2FEC-C6E341CEEAC9}"/>
              </a:ext>
            </a:extLst>
          </p:cNvPr>
          <p:cNvSpPr txBox="1"/>
          <p:nvPr/>
        </p:nvSpPr>
        <p:spPr>
          <a:xfrm>
            <a:off x="6273713" y="5591968"/>
            <a:ext cx="72566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chemeClr val="accent5"/>
                </a:solidFill>
              </a:defRPr>
            </a:lvl1p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C82506"/>
                </a:solidFill>
                <a:effectLst/>
                <a:uLnTx/>
                <a:uFillTx/>
                <a:latin typeface="Gill Sans"/>
                <a:sym typeface="Gill Sans"/>
              </a:rPr>
              <a:t>2.07</a:t>
            </a:r>
          </a:p>
        </p:txBody>
      </p:sp>
      <p:sp>
        <p:nvSpPr>
          <p:cNvPr id="15" name="0.00">
            <a:extLst>
              <a:ext uri="{FF2B5EF4-FFF2-40B4-BE49-F238E27FC236}">
                <a16:creationId xmlns:a16="http://schemas.microsoft.com/office/drawing/2014/main" id="{D9B83F51-A5A9-A492-5FE0-C9CF6546BF96}"/>
              </a:ext>
            </a:extLst>
          </p:cNvPr>
          <p:cNvSpPr txBox="1"/>
          <p:nvPr/>
        </p:nvSpPr>
        <p:spPr>
          <a:xfrm>
            <a:off x="4196469" y="2960687"/>
            <a:ext cx="725662"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chemeClr val="accent5"/>
                </a:solidFill>
              </a:defRPr>
            </a:lvl1p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a:ln>
                  <a:noFill/>
                </a:ln>
                <a:solidFill>
                  <a:srgbClr val="C82506"/>
                </a:solidFill>
                <a:effectLst/>
                <a:uLnTx/>
                <a:uFillTx/>
                <a:latin typeface="Gill Sans"/>
                <a:sym typeface="Gill Sans"/>
              </a:rPr>
              <a:t>0.00</a:t>
            </a:r>
          </a:p>
        </p:txBody>
      </p:sp>
      <p:sp>
        <p:nvSpPr>
          <p:cNvPr id="16" name="Date Placeholder 3">
            <a:extLst>
              <a:ext uri="{FF2B5EF4-FFF2-40B4-BE49-F238E27FC236}">
                <a16:creationId xmlns:a16="http://schemas.microsoft.com/office/drawing/2014/main" id="{558815AB-48BD-EE63-B1E7-DBBEAF3DEC7F}"/>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 name="Footer Placeholder 5">
            <a:extLst>
              <a:ext uri="{FF2B5EF4-FFF2-40B4-BE49-F238E27FC236}">
                <a16:creationId xmlns:a16="http://schemas.microsoft.com/office/drawing/2014/main" id="{72FAF182-90B5-18AA-26D1-0C36E9C1C765}"/>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8" name="Slide Number Placeholder 7">
            <a:extLst>
              <a:ext uri="{FF2B5EF4-FFF2-40B4-BE49-F238E27FC236}">
                <a16:creationId xmlns:a16="http://schemas.microsoft.com/office/drawing/2014/main" id="{43E5F1D3-1F8E-D39E-D134-B7F18B9C929C}"/>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28</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4103908676"/>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Markov Decision Process (MDP)">
            <a:extLst>
              <a:ext uri="{FF2B5EF4-FFF2-40B4-BE49-F238E27FC236}">
                <a16:creationId xmlns:a16="http://schemas.microsoft.com/office/drawing/2014/main" id="{10831D6D-3448-183F-A943-81E01DDE7715}"/>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Markov Decision Process (MDP)</a:t>
            </a:r>
          </a:p>
        </p:txBody>
      </p:sp>
      <mc:AlternateContent xmlns:mc="http://schemas.openxmlformats.org/markup-compatibility/2006" xmlns:a14="http://schemas.microsoft.com/office/drawing/2010/main">
        <mc:Choice Requires="a14">
          <p:sp>
            <p:nvSpPr>
              <p:cNvPr id="3" name="object 19">
                <a:extLst>
                  <a:ext uri="{FF2B5EF4-FFF2-40B4-BE49-F238E27FC236}">
                    <a16:creationId xmlns:a16="http://schemas.microsoft.com/office/drawing/2014/main" id="{11E7777E-7F25-1ADC-D209-01C878704059}"/>
                  </a:ext>
                </a:extLst>
              </p:cNvPr>
              <p:cNvSpPr txBox="1"/>
              <p:nvPr/>
            </p:nvSpPr>
            <p:spPr>
              <a:xfrm>
                <a:off x="295603" y="1087464"/>
                <a:ext cx="8327368" cy="5482142"/>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lIns="50800" tIns="50800" rIns="50800" bIns="50800" anchor="ctr">
                <a:spAutoFit/>
              </a:body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sz="2800" b="0" i="0" u="none" strike="noStrike" kern="0" cap="none" spc="0" normalizeH="0" baseline="0" noProof="0" dirty="0">
                    <a:ln>
                      <a:noFill/>
                    </a:ln>
                    <a:solidFill>
                      <a:srgbClr val="000000"/>
                    </a:solidFill>
                    <a:effectLst/>
                    <a:uLnTx/>
                    <a:uFillTx/>
                    <a:latin typeface="Gill Sans"/>
                    <a:sym typeface="Gill Sans"/>
                  </a:rPr>
                  <a:t>A Markov decision process </a:t>
                </a:r>
                <a14:m>
                  <m:oMath xmlns:m="http://schemas.openxmlformats.org/officeDocument/2006/math">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𝐴</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𝑃</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𝛾</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a14:m>
                <a:r>
                  <a:rPr kumimoji="0" sz="2800" b="0" i="0" u="none" strike="noStrike" kern="0" cap="none" spc="0" normalizeH="0" baseline="0" noProof="0" dirty="0">
                    <a:ln>
                      <a:noFill/>
                    </a:ln>
                    <a:solidFill>
                      <a:srgbClr val="000000"/>
                    </a:solidFill>
                    <a:effectLst/>
                    <a:uLnTx/>
                    <a:uFillTx/>
                    <a:latin typeface="Gill Sans"/>
                    <a:sym typeface="Gill Sans"/>
                  </a:rPr>
                  <a:t> is a Markov reward process </a:t>
                </a:r>
                <a14:m>
                  <m:oMath xmlns:m="http://schemas.openxmlformats.org/officeDocument/2006/math">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𝑃</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𝛾</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a14:m>
                <a:r>
                  <a:rPr kumimoji="0" sz="2800" b="0" i="0" u="none" strike="noStrike" kern="0" cap="none" spc="0" normalizeH="0" baseline="0" noProof="0" dirty="0">
                    <a:ln>
                      <a:noFill/>
                    </a:ln>
                    <a:solidFill>
                      <a:srgbClr val="000000"/>
                    </a:solidFill>
                    <a:effectLst/>
                    <a:uLnTx/>
                    <a:uFillTx/>
                    <a:latin typeface="Gill Sans"/>
                    <a:sym typeface="Gill Sans"/>
                  </a:rPr>
                  <a:t> with associated finite set of actions </a:t>
                </a:r>
                <a:r>
                  <a:rPr kumimoji="0" sz="2800" b="0" i="1" u="none" strike="noStrike" kern="0" cap="none" spc="0" normalizeH="0" baseline="0" noProof="0" dirty="0">
                    <a:ln>
                      <a:noFill/>
                    </a:ln>
                    <a:solidFill>
                      <a:srgbClr val="000000"/>
                    </a:solidFill>
                    <a:effectLst/>
                    <a:uLnTx/>
                    <a:uFillTx/>
                    <a:latin typeface="Gill Sans"/>
                    <a:sym typeface="Gill Sans"/>
                  </a:rPr>
                  <a:t>A. </a:t>
                </a:r>
                <a:r>
                  <a:rPr kumimoji="0" sz="2800" b="0" i="0" u="none" strike="noStrike" kern="0" cap="none" spc="0" normalizeH="0" baseline="0" noProof="0" dirty="0">
                    <a:ln>
                      <a:noFill/>
                    </a:ln>
                    <a:solidFill>
                      <a:srgbClr val="000000"/>
                    </a:solidFill>
                    <a:effectLst/>
                    <a:uLnTx/>
                    <a:uFillTx/>
                    <a:latin typeface="Gill Sans"/>
                    <a:sym typeface="Gill Sans"/>
                  </a:rPr>
                  <a:t>It consists of </a:t>
                </a:r>
              </a:p>
              <a:p>
                <a:pPr marL="0" marR="0" lvl="0" indent="0" algn="l" defTabSz="406400" rtl="0" eaLnBrk="1" fontAlgn="auto" latinLnBrk="0" hangingPunct="0">
                  <a:lnSpc>
                    <a:spcPct val="100000"/>
                  </a:lnSpc>
                  <a:spcBef>
                    <a:spcPts val="0"/>
                  </a:spcBef>
                  <a:spcAft>
                    <a:spcPts val="0"/>
                  </a:spcAft>
                  <a:buClrTx/>
                  <a:buSzTx/>
                  <a:buFontTx/>
                  <a:buNone/>
                  <a:tabLst/>
                  <a:defRPr/>
                </a:pPr>
                <a:endParaRPr kumimoji="0" sz="2800" b="0" i="0" u="none" strike="noStrike" kern="0" cap="none" spc="0" normalizeH="0" baseline="0" noProof="0" dirty="0">
                  <a:ln>
                    <a:noFill/>
                  </a:ln>
                  <a:solidFill>
                    <a:srgbClr val="000000"/>
                  </a:solidFill>
                  <a:effectLst/>
                  <a:uLnTx/>
                  <a:uFillTx/>
                  <a:latin typeface="Gill Sans"/>
                  <a:sym typeface="Gill Sans"/>
                </a:endParaRPr>
              </a:p>
              <a:p>
                <a:pPr marL="481965" marR="0" lvl="0" indent="-342900" algn="l" defTabSz="406400" rtl="0" eaLnBrk="1" fontAlgn="auto" latinLnBrk="0" hangingPunct="0">
                  <a:lnSpc>
                    <a:spcPct val="10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a finite set of states </a:t>
                </a:r>
                <a:r>
                  <a:rPr kumimoji="0" sz="2800" b="0" i="1" u="none" strike="noStrike" kern="0" cap="none" spc="0" normalizeH="0" baseline="0" noProof="0" dirty="0">
                    <a:ln>
                      <a:noFill/>
                    </a:ln>
                    <a:solidFill>
                      <a:srgbClr val="000000"/>
                    </a:solidFill>
                    <a:effectLst/>
                    <a:uLnTx/>
                    <a:uFillTx/>
                    <a:latin typeface="Gill Sans"/>
                    <a:sym typeface="Gill Sans"/>
                  </a:rPr>
                  <a:t>S</a:t>
                </a:r>
                <a:r>
                  <a:rPr kumimoji="0" sz="2800" b="0" i="0" u="none" strike="noStrike" kern="0" cap="none" spc="0" normalizeH="0" baseline="0" noProof="0" dirty="0">
                    <a:ln>
                      <a:noFill/>
                    </a:ln>
                    <a:solidFill>
                      <a:srgbClr val="000000"/>
                    </a:solidFill>
                    <a:effectLst/>
                    <a:uLnTx/>
                    <a:uFillTx/>
                    <a:latin typeface="Gill Sans"/>
                    <a:sym typeface="Gill Sans"/>
                  </a:rPr>
                  <a:t> </a:t>
                </a:r>
              </a:p>
              <a:p>
                <a:pPr marL="481965" marR="0" lvl="0" indent="-342900" algn="l" defTabSz="406400" rtl="0" eaLnBrk="1" fontAlgn="auto" latinLnBrk="0" hangingPunct="0">
                  <a:lnSpc>
                    <a:spcPct val="10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a finite </a:t>
                </a:r>
                <a:r>
                  <a:rPr kumimoji="0" sz="2800" b="0" i="0" u="none" strike="noStrike" kern="0" cap="none" spc="0" normalizeH="0" baseline="0" noProof="0" dirty="0">
                    <a:ln>
                      <a:noFill/>
                    </a:ln>
                    <a:solidFill>
                      <a:srgbClr val="C82506"/>
                    </a:solidFill>
                    <a:effectLst/>
                    <a:uLnTx/>
                    <a:uFillTx/>
                    <a:latin typeface="Gill Sans"/>
                    <a:sym typeface="Gill Sans"/>
                  </a:rPr>
                  <a:t>set of actions </a:t>
                </a:r>
                <a:r>
                  <a:rPr kumimoji="0" sz="2800" b="0" i="1" u="none" strike="noStrike" kern="0" cap="none" spc="0" normalizeH="0" baseline="0" noProof="0" dirty="0">
                    <a:ln>
                      <a:noFill/>
                    </a:ln>
                    <a:solidFill>
                      <a:srgbClr val="C82506"/>
                    </a:solidFill>
                    <a:effectLst/>
                    <a:uLnTx/>
                    <a:uFillTx/>
                    <a:latin typeface="Gill Sans"/>
                    <a:sym typeface="Gill Sans"/>
                  </a:rPr>
                  <a:t>A</a:t>
                </a:r>
              </a:p>
              <a:p>
                <a:pPr marL="481965" marR="0" lvl="0" indent="-342900" algn="l" defTabSz="406400" rtl="0" eaLnBrk="1" fontAlgn="auto" latinLnBrk="0" hangingPunct="0">
                  <a:lnSpc>
                    <a:spcPct val="7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a reward function</a:t>
                </a:r>
                <a:br>
                  <a:rPr kumimoji="0" sz="2800" b="0" i="0" u="none" strike="noStrike" kern="0" cap="none" spc="0" normalizeH="0" baseline="0" noProof="0" dirty="0">
                    <a:ln>
                      <a:noFill/>
                    </a:ln>
                    <a:solidFill>
                      <a:srgbClr val="000000"/>
                    </a:solidFill>
                    <a:effectLst/>
                    <a:uLnTx/>
                    <a:uFillTx/>
                    <a:latin typeface="Gill Sans"/>
                    <a:sym typeface="Gill Sans"/>
                  </a:rPr>
                </a:br>
                <a:endParaRPr kumimoji="0" sz="2800" b="0" i="0" u="none" strike="noStrike" kern="0" cap="none" spc="0" normalizeH="0" baseline="0" noProof="0" dirty="0">
                  <a:ln>
                    <a:noFill/>
                  </a:ln>
                  <a:solidFill>
                    <a:srgbClr val="000000"/>
                  </a:solidFill>
                  <a:effectLst/>
                  <a:uLnTx/>
                  <a:uFillTx/>
                  <a:latin typeface="Gill Sans"/>
                  <a:sym typeface="Gill Sans"/>
                </a:endParaRPr>
              </a:p>
              <a:p>
                <a:pPr marL="969083" marR="0" lvl="1" indent="-307730" algn="l" defTabSz="406400" rtl="0" eaLnBrk="1" fontAlgn="auto" latinLnBrk="0" hangingPunct="0">
                  <a:lnSpc>
                    <a:spcPct val="70000"/>
                  </a:lnSpc>
                  <a:spcBef>
                    <a:spcPts val="0"/>
                  </a:spcBef>
                  <a:spcAft>
                    <a:spcPts val="0"/>
                  </a:spcAft>
                  <a:buClrTx/>
                  <a:buSzPct val="100000"/>
                  <a:buFontTx/>
                  <a:buChar char="•"/>
                  <a:tabLst/>
                  <a:defRPr/>
                </a:pPr>
                <a14:m>
                  <m:oMath xmlns:m="http://schemas.openxmlformats.org/officeDocument/2006/math">
                    <m:sSubSup>
                      <m:sSubSup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Sup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sub>
                      <m:sup>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𝑎</m:t>
                        </m:r>
                      </m:sup>
                    </m:sSubSup>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𝔼</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+1</m:t>
                        </m:r>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𝐴</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𝑎</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a14:m>
                <a:br>
                  <a:rPr kumimoji="0" sz="2800" b="0" i="0" u="none" strike="noStrike" kern="0" cap="none" spc="0" normalizeH="0" baseline="0" noProof="0" dirty="0">
                    <a:ln>
                      <a:noFill/>
                    </a:ln>
                    <a:solidFill>
                      <a:srgbClr val="000000"/>
                    </a:solidFill>
                    <a:effectLst/>
                    <a:uLnTx/>
                    <a:uFillTx/>
                    <a:latin typeface="Gill Sans"/>
                    <a:sym typeface="Gill Sans"/>
                  </a:rPr>
                </a:br>
                <a:endParaRPr kumimoji="0" sz="2800" b="0" i="1" u="none" strike="noStrike" kern="0" cap="none" spc="0" normalizeH="0" baseline="0" noProof="0" dirty="0">
                  <a:ln>
                    <a:noFill/>
                  </a:ln>
                  <a:solidFill>
                    <a:srgbClr val="000000"/>
                  </a:solidFill>
                  <a:effectLst/>
                  <a:uLnTx/>
                  <a:uFillTx/>
                  <a:latin typeface="Gill Sans"/>
                  <a:sym typeface="Gill Sans"/>
                </a:endParaRPr>
              </a:p>
              <a:p>
                <a:pPr marL="481965" marR="0" lvl="0" indent="-342900" algn="l" defTabSz="406400" rtl="0" eaLnBrk="1" fontAlgn="auto" latinLnBrk="0" hangingPunct="0">
                  <a:lnSpc>
                    <a:spcPct val="10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a discount factor</a:t>
                </a:r>
                <a:r>
                  <a:rPr kumimoji="0" sz="2800" b="0" i="1" u="none" strike="noStrike" kern="0" cap="none" spc="0" normalizeH="0" baseline="0" noProof="0" dirty="0">
                    <a:ln>
                      <a:noFill/>
                    </a:ln>
                    <a:solidFill>
                      <a:srgbClr val="000000"/>
                    </a:solidFill>
                    <a:effectLst/>
                    <a:uLnTx/>
                    <a:uFillTx/>
                    <a:latin typeface="Gill Sans"/>
                    <a:sym typeface="Gill Sans"/>
                  </a:rPr>
                  <a:t> </a:t>
                </a:r>
                <a14:m>
                  <m:oMath xmlns:m="http://schemas.openxmlformats.org/officeDocument/2006/math">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0≤</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𝛾</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ℝ</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≤1</m:t>
                    </m:r>
                  </m:oMath>
                </a14:m>
                <a:endParaRPr kumimoji="0" sz="2800" b="0" i="1" u="none" strike="noStrike" kern="0" cap="none" spc="0" normalizeH="0" baseline="0" noProof="0" dirty="0">
                  <a:ln>
                    <a:noFill/>
                  </a:ln>
                  <a:solidFill>
                    <a:srgbClr val="000000"/>
                  </a:solidFill>
                  <a:effectLst/>
                  <a:uLnTx/>
                  <a:uFillTx/>
                  <a:latin typeface="Gill Sans"/>
                  <a:sym typeface="Gill Sans"/>
                </a:endParaRPr>
              </a:p>
              <a:p>
                <a:pPr marL="481965" marR="0" lvl="0" indent="-342900" algn="l" defTabSz="406400" rtl="0" eaLnBrk="1" fontAlgn="auto" latinLnBrk="0" hangingPunct="0">
                  <a:lnSpc>
                    <a:spcPct val="70000"/>
                  </a:lnSpc>
                  <a:spcBef>
                    <a:spcPts val="0"/>
                  </a:spcBef>
                  <a:spcAft>
                    <a:spcPts val="0"/>
                  </a:spcAft>
                  <a:buClrTx/>
                  <a:buSzPct val="100000"/>
                  <a:buFontTx/>
                  <a:buChar char="•"/>
                  <a:tabLst/>
                  <a:defRPr/>
                </a:pPr>
                <a:r>
                  <a:rPr kumimoji="0" sz="2800" b="0" i="0" u="none" strike="noStrike" kern="0" cap="none" spc="0" normalizeH="0" baseline="0" noProof="0" dirty="0">
                    <a:ln>
                      <a:noFill/>
                    </a:ln>
                    <a:solidFill>
                      <a:srgbClr val="000000"/>
                    </a:solidFill>
                    <a:effectLst/>
                    <a:uLnTx/>
                    <a:uFillTx/>
                    <a:latin typeface="Gill Sans"/>
                    <a:sym typeface="Gill Sans"/>
                  </a:rPr>
                  <a:t>a stochastic matrix P describing state transition</a:t>
                </a:r>
                <a:br>
                  <a:rPr kumimoji="0" sz="2800" b="0" i="0" u="none" strike="noStrike" kern="0" cap="none" spc="0" normalizeH="0" baseline="0" noProof="0" dirty="0">
                    <a:ln>
                      <a:noFill/>
                    </a:ln>
                    <a:solidFill>
                      <a:srgbClr val="000000"/>
                    </a:solidFill>
                    <a:effectLst/>
                    <a:uLnTx/>
                    <a:uFillTx/>
                    <a:latin typeface="Gill Sans"/>
                    <a:sym typeface="Gill Sans"/>
                  </a:rPr>
                </a:br>
                <a:endParaRPr kumimoji="0" sz="2800" b="0" i="0" u="none" strike="noStrike" kern="0" cap="none" spc="0" normalizeH="0" baseline="0" noProof="0" dirty="0">
                  <a:ln>
                    <a:noFill/>
                  </a:ln>
                  <a:solidFill>
                    <a:srgbClr val="000000"/>
                  </a:solidFill>
                  <a:effectLst/>
                  <a:uLnTx/>
                  <a:uFillTx/>
                  <a:latin typeface="Gill Sans"/>
                  <a:sym typeface="Gill Sans"/>
                </a:endParaRPr>
              </a:p>
              <a:p>
                <a:pPr marL="969083" marR="0" lvl="1" indent="-307730" algn="l" defTabSz="406400" rtl="0" eaLnBrk="1" fontAlgn="auto" latinLnBrk="0" hangingPunct="0">
                  <a:lnSpc>
                    <a:spcPct val="100000"/>
                  </a:lnSpc>
                  <a:spcBef>
                    <a:spcPts val="0"/>
                  </a:spcBef>
                  <a:spcAft>
                    <a:spcPts val="0"/>
                  </a:spcAft>
                  <a:buClrTx/>
                  <a:buSzPct val="100000"/>
                  <a:buFontTx/>
                  <a:buChar char="•"/>
                  <a:tabLst/>
                  <a:defRPr/>
                </a:pPr>
                <a14:m>
                  <m:oMath xmlns:m="http://schemas.openxmlformats.org/officeDocument/2006/math">
                    <m:sSubSup>
                      <m:sSubSup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Sup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𝑃</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p>
                          <m:sSup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p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p>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up>
                        </m:sSup>
                      </m:sub>
                      <m:sup>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𝑎</m:t>
                        </m:r>
                      </m:sup>
                    </m:sSubSup>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𝑃</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+1</m:t>
                        </m:r>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𝐴</m:t>
                        </m:r>
                      </m:e>
                      <m: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𝑎</m:t>
                    </m:r>
                    <m:r>
                      <a:rPr kumimoji="0" sz="290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a14:m>
                <a:endParaRPr kumimoji="0" sz="2000" b="0" i="0" u="none" strike="noStrike" kern="0" cap="none" spc="0" normalizeH="0" baseline="0" noProof="0" dirty="0">
                  <a:ln>
                    <a:noFill/>
                  </a:ln>
                  <a:solidFill>
                    <a:srgbClr val="000000"/>
                  </a:solidFill>
                  <a:effectLst/>
                  <a:uLnTx/>
                  <a:uFillTx/>
                  <a:latin typeface="Arial"/>
                  <a:ea typeface="+mn-ea"/>
                  <a:cs typeface="Arial"/>
                  <a:sym typeface="Arial"/>
                </a:endParaRPr>
              </a:p>
            </p:txBody>
          </p:sp>
        </mc:Choice>
        <mc:Fallback xmlns="">
          <p:sp>
            <p:nvSpPr>
              <p:cNvPr id="3" name="object 19">
                <a:extLst>
                  <a:ext uri="{FF2B5EF4-FFF2-40B4-BE49-F238E27FC236}">
                    <a16:creationId xmlns:a16="http://schemas.microsoft.com/office/drawing/2014/main" id="{11E7777E-7F25-1ADC-D209-01C878704059}"/>
                  </a:ext>
                </a:extLst>
              </p:cNvPr>
              <p:cNvSpPr txBox="1">
                <a:spLocks noRot="1" noChangeAspect="1" noMove="1" noResize="1" noEditPoints="1" noAdjustHandles="1" noChangeArrowheads="1" noChangeShapeType="1" noTextEdit="1"/>
              </p:cNvSpPr>
              <p:nvPr/>
            </p:nvSpPr>
            <p:spPr>
              <a:xfrm>
                <a:off x="295603" y="1087464"/>
                <a:ext cx="8327368" cy="5482142"/>
              </a:xfrm>
              <a:prstGeom prst="rect">
                <a:avLst/>
              </a:prstGeom>
              <a:blipFill>
                <a:blip r:embed="rId3"/>
                <a:stretch>
                  <a:fillRect l="-1975" t="-333"/>
                </a:stretch>
              </a:blipFill>
              <a:ln w="12700">
                <a:miter lim="400000"/>
              </a:ln>
              <a:extLst>
                <a:ext uri="{C572A759-6A51-4108-AA02-DFA0A04FC94B}">
                  <ma14:wrappingTextBoxFlag xmlns:ma14="http://schemas.microsoft.com/office/mac/drawingml/2011/main" xmlns:m="http://schemas.openxmlformats.org/officeDocument/2006/math" xmlns="" xmlns:a14="http://schemas.microsoft.com/office/drawing/2010/main" val="1"/>
                </a:ext>
              </a:extLst>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4E2B30C7-A7DD-6829-E149-8E2E2DDAA211}"/>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2D29C706-B4F0-4A8C-FE55-5C41C9916220}"/>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E60B8A3B-86CD-4E9C-D065-EE126C40D76B}"/>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29</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738879127"/>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Example: The 7 lives of cats (MDP)">
            <a:extLst>
              <a:ext uri="{FF2B5EF4-FFF2-40B4-BE49-F238E27FC236}">
                <a16:creationId xmlns:a16="http://schemas.microsoft.com/office/drawing/2014/main" id="{4D106DEE-48D9-525D-189D-2EF9FD4AE03F}"/>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sz="3200" b="0" dirty="0">
                <a:uFill>
                  <a:solidFill>
                    <a:srgbClr val="000000"/>
                  </a:solidFill>
                </a:uFill>
                <a:latin typeface="+mn-lt"/>
                <a:ea typeface="+mn-ea"/>
                <a:cs typeface="+mn-cs"/>
                <a:sym typeface="Arial"/>
              </a:rPr>
              <a:t>Example: The 7 lives of cats (MDP)</a:t>
            </a:r>
          </a:p>
        </p:txBody>
      </p:sp>
      <p:grpSp>
        <p:nvGrpSpPr>
          <p:cNvPr id="3" name="Group">
            <a:extLst>
              <a:ext uri="{FF2B5EF4-FFF2-40B4-BE49-F238E27FC236}">
                <a16:creationId xmlns:a16="http://schemas.microsoft.com/office/drawing/2014/main" id="{A61CC525-1480-69C2-E87B-4C68BAEAB59C}"/>
              </a:ext>
            </a:extLst>
          </p:cNvPr>
          <p:cNvGrpSpPr/>
          <p:nvPr/>
        </p:nvGrpSpPr>
        <p:grpSpPr>
          <a:xfrm>
            <a:off x="1463847" y="1206777"/>
            <a:ext cx="5990881" cy="5330628"/>
            <a:chOff x="0" y="0"/>
            <a:chExt cx="5990879" cy="5330626"/>
          </a:xfrm>
        </p:grpSpPr>
        <p:sp>
          <p:nvSpPr>
            <p:cNvPr id="4" name="Rectangle">
              <a:extLst>
                <a:ext uri="{FF2B5EF4-FFF2-40B4-BE49-F238E27FC236}">
                  <a16:creationId xmlns:a16="http://schemas.microsoft.com/office/drawing/2014/main" id="{A236013E-FE33-CF13-A01C-8A1245F521A5}"/>
                </a:ext>
              </a:extLst>
            </p:cNvPr>
            <p:cNvSpPr/>
            <p:nvPr/>
          </p:nvSpPr>
          <p:spPr>
            <a:xfrm>
              <a:off x="0" y="0"/>
              <a:ext cx="5990880" cy="5330627"/>
            </a:xfrm>
            <a:prstGeom prst="rect">
              <a:avLst/>
            </a:prstGeom>
            <a:solidFill>
              <a:srgbClr val="FFFFFF"/>
            </a:solidFill>
            <a:ln w="12700" cap="flat">
              <a:noFill/>
              <a:miter lim="400000"/>
            </a:ln>
            <a:effectLst/>
          </p:spPr>
          <p:txBody>
            <a:bodyPr wrap="square" lIns="50800" tIns="50800" rIns="50800" bIns="50800" numCol="1" anchor="ctr">
              <a:noAutofit/>
            </a:bodyPr>
            <a:lstStyle/>
            <a:p>
              <a:pPr marL="0" marR="0" lvl="0" indent="0" algn="ctr" defTabSz="406400" rtl="0" eaLnBrk="1" fontAlgn="auto" latinLnBrk="0" hangingPunct="0">
                <a:lnSpc>
                  <a:spcPct val="100000"/>
                </a:lnSpc>
                <a:spcBef>
                  <a:spcPts val="0"/>
                </a:spcBef>
                <a:spcAft>
                  <a:spcPts val="0"/>
                </a:spcAft>
                <a:buClrTx/>
                <a:buSzTx/>
                <a:buFontTx/>
                <a:buNone/>
                <a:tabLst/>
                <a:defRPr>
                  <a:solidFill>
                    <a:srgbClr val="FFFFFF"/>
                  </a:solidFill>
                  <a:effectLst>
                    <a:outerShdw blurRad="38100" dist="12700" dir="5400000" rotWithShape="0">
                      <a:srgbClr val="000000">
                        <a:alpha val="50000"/>
                      </a:srgbClr>
                    </a:outerShdw>
                  </a:effectLst>
                </a:defRPr>
              </a:pPr>
              <a:endParaRPr kumimoji="0" sz="28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sym typeface="Gill Sans"/>
              </a:endParaRPr>
            </a:p>
          </p:txBody>
        </p:sp>
        <p:pic>
          <p:nvPicPr>
            <p:cNvPr id="5" name="7 Lives of Cats (MDP).png" descr="7 Lives of Cats (MDP).png">
              <a:extLst>
                <a:ext uri="{FF2B5EF4-FFF2-40B4-BE49-F238E27FC236}">
                  <a16:creationId xmlns:a16="http://schemas.microsoft.com/office/drawing/2014/main" id="{9EB3D706-E351-1FF6-EC93-6CED6572E4EB}"/>
                </a:ext>
              </a:extLst>
            </p:cNvPr>
            <p:cNvPicPr>
              <a:picLocks noChangeAspect="1"/>
            </p:cNvPicPr>
            <p:nvPr/>
          </p:nvPicPr>
          <p:blipFill>
            <a:blip r:embed="rId3"/>
            <a:stretch>
              <a:fillRect/>
            </a:stretch>
          </p:blipFill>
          <p:spPr>
            <a:xfrm>
              <a:off x="822152" y="760313"/>
              <a:ext cx="4572001" cy="3810001"/>
            </a:xfrm>
            <a:prstGeom prst="rect">
              <a:avLst/>
            </a:prstGeom>
            <a:ln w="12700" cap="flat">
              <a:noFill/>
              <a:miter lim="400000"/>
            </a:ln>
            <a:effectLst/>
          </p:spPr>
        </p:pic>
      </p:grpSp>
      <p:sp>
        <p:nvSpPr>
          <p:cNvPr id="6" name="Date Placeholder 3">
            <a:extLst>
              <a:ext uri="{FF2B5EF4-FFF2-40B4-BE49-F238E27FC236}">
                <a16:creationId xmlns:a16="http://schemas.microsoft.com/office/drawing/2014/main" id="{DB2CCB52-AC76-306D-50D7-77092C06AE34}"/>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Footer Placeholder 5">
            <a:extLst>
              <a:ext uri="{FF2B5EF4-FFF2-40B4-BE49-F238E27FC236}">
                <a16:creationId xmlns:a16="http://schemas.microsoft.com/office/drawing/2014/main" id="{F016BB4D-BF6D-F66C-3949-711F4D906C60}"/>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FD705116-1F54-0D3F-8316-59AA3085ED4F}"/>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30</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1825979235"/>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Take home lessons">
            <a:extLst>
              <a:ext uri="{FF2B5EF4-FFF2-40B4-BE49-F238E27FC236}">
                <a16:creationId xmlns:a16="http://schemas.microsoft.com/office/drawing/2014/main" id="{57D65A82-1070-6B91-C1BB-E58F73A6362E}"/>
              </a:ext>
            </a:extLst>
          </p:cNvPr>
          <p:cNvSpPr txBox="1">
            <a:spLocks noGrp="1"/>
          </p:cNvSpPr>
          <p:nvPr>
            <p:ph type="title"/>
          </p:nvPr>
        </p:nvSpPr>
        <p:spPr>
          <a:xfrm>
            <a:off x="344487" y="-254001"/>
            <a:ext cx="8229601" cy="1535114"/>
          </a:xfrm>
          <a:prstGeom prst="rect">
            <a:avLst/>
          </a:prstGeom>
        </p:spPr>
        <p:txBody>
          <a:bodyPr>
            <a:normAutofit/>
          </a:bodyPr>
          <a:lstStyle>
            <a:lvl1pPr>
              <a:defRPr sz="4400">
                <a:latin typeface="Helvetica"/>
                <a:ea typeface="Helvetica"/>
                <a:cs typeface="Helvetica"/>
                <a:sym typeface="Helvetica"/>
              </a:defRPr>
            </a:lvl1pPr>
          </a:lstStyle>
          <a:p>
            <a:pPr marL="121602" marR="40639" indent="-80962" algn="l" defTabSz="914400"/>
            <a:r>
              <a:rPr sz="3200" b="0" dirty="0">
                <a:uFill>
                  <a:solidFill>
                    <a:srgbClr val="000000"/>
                  </a:solidFill>
                </a:uFill>
                <a:latin typeface="+mn-lt"/>
                <a:ea typeface="+mn-ea"/>
                <a:cs typeface="+mn-cs"/>
                <a:sym typeface="Arial"/>
              </a:rPr>
              <a:t>Take home lessons</a:t>
            </a:r>
          </a:p>
        </p:txBody>
      </p:sp>
      <p:sp>
        <p:nvSpPr>
          <p:cNvPr id="3" name="Reinforcement learning models how (independent) agents learn about an unknown environment.…">
            <a:extLst>
              <a:ext uri="{FF2B5EF4-FFF2-40B4-BE49-F238E27FC236}">
                <a16:creationId xmlns:a16="http://schemas.microsoft.com/office/drawing/2014/main" id="{3AA09A8D-395D-954B-2966-3B7A012F03C1}"/>
              </a:ext>
            </a:extLst>
          </p:cNvPr>
          <p:cNvSpPr txBox="1">
            <a:spLocks/>
          </p:cNvSpPr>
          <p:nvPr/>
        </p:nvSpPr>
        <p:spPr>
          <a:xfrm>
            <a:off x="373185" y="1114032"/>
            <a:ext cx="8664235" cy="5701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47102" marR="40639" indent="-285749" algn="l" defTabSz="914400" rtl="0" latinLnBrk="0">
              <a:lnSpc>
                <a:spcPct val="100000"/>
              </a:lnSpc>
              <a:spcBef>
                <a:spcPts val="600"/>
              </a:spcBef>
              <a:spcAft>
                <a:spcPts val="0"/>
              </a:spcAft>
              <a:buClrTx/>
              <a:buSzPct val="100000"/>
              <a:buFontTx/>
              <a:buChar char="–"/>
              <a:tabLst/>
              <a:defRPr sz="2600" b="0" i="0" u="none" strike="noStrike" cap="none" spc="0" baseline="0">
                <a:solidFill>
                  <a:srgbClr val="000000"/>
                </a:solidFill>
                <a:uFill>
                  <a:solidFill>
                    <a:srgbClr val="000000"/>
                  </a:solidFill>
                </a:uFill>
                <a:latin typeface="+mn-lt"/>
                <a:ea typeface="+mn-ea"/>
                <a:cs typeface="+mn-cs"/>
                <a:sym typeface="Arial"/>
              </a:defRPr>
            </a:lvl2pPr>
            <a:lvl3pPr marL="1355089" marR="40639" indent="-228600" algn="l" defTabSz="914400" rtl="0" latinLnBrk="0">
              <a:lnSpc>
                <a:spcPct val="100000"/>
              </a:lnSpc>
              <a:spcBef>
                <a:spcPts val="500"/>
              </a:spcBef>
              <a:spcAft>
                <a:spcPts val="0"/>
              </a:spcAft>
              <a:buClr>
                <a:srgbClr val="000000"/>
              </a:buClr>
              <a:buSzPct val="100000"/>
              <a:buFont typeface="Arial"/>
              <a:buChar char="&gt;"/>
              <a:tabLst/>
              <a:defRPr sz="2400" b="0" i="0" u="none" strike="noStrike" cap="none" spc="0" baseline="0">
                <a:solidFill>
                  <a:srgbClr val="000000"/>
                </a:solidFill>
                <a:uFill>
                  <a:solidFill>
                    <a:srgbClr val="000000"/>
                  </a:solidFill>
                </a:uFill>
                <a:latin typeface="+mn-lt"/>
                <a:ea typeface="+mn-ea"/>
                <a:cs typeface="+mn-cs"/>
                <a:sym typeface="Arial"/>
              </a:defRPr>
            </a:lvl3pPr>
            <a:lvl4pPr marL="1763077" marR="40639" indent="-2286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
                  <a:solidFill>
                    <a:srgbClr val="000000"/>
                  </a:solidFill>
                </a:uFill>
                <a:latin typeface="+mn-lt"/>
                <a:ea typeface="+mn-ea"/>
                <a:cs typeface="+mn-cs"/>
                <a:sym typeface="Arial"/>
              </a:defRPr>
            </a:lvl4pPr>
            <a:lvl5pPr marL="2171064" marR="40639" indent="-2286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
                  <a:solidFill>
                    <a:srgbClr val="000000"/>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268111" marR="0" lvl="0" indent="-268111" algn="l" defTabSz="410765" rtl="0" eaLnBrk="1" fontAlgn="auto" latinLnBrk="0" hangingPunct="1">
              <a:lnSpc>
                <a:spcPct val="100000"/>
              </a:lnSpc>
              <a:spcBef>
                <a:spcPts val="2400"/>
              </a:spcBef>
              <a:spcAft>
                <a:spcPts val="0"/>
              </a:spcAft>
              <a:buClrTx/>
              <a:buSzPct val="155000"/>
              <a:buFontTx/>
              <a:buChar char="•"/>
              <a:tabLst/>
              <a:defRPr sz="1700" b="0">
                <a:solidFill>
                  <a:srgbClr val="000000"/>
                </a:solidFill>
                <a:uFillTx/>
                <a:latin typeface="Helvetica Light"/>
                <a:ea typeface="Helvetica Light"/>
                <a:cs typeface="Helvetica Light"/>
                <a:sym typeface="Helvetica Light"/>
              </a:defRPr>
            </a:pPr>
            <a:r>
              <a:rPr kumimoji="0" lang="en-US" sz="1700" b="0" i="0" u="none" strike="noStrike" kern="0" cap="none" spc="0" normalizeH="0" baseline="0" noProof="0" dirty="0">
                <a:ln>
                  <a:noFill/>
                </a:ln>
                <a:solidFill>
                  <a:srgbClr val="000000"/>
                </a:solidFill>
                <a:effectLst/>
                <a:uLnTx/>
                <a:uFillTx/>
                <a:latin typeface="Helvetica Light"/>
                <a:ea typeface="Helvetica Light"/>
                <a:cs typeface="Helvetica Light"/>
                <a:sym typeface="Helvetica Light"/>
              </a:rPr>
              <a:t>Reinforcement learning models how (independent) agents learn about an unknown environment.  </a:t>
            </a:r>
          </a:p>
          <a:p>
            <a:pPr marL="268111" marR="0" lvl="0" indent="-268111" algn="l" defTabSz="410765" rtl="0" eaLnBrk="1" fontAlgn="auto" latinLnBrk="0" hangingPunct="1">
              <a:lnSpc>
                <a:spcPct val="100000"/>
              </a:lnSpc>
              <a:spcBef>
                <a:spcPts val="2400"/>
              </a:spcBef>
              <a:spcAft>
                <a:spcPts val="0"/>
              </a:spcAft>
              <a:buClrTx/>
              <a:buSzPct val="155000"/>
              <a:buFontTx/>
              <a:buChar char="•"/>
              <a:tabLst/>
              <a:defRPr sz="1700" b="0">
                <a:solidFill>
                  <a:srgbClr val="000000"/>
                </a:solidFill>
                <a:uFillTx/>
                <a:latin typeface="Helvetica Light"/>
                <a:ea typeface="Helvetica Light"/>
                <a:cs typeface="Helvetica Light"/>
                <a:sym typeface="Helvetica Light"/>
              </a:defRPr>
            </a:pPr>
            <a:r>
              <a:rPr kumimoji="0" lang="en-US" sz="1700" b="0" i="0" u="none" strike="noStrike" kern="0" cap="none" spc="0" normalizeH="0" baseline="0" noProof="0" dirty="0">
                <a:ln>
                  <a:noFill/>
                </a:ln>
                <a:solidFill>
                  <a:srgbClr val="000000"/>
                </a:solidFill>
                <a:effectLst/>
                <a:uLnTx/>
                <a:uFillTx/>
                <a:latin typeface="Helvetica Light"/>
                <a:ea typeface="Helvetica Light"/>
                <a:cs typeface="Helvetica Light"/>
                <a:sym typeface="Helvetica Light"/>
              </a:rPr>
              <a:t>Agents learn by exploring the consequences of their actions (observed through rewards received).</a:t>
            </a:r>
          </a:p>
          <a:p>
            <a:pPr marL="268111" marR="0" lvl="0" indent="-268111" algn="l" defTabSz="410765" rtl="0" eaLnBrk="1" fontAlgn="auto" latinLnBrk="0" hangingPunct="1">
              <a:lnSpc>
                <a:spcPct val="100000"/>
              </a:lnSpc>
              <a:spcBef>
                <a:spcPts val="2400"/>
              </a:spcBef>
              <a:spcAft>
                <a:spcPts val="0"/>
              </a:spcAft>
              <a:buClrTx/>
              <a:buSzPct val="155000"/>
              <a:buFontTx/>
              <a:buChar char="•"/>
              <a:tabLst/>
              <a:defRPr sz="1700" b="0">
                <a:solidFill>
                  <a:srgbClr val="000000"/>
                </a:solidFill>
                <a:uFillTx/>
                <a:latin typeface="Helvetica Light"/>
                <a:ea typeface="Helvetica Light"/>
                <a:cs typeface="Helvetica Light"/>
                <a:sym typeface="Helvetica Light"/>
              </a:defRPr>
            </a:pPr>
            <a:r>
              <a:rPr kumimoji="0" lang="en-US" sz="1700" b="0" i="0" u="none" strike="noStrike" kern="0" cap="none" spc="0" normalizeH="0" baseline="0" noProof="0" dirty="0">
                <a:ln>
                  <a:noFill/>
                </a:ln>
                <a:solidFill>
                  <a:srgbClr val="000000"/>
                </a:solidFill>
                <a:effectLst/>
                <a:uLnTx/>
                <a:uFillTx/>
                <a:latin typeface="Helvetica Light"/>
                <a:ea typeface="Helvetica Light"/>
                <a:cs typeface="Helvetica Light"/>
                <a:sym typeface="Helvetica Light"/>
              </a:rPr>
              <a:t>Actions (can) modify the environment.</a:t>
            </a:r>
          </a:p>
          <a:p>
            <a:pPr marL="296333" marR="0" lvl="0" indent="-296333" algn="l" defTabSz="410765" rtl="0" eaLnBrk="1" fontAlgn="auto" latinLnBrk="0" hangingPunct="1">
              <a:lnSpc>
                <a:spcPct val="100000"/>
              </a:lnSpc>
              <a:spcBef>
                <a:spcPts val="2400"/>
              </a:spcBef>
              <a:spcAft>
                <a:spcPts val="0"/>
              </a:spcAft>
              <a:buClrTx/>
              <a:buSzPct val="155000"/>
              <a:buFontTx/>
              <a:buChar char="•"/>
              <a:tabLst/>
              <a:defRPr sz="1700" b="0">
                <a:solidFill>
                  <a:srgbClr val="000000"/>
                </a:solidFill>
                <a:uFillTx/>
                <a:latin typeface="Helvetica Light"/>
                <a:ea typeface="Helvetica Light"/>
                <a:cs typeface="Helvetica Light"/>
                <a:sym typeface="Helvetica Light"/>
              </a:defRPr>
            </a:pPr>
            <a:r>
              <a:rPr kumimoji="0" lang="en-US" sz="1700" b="0" i="0" u="none" strike="noStrike" kern="0" cap="none" spc="0" normalizeH="0" baseline="0" noProof="0" dirty="0">
                <a:ln>
                  <a:noFill/>
                </a:ln>
                <a:solidFill>
                  <a:srgbClr val="000000"/>
                </a:solidFill>
                <a:effectLst/>
                <a:uLnTx/>
                <a:uFillTx/>
                <a:latin typeface="Helvetica Light"/>
                <a:ea typeface="Helvetica Light"/>
                <a:cs typeface="Helvetica Light"/>
                <a:sym typeface="Helvetica Light"/>
              </a:rPr>
              <a:t>A policy describes how an agent behaves.</a:t>
            </a:r>
          </a:p>
          <a:p>
            <a:pPr marL="296333" marR="0" lvl="0" indent="-296333" algn="l" defTabSz="410765" rtl="0" eaLnBrk="1" fontAlgn="auto" latinLnBrk="0" hangingPunct="1">
              <a:lnSpc>
                <a:spcPct val="100000"/>
              </a:lnSpc>
              <a:spcBef>
                <a:spcPts val="2400"/>
              </a:spcBef>
              <a:spcAft>
                <a:spcPts val="0"/>
              </a:spcAft>
              <a:buClrTx/>
              <a:buSzPct val="155000"/>
              <a:buFontTx/>
              <a:buChar char="•"/>
              <a:tabLst/>
              <a:defRPr sz="1700" b="0">
                <a:solidFill>
                  <a:srgbClr val="000000"/>
                </a:solidFill>
                <a:uFillTx/>
                <a:latin typeface="Helvetica Light"/>
                <a:ea typeface="Helvetica Light"/>
                <a:cs typeface="Helvetica Light"/>
                <a:sym typeface="Helvetica Light"/>
              </a:defRPr>
            </a:pPr>
            <a:r>
              <a:rPr kumimoji="0" lang="en-US" sz="1700" b="0" i="0" u="none" strike="noStrike" kern="0" cap="none" spc="0" normalizeH="0" baseline="0" noProof="0" dirty="0">
                <a:ln>
                  <a:noFill/>
                </a:ln>
                <a:solidFill>
                  <a:srgbClr val="000000"/>
                </a:solidFill>
                <a:effectLst/>
                <a:uLnTx/>
                <a:uFillTx/>
                <a:latin typeface="Helvetica Light"/>
                <a:ea typeface="Helvetica Light"/>
                <a:cs typeface="Helvetica Light"/>
                <a:sym typeface="Helvetica Light"/>
              </a:rPr>
              <a:t>A value function describes how desirable an agent judges a particular environment state top be.</a:t>
            </a:r>
          </a:p>
          <a:p>
            <a:pPr marL="296333" marR="0" lvl="0" indent="-296333" algn="l" defTabSz="410765" rtl="0" eaLnBrk="1" fontAlgn="auto" latinLnBrk="0" hangingPunct="1">
              <a:lnSpc>
                <a:spcPct val="100000"/>
              </a:lnSpc>
              <a:spcBef>
                <a:spcPts val="2400"/>
              </a:spcBef>
              <a:spcAft>
                <a:spcPts val="0"/>
              </a:spcAft>
              <a:buClrTx/>
              <a:buSzPct val="155000"/>
              <a:buFontTx/>
              <a:buChar char="•"/>
              <a:tabLst/>
              <a:defRPr sz="1700" b="0">
                <a:solidFill>
                  <a:srgbClr val="000000"/>
                </a:solidFill>
                <a:uFillTx/>
                <a:latin typeface="Helvetica Light"/>
                <a:ea typeface="Helvetica Light"/>
                <a:cs typeface="Helvetica Light"/>
                <a:sym typeface="Helvetica Light"/>
              </a:defRPr>
            </a:pPr>
            <a:r>
              <a:rPr kumimoji="0" lang="en-US" sz="1700" b="0" i="0" u="none" strike="noStrike" kern="0" cap="none" spc="0" normalizeH="0" baseline="0" noProof="0" dirty="0">
                <a:ln>
                  <a:noFill/>
                </a:ln>
                <a:solidFill>
                  <a:srgbClr val="000000"/>
                </a:solidFill>
                <a:effectLst/>
                <a:uLnTx/>
                <a:uFillTx/>
                <a:latin typeface="Helvetica Light"/>
                <a:ea typeface="Helvetica Light"/>
                <a:cs typeface="Helvetica Light"/>
                <a:sym typeface="Helvetica Light"/>
              </a:rPr>
              <a:t>MRP = MC + rewards</a:t>
            </a:r>
          </a:p>
          <a:p>
            <a:pPr marL="296333" marR="0" lvl="0" indent="-296333" algn="l" defTabSz="410765" rtl="0" eaLnBrk="1" fontAlgn="auto" latinLnBrk="0" hangingPunct="1">
              <a:lnSpc>
                <a:spcPct val="100000"/>
              </a:lnSpc>
              <a:spcBef>
                <a:spcPts val="2400"/>
              </a:spcBef>
              <a:spcAft>
                <a:spcPts val="0"/>
              </a:spcAft>
              <a:buClrTx/>
              <a:buSzPct val="155000"/>
              <a:buFontTx/>
              <a:buChar char="•"/>
              <a:tabLst/>
              <a:defRPr sz="1700" b="0">
                <a:solidFill>
                  <a:srgbClr val="000000"/>
                </a:solidFill>
                <a:uFillTx/>
                <a:latin typeface="Helvetica Light"/>
                <a:ea typeface="Helvetica Light"/>
                <a:cs typeface="Helvetica Light"/>
                <a:sym typeface="Helvetica Light"/>
              </a:defRPr>
            </a:pPr>
            <a:r>
              <a:rPr kumimoji="0" lang="en-US" sz="1700" b="0" i="0" u="none" strike="noStrike" kern="0" cap="none" spc="0" normalizeH="0" baseline="0" noProof="0" dirty="0">
                <a:ln>
                  <a:noFill/>
                </a:ln>
                <a:solidFill>
                  <a:srgbClr val="000000"/>
                </a:solidFill>
                <a:effectLst/>
                <a:uLnTx/>
                <a:uFillTx/>
                <a:latin typeface="Helvetica Light"/>
                <a:ea typeface="Helvetica Light"/>
                <a:cs typeface="Helvetica Light"/>
                <a:sym typeface="Helvetica Light"/>
              </a:rPr>
              <a:t>MDP = MRP with actions determining transition probabilities</a:t>
            </a:r>
          </a:p>
          <a:p>
            <a:pPr marL="296333" marR="0" lvl="0" indent="-296333" algn="l" defTabSz="410765" rtl="0" eaLnBrk="1" fontAlgn="auto" latinLnBrk="0" hangingPunct="1">
              <a:lnSpc>
                <a:spcPct val="100000"/>
              </a:lnSpc>
              <a:spcBef>
                <a:spcPts val="2400"/>
              </a:spcBef>
              <a:spcAft>
                <a:spcPts val="0"/>
              </a:spcAft>
              <a:buClrTx/>
              <a:buSzPct val="155000"/>
              <a:buFontTx/>
              <a:buChar char="•"/>
              <a:tabLst/>
              <a:defRPr sz="1700" b="0">
                <a:solidFill>
                  <a:srgbClr val="000000"/>
                </a:solidFill>
                <a:uFillTx/>
                <a:latin typeface="Helvetica Light"/>
                <a:ea typeface="Helvetica Light"/>
                <a:cs typeface="Helvetica Light"/>
                <a:sym typeface="Helvetica Light"/>
              </a:defRPr>
            </a:pPr>
            <a:r>
              <a:rPr kumimoji="0" lang="en-US" sz="1700" b="0" i="0" u="none" strike="noStrike" kern="0" cap="none" spc="0" normalizeH="0" baseline="0" noProof="0" dirty="0">
                <a:ln>
                  <a:noFill/>
                </a:ln>
                <a:solidFill>
                  <a:srgbClr val="000000"/>
                </a:solidFill>
                <a:effectLst/>
                <a:uLnTx/>
                <a:uFillTx/>
                <a:latin typeface="Helvetica Light"/>
                <a:ea typeface="Helvetica Light"/>
                <a:cs typeface="Helvetica Light"/>
                <a:sym typeface="Helvetica Light"/>
              </a:rPr>
              <a:t>MDPs are the most fundamental modelling framework for RL</a:t>
            </a:r>
          </a:p>
        </p:txBody>
      </p:sp>
      <p:sp>
        <p:nvSpPr>
          <p:cNvPr id="4" name="Date Placeholder 3">
            <a:extLst>
              <a:ext uri="{FF2B5EF4-FFF2-40B4-BE49-F238E27FC236}">
                <a16:creationId xmlns:a16="http://schemas.microsoft.com/office/drawing/2014/main" id="{C787FB43-D726-E7E9-81F5-47ABEABD3254}"/>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BEED6D8A-07B1-319E-C7E0-5370D88DF1E6}"/>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4CDB6A5F-399B-FAAB-0FE6-0C2E2432008E}"/>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31</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165584441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animBg="1" advAuto="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Take home lessons">
            <a:extLst>
              <a:ext uri="{FF2B5EF4-FFF2-40B4-BE49-F238E27FC236}">
                <a16:creationId xmlns:a16="http://schemas.microsoft.com/office/drawing/2014/main" id="{57D65A82-1070-6B91-C1BB-E58F73A6362E}"/>
              </a:ext>
            </a:extLst>
          </p:cNvPr>
          <p:cNvSpPr txBox="1">
            <a:spLocks noGrp="1"/>
          </p:cNvSpPr>
          <p:nvPr>
            <p:ph type="title"/>
          </p:nvPr>
        </p:nvSpPr>
        <p:spPr>
          <a:xfrm>
            <a:off x="344487" y="-254001"/>
            <a:ext cx="8229601" cy="1535114"/>
          </a:xfrm>
          <a:prstGeom prst="rect">
            <a:avLst/>
          </a:prstGeom>
        </p:spPr>
        <p:txBody>
          <a:bodyPr>
            <a:normAutofit/>
          </a:bodyPr>
          <a:lstStyle>
            <a:lvl1pPr>
              <a:defRPr sz="4400">
                <a:latin typeface="Helvetica"/>
                <a:ea typeface="Helvetica"/>
                <a:cs typeface="Helvetica"/>
                <a:sym typeface="Helvetica"/>
              </a:defRPr>
            </a:lvl1pPr>
          </a:lstStyle>
          <a:p>
            <a:pPr marL="121602" marR="40639" indent="-80962" algn="l" defTabSz="914400"/>
            <a:r>
              <a:rPr lang="en-US" sz="3200" b="0" dirty="0">
                <a:uFill>
                  <a:solidFill>
                    <a:srgbClr val="000000"/>
                  </a:solidFill>
                </a:uFill>
                <a:latin typeface="+mn-lt"/>
                <a:ea typeface="+mn-ea"/>
                <a:cs typeface="+mn-cs"/>
                <a:sym typeface="Arial"/>
              </a:rPr>
              <a:t>Acknowledgments</a:t>
            </a:r>
            <a:endParaRPr sz="3200" b="0" dirty="0">
              <a:uFill>
                <a:solidFill>
                  <a:srgbClr val="000000"/>
                </a:solidFill>
              </a:uFill>
              <a:latin typeface="+mn-lt"/>
              <a:ea typeface="+mn-ea"/>
              <a:cs typeface="+mn-cs"/>
              <a:sym typeface="Arial"/>
            </a:endParaRPr>
          </a:p>
        </p:txBody>
      </p:sp>
      <p:sp>
        <p:nvSpPr>
          <p:cNvPr id="5" name="TextBox 4">
            <a:extLst>
              <a:ext uri="{FF2B5EF4-FFF2-40B4-BE49-F238E27FC236}">
                <a16:creationId xmlns:a16="http://schemas.microsoft.com/office/drawing/2014/main" id="{34BF768C-32D2-0C0E-04B7-54DD356B7413}"/>
              </a:ext>
            </a:extLst>
          </p:cNvPr>
          <p:cNvSpPr txBox="1"/>
          <p:nvPr/>
        </p:nvSpPr>
        <p:spPr>
          <a:xfrm>
            <a:off x="331788" y="2053079"/>
            <a:ext cx="8799513" cy="26776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Gill Sans"/>
                <a:sym typeface="Gill Sans"/>
              </a:rPr>
              <a:t>This material includes content adapted from instructional resources made available by David Silver as part of his Reinforcement Learning course at UCL under CC-BY-NC 4.0. </a:t>
            </a:r>
          </a:p>
          <a:p>
            <a:pPr marL="0" marR="0" lvl="0" indent="0" algn="ctr" defTabSz="406400" rtl="0" eaLnBrk="1" fontAlgn="auto" latinLnBrk="0" hangingPunct="0">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Gill Sans"/>
              <a:sym typeface="Gill Sans"/>
            </a:endParaRPr>
          </a:p>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Gill Sans"/>
                <a:sym typeface="Gill Sans"/>
              </a:rPr>
              <a:t>Refer to </a:t>
            </a:r>
            <a:r>
              <a:rPr kumimoji="0" lang="en-US" sz="2800" b="0" i="0" u="none" strike="noStrike" kern="0" cap="none" spc="0" normalizeH="0" baseline="0" noProof="0" dirty="0">
                <a:ln>
                  <a:noFill/>
                </a:ln>
                <a:solidFill>
                  <a:srgbClr val="000000"/>
                </a:solidFill>
                <a:effectLst/>
                <a:uLnTx/>
                <a:uFillTx/>
                <a:latin typeface="Gill Sans"/>
                <a:sym typeface="Gill Sans"/>
                <a:hlinkClick r:id="rId2"/>
              </a:rPr>
              <a:t>https://www.davidsilver.uk/teaching/ </a:t>
            </a:r>
            <a:r>
              <a:rPr kumimoji="0" lang="en-US" sz="2800" b="0" i="0" u="none" strike="noStrike" kern="0" cap="none" spc="0" normalizeH="0" baseline="0" noProof="0" dirty="0">
                <a:ln>
                  <a:noFill/>
                </a:ln>
                <a:solidFill>
                  <a:srgbClr val="000000"/>
                </a:solidFill>
                <a:effectLst/>
                <a:uLnTx/>
                <a:uFillTx/>
                <a:latin typeface="Gill Sans"/>
                <a:sym typeface="Gill Sans"/>
              </a:rPr>
              <a:t>for full details</a:t>
            </a:r>
          </a:p>
        </p:txBody>
      </p:sp>
      <p:sp>
        <p:nvSpPr>
          <p:cNvPr id="3" name="Date Placeholder 3">
            <a:extLst>
              <a:ext uri="{FF2B5EF4-FFF2-40B4-BE49-F238E27FC236}">
                <a16:creationId xmlns:a16="http://schemas.microsoft.com/office/drawing/2014/main" id="{AE6E8248-626C-0F56-9245-26524063E4E0}"/>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Footer Placeholder 5">
            <a:extLst>
              <a:ext uri="{FF2B5EF4-FFF2-40B4-BE49-F238E27FC236}">
                <a16:creationId xmlns:a16="http://schemas.microsoft.com/office/drawing/2014/main" id="{D9448D2E-900D-93A5-B395-E7DE6EC547D1}"/>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B729460A-05A7-EE94-351B-364DADBEFE97}"/>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32</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678792399"/>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 name="Group"/>
          <p:cNvGrpSpPr/>
          <p:nvPr/>
        </p:nvGrpSpPr>
        <p:grpSpPr>
          <a:xfrm>
            <a:off x="0" y="2636837"/>
            <a:ext cx="8515351" cy="3744914"/>
            <a:chOff x="0" y="0"/>
            <a:chExt cx="8515350" cy="3744912"/>
          </a:xfrm>
        </p:grpSpPr>
        <p:sp>
          <p:nvSpPr>
            <p:cNvPr id="112" name="Rectangle"/>
            <p:cNvSpPr/>
            <p:nvPr/>
          </p:nvSpPr>
          <p:spPr>
            <a:xfrm>
              <a:off x="0" y="0"/>
              <a:ext cx="8515350" cy="3202172"/>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3" name="Rounded Rectangle"/>
            <p:cNvSpPr/>
            <p:nvPr/>
          </p:nvSpPr>
          <p:spPr>
            <a:xfrm>
              <a:off x="3043837" y="2333786"/>
              <a:ext cx="5471514" cy="1411127"/>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4" name="Rectangle"/>
            <p:cNvSpPr/>
            <p:nvPr/>
          </p:nvSpPr>
          <p:spPr>
            <a:xfrm>
              <a:off x="0" y="922659"/>
              <a:ext cx="3783231" cy="2822254"/>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116" name="www.monash.edu.au"/>
          <p:cNvSpPr txBox="1"/>
          <p:nvPr/>
        </p:nvSpPr>
        <p:spPr>
          <a:xfrm>
            <a:off x="248562" y="6473180"/>
            <a:ext cx="2041288" cy="323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r>
              <a:rPr dirty="0"/>
              <a:t>www.monash.edu.au</a:t>
            </a:r>
          </a:p>
        </p:txBody>
      </p:sp>
      <p:sp>
        <p:nvSpPr>
          <p:cNvPr id="117" name="Line"/>
          <p:cNvSpPr/>
          <p:nvPr/>
        </p:nvSpPr>
        <p:spPr>
          <a:xfrm>
            <a:off x="0" y="24542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pic>
        <p:nvPicPr>
          <p:cNvPr id="118" name="A4 Mast_IT.jpg" descr="A4 Mast_IT.jpg"/>
          <p:cNvPicPr>
            <a:picLocks/>
          </p:cNvPicPr>
          <p:nvPr/>
        </p:nvPicPr>
        <p:blipFill>
          <a:blip r:embed="rId2"/>
          <a:stretch>
            <a:fillRect/>
          </a:stretch>
        </p:blipFill>
        <p:spPr>
          <a:xfrm>
            <a:off x="0" y="0"/>
            <a:ext cx="8847138" cy="1177925"/>
          </a:xfrm>
          <a:prstGeom prst="rect">
            <a:avLst/>
          </a:prstGeom>
          <a:ln w="12700">
            <a:miter lim="400000"/>
          </a:ln>
        </p:spPr>
      </p:pic>
      <p:sp>
        <p:nvSpPr>
          <p:cNvPr id="119" name="Bernd Meyer, June 2022"/>
          <p:cNvSpPr txBox="1"/>
          <p:nvPr/>
        </p:nvSpPr>
        <p:spPr>
          <a:xfrm>
            <a:off x="3783231" y="6463657"/>
            <a:ext cx="4862229" cy="348813"/>
          </a:xfrm>
          <a:prstGeom prst="rect">
            <a:avLst/>
          </a:prstGeom>
          <a:solidFill>
            <a:schemeClr val="bg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r>
              <a:rPr lang="en-US" dirty="0"/>
              <a:t>Prepared by: </a:t>
            </a:r>
            <a:r>
              <a:rPr dirty="0"/>
              <a:t>Bernd Meyer</a:t>
            </a:r>
            <a:r>
              <a:rPr lang="en-US" dirty="0"/>
              <a:t>. Edited by: Fuad Noman</a:t>
            </a:r>
            <a:endParaRPr dirty="0"/>
          </a:p>
        </p:txBody>
      </p:sp>
      <p:grpSp>
        <p:nvGrpSpPr>
          <p:cNvPr id="8" name="Group 7">
            <a:extLst>
              <a:ext uri="{FF2B5EF4-FFF2-40B4-BE49-F238E27FC236}">
                <a16:creationId xmlns:a16="http://schemas.microsoft.com/office/drawing/2014/main" id="{3114DA78-F2DD-197D-60CB-7AF8BBF1D105}"/>
              </a:ext>
            </a:extLst>
          </p:cNvPr>
          <p:cNvGrpSpPr/>
          <p:nvPr/>
        </p:nvGrpSpPr>
        <p:grpSpPr>
          <a:xfrm>
            <a:off x="-1" y="2928396"/>
            <a:ext cx="8515351" cy="2756975"/>
            <a:chOff x="-1" y="2861721"/>
            <a:chExt cx="8515351" cy="2756975"/>
          </a:xfrm>
        </p:grpSpPr>
        <p:sp>
          <p:nvSpPr>
            <p:cNvPr id="4" name="Rectangle: Rounded Corners 3">
              <a:extLst>
                <a:ext uri="{FF2B5EF4-FFF2-40B4-BE49-F238E27FC236}">
                  <a16:creationId xmlns:a16="http://schemas.microsoft.com/office/drawing/2014/main" id="{3FD06BE4-3AF8-8CE0-5F0D-A028470D6239}"/>
                </a:ext>
              </a:extLst>
            </p:cNvPr>
            <p:cNvSpPr/>
            <p:nvPr/>
          </p:nvSpPr>
          <p:spPr>
            <a:xfrm>
              <a:off x="0" y="3062000"/>
              <a:ext cx="8515350" cy="1746962"/>
            </a:xfrm>
            <a:prstGeom prst="roundRect">
              <a:avLst>
                <a:gd name="adj" fmla="val 6304"/>
              </a:avLst>
            </a:prstGeom>
            <a:ln/>
          </p:spPr>
          <p:style>
            <a:lnRef idx="1">
              <a:schemeClr val="accent6"/>
            </a:lnRef>
            <a:fillRef idx="2">
              <a:schemeClr val="accent6"/>
            </a:fillRef>
            <a:effectRef idx="1">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40639" indent="0" algn="l">
                <a:buClr>
                  <a:srgbClr val="00669D"/>
                </a:buClr>
                <a:buSzTx/>
                <a:buFont typeface="Arial"/>
                <a:buNone/>
                <a:defRPr sz="3800" b="0"/>
              </a:pPr>
              <a:r>
                <a:rPr lang="en-US" sz="3200" dirty="0">
                  <a:solidFill>
                    <a:srgbClr val="00669D"/>
                  </a:solidFill>
                </a:rPr>
                <a:t>Multi-agent System &amp; Collective </a:t>
              </a:r>
              <a:r>
                <a:rPr lang="en-US" sz="3200" dirty="0" err="1">
                  <a:solidFill>
                    <a:srgbClr val="00669D"/>
                  </a:solidFill>
                </a:rPr>
                <a:t>Behaviour</a:t>
              </a:r>
              <a:endParaRPr lang="en-US" sz="3200" dirty="0">
                <a:solidFill>
                  <a:srgbClr val="00669D"/>
                </a:solidFill>
              </a:endParaRPr>
            </a:p>
          </p:txBody>
        </p:sp>
        <p:sp>
          <p:nvSpPr>
            <p:cNvPr id="3" name="Rectangle: Rounded Corners 2">
              <a:extLst>
                <a:ext uri="{FF2B5EF4-FFF2-40B4-BE49-F238E27FC236}">
                  <a16:creationId xmlns:a16="http://schemas.microsoft.com/office/drawing/2014/main" id="{D5823C1E-60EB-A6B3-082D-9D63C8A75E10}"/>
                </a:ext>
              </a:extLst>
            </p:cNvPr>
            <p:cNvSpPr/>
            <p:nvPr/>
          </p:nvSpPr>
          <p:spPr>
            <a:xfrm>
              <a:off x="0" y="2861721"/>
              <a:ext cx="8515350" cy="590233"/>
            </a:xfrm>
            <a:prstGeom prst="roundRect">
              <a:avLst/>
            </a:prstGeom>
            <a:ln/>
          </p:spPr>
          <p:style>
            <a:lnRef idx="1">
              <a:schemeClr val="accent6"/>
            </a:lnRef>
            <a:fillRef idx="3">
              <a:schemeClr val="accent6"/>
            </a:fillRef>
            <a:effectRef idx="2">
              <a:schemeClr val="accent6"/>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b="1" i="0" u="none" strike="noStrike" cap="none" spc="0" normalizeH="0" baseline="0" dirty="0">
                  <a:ln>
                    <a:noFill/>
                  </a:ln>
                  <a:solidFill>
                    <a:schemeClr val="tx1"/>
                  </a:solidFill>
                  <a:effectLst>
                    <a:outerShdw blurRad="38100" dist="12700" dir="5400000" rotWithShape="0">
                      <a:srgbClr val="000000">
                        <a:alpha val="50000"/>
                      </a:srgbClr>
                    </a:outerShdw>
                  </a:effectLst>
                  <a:uFillTx/>
                  <a:latin typeface="+mj-lt"/>
                  <a:ea typeface="+mj-ea"/>
                  <a:cs typeface="+mj-cs"/>
                  <a:sym typeface="Gill Sans"/>
                </a:rPr>
                <a:t>FIT5226</a:t>
              </a:r>
            </a:p>
          </p:txBody>
        </p:sp>
        <p:sp>
          <p:nvSpPr>
            <p:cNvPr id="5" name="Rectangle: Rounded Corners 4">
              <a:extLst>
                <a:ext uri="{FF2B5EF4-FFF2-40B4-BE49-F238E27FC236}">
                  <a16:creationId xmlns:a16="http://schemas.microsoft.com/office/drawing/2014/main" id="{27C0F9C7-1BB5-C621-DF3D-960E0D7F059D}"/>
                </a:ext>
              </a:extLst>
            </p:cNvPr>
            <p:cNvSpPr/>
            <p:nvPr/>
          </p:nvSpPr>
          <p:spPr>
            <a:xfrm>
              <a:off x="-1" y="4499667"/>
              <a:ext cx="8515350" cy="1119029"/>
            </a:xfrm>
            <a:prstGeom prst="roundRect">
              <a:avLst>
                <a:gd name="adj" fmla="val 6304"/>
              </a:avLst>
            </a:prstGeom>
            <a:ln/>
          </p:spPr>
          <p:style>
            <a:lnRef idx="1">
              <a:schemeClr val="accent6"/>
            </a:lnRef>
            <a:fillRef idx="2">
              <a:schemeClr val="accent6"/>
            </a:fillRef>
            <a:effectRef idx="1">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40639" indent="0" algn="l">
                <a:buClr>
                  <a:srgbClr val="00669D"/>
                </a:buClr>
                <a:buSzTx/>
                <a:buFont typeface="Arial"/>
                <a:buNone/>
                <a:defRPr sz="3800" b="0"/>
              </a:pPr>
              <a:r>
                <a:rPr lang="en-US" sz="3200" dirty="0">
                  <a:solidFill>
                    <a:schemeClr val="tx1"/>
                  </a:solidFill>
                </a:rPr>
                <a:t>Week 3-2: </a:t>
              </a:r>
              <a:r>
                <a:rPr lang="en-US" sz="3200" dirty="0">
                  <a:solidFill>
                    <a:srgbClr val="00669D"/>
                  </a:solidFill>
                </a:rPr>
                <a:t>Bellman Equation, Policy and Value Iteration</a:t>
              </a:r>
            </a:p>
          </p:txBody>
        </p:sp>
      </p:grpSp>
      <p:grpSp>
        <p:nvGrpSpPr>
          <p:cNvPr id="9" name="Group 8">
            <a:extLst>
              <a:ext uri="{FF2B5EF4-FFF2-40B4-BE49-F238E27FC236}">
                <a16:creationId xmlns:a16="http://schemas.microsoft.com/office/drawing/2014/main" id="{817441CB-1318-4AD4-AF99-F71F761D0AD4}"/>
              </a:ext>
            </a:extLst>
          </p:cNvPr>
          <p:cNvGrpSpPr/>
          <p:nvPr/>
        </p:nvGrpSpPr>
        <p:grpSpPr>
          <a:xfrm>
            <a:off x="-1" y="0"/>
            <a:ext cx="9144001" cy="1665952"/>
            <a:chOff x="-1" y="0"/>
            <a:chExt cx="9144001" cy="1665952"/>
          </a:xfrm>
        </p:grpSpPr>
        <p:sp>
          <p:nvSpPr>
            <p:cNvPr id="10" name="Rectangle 9">
              <a:extLst>
                <a:ext uri="{FF2B5EF4-FFF2-40B4-BE49-F238E27FC236}">
                  <a16:creationId xmlns:a16="http://schemas.microsoft.com/office/drawing/2014/main" id="{DD00D1C8-0A57-BB66-C5A4-97CFDD6617C8}"/>
                </a:ext>
              </a:extLst>
            </p:cNvPr>
            <p:cNvSpPr/>
            <p:nvPr/>
          </p:nvSpPr>
          <p:spPr>
            <a:xfrm>
              <a:off x="-1" y="0"/>
              <a:ext cx="9144001" cy="1384025"/>
            </a:xfrm>
            <a:prstGeom prst="rect">
              <a:avLst/>
            </a:prstGeom>
            <a:solidFill>
              <a:schemeClr val="accent1">
                <a:lumMod val="40000"/>
                <a:lumOff val="60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pic>
          <p:nvPicPr>
            <p:cNvPr id="11" name="Picture 10">
              <a:extLst>
                <a:ext uri="{FF2B5EF4-FFF2-40B4-BE49-F238E27FC236}">
                  <a16:creationId xmlns:a16="http://schemas.microsoft.com/office/drawing/2014/main" id="{9D564271-3153-39A5-52BF-51C810E855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3733"/>
              <a:ext cx="2819400" cy="1057275"/>
            </a:xfrm>
            <a:prstGeom prst="rect">
              <a:avLst/>
            </a:prstGeom>
          </p:spPr>
        </p:pic>
        <p:sp>
          <p:nvSpPr>
            <p:cNvPr id="12" name="Freeform: Shape 11">
              <a:extLst>
                <a:ext uri="{FF2B5EF4-FFF2-40B4-BE49-F238E27FC236}">
                  <a16:creationId xmlns:a16="http://schemas.microsoft.com/office/drawing/2014/main" id="{81A8EA92-9563-8281-5814-8C02F52AC127}"/>
                </a:ext>
              </a:extLst>
            </p:cNvPr>
            <p:cNvSpPr/>
            <p:nvPr/>
          </p:nvSpPr>
          <p:spPr>
            <a:xfrm>
              <a:off x="0" y="1378694"/>
              <a:ext cx="2612571" cy="287258"/>
            </a:xfrm>
            <a:custGeom>
              <a:avLst/>
              <a:gdLst>
                <a:gd name="connsiteX0" fmla="*/ 0 w 2612571"/>
                <a:gd name="connsiteY0" fmla="*/ 20096 h 271305"/>
                <a:gd name="connsiteX1" fmla="*/ 2612571 w 2612571"/>
                <a:gd name="connsiteY1" fmla="*/ 0 h 271305"/>
                <a:gd name="connsiteX2" fmla="*/ 2311121 w 2612571"/>
                <a:gd name="connsiteY2" fmla="*/ 271305 h 271305"/>
                <a:gd name="connsiteX3" fmla="*/ 0 w 2612571"/>
                <a:gd name="connsiteY3" fmla="*/ 271305 h 271305"/>
                <a:gd name="connsiteX4" fmla="*/ 0 w 2612571"/>
                <a:gd name="connsiteY4" fmla="*/ 20096 h 271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2571" h="271305">
                  <a:moveTo>
                    <a:pt x="0" y="20096"/>
                  </a:moveTo>
                  <a:lnTo>
                    <a:pt x="2612571" y="0"/>
                  </a:lnTo>
                  <a:lnTo>
                    <a:pt x="2311121" y="271305"/>
                  </a:lnTo>
                  <a:lnTo>
                    <a:pt x="0" y="271305"/>
                  </a:lnTo>
                  <a:lnTo>
                    <a:pt x="0" y="20096"/>
                  </a:lnTo>
                  <a:close/>
                </a:path>
              </a:pathLst>
            </a:custGeom>
            <a:ln/>
          </p:spPr>
          <p:style>
            <a:lnRef idx="1">
              <a:schemeClr val="accent1"/>
            </a:lnRef>
            <a:fillRef idx="2">
              <a:schemeClr val="accent1"/>
            </a:fillRef>
            <a:effectRef idx="1">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https://www.monash.edu.my/</a:t>
              </a:r>
            </a:p>
          </p:txBody>
        </p:sp>
        <p:sp>
          <p:nvSpPr>
            <p:cNvPr id="13" name="Freeform: Shape 12">
              <a:extLst>
                <a:ext uri="{FF2B5EF4-FFF2-40B4-BE49-F238E27FC236}">
                  <a16:creationId xmlns:a16="http://schemas.microsoft.com/office/drawing/2014/main" id="{66520DFF-4DC0-A65C-5567-CA95A784420F}"/>
                </a:ext>
              </a:extLst>
            </p:cNvPr>
            <p:cNvSpPr/>
            <p:nvPr/>
          </p:nvSpPr>
          <p:spPr>
            <a:xfrm>
              <a:off x="2602523" y="756083"/>
              <a:ext cx="6531429" cy="628131"/>
            </a:xfrm>
            <a:custGeom>
              <a:avLst/>
              <a:gdLst>
                <a:gd name="connsiteX0" fmla="*/ 0 w 6531429"/>
                <a:gd name="connsiteY0" fmla="*/ 683288 h 713433"/>
                <a:gd name="connsiteX1" fmla="*/ 703385 w 6531429"/>
                <a:gd name="connsiteY1" fmla="*/ 10049 h 713433"/>
                <a:gd name="connsiteX2" fmla="*/ 6531429 w 6531429"/>
                <a:gd name="connsiteY2" fmla="*/ 0 h 713433"/>
                <a:gd name="connsiteX3" fmla="*/ 6531429 w 6531429"/>
                <a:gd name="connsiteY3" fmla="*/ 713433 h 713433"/>
                <a:gd name="connsiteX4" fmla="*/ 0 w 6531429"/>
                <a:gd name="connsiteY4" fmla="*/ 683288 h 71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1429" h="713433">
                  <a:moveTo>
                    <a:pt x="0" y="683288"/>
                  </a:moveTo>
                  <a:lnTo>
                    <a:pt x="703385" y="10049"/>
                  </a:lnTo>
                  <a:lnTo>
                    <a:pt x="6531429" y="0"/>
                  </a:lnTo>
                  <a:lnTo>
                    <a:pt x="6531429" y="713433"/>
                  </a:lnTo>
                  <a:lnTo>
                    <a:pt x="0" y="683288"/>
                  </a:lnTo>
                  <a:close/>
                </a:path>
              </a:pathLst>
            </a:custGeom>
            <a:blipFill rotWithShape="1">
              <a:blip r:embed="rId4"/>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tx1"/>
                  </a:solidFill>
                  <a:effectLst>
                    <a:outerShdw blurRad="38100" dist="12700" dir="5400000" rotWithShape="0">
                      <a:srgbClr val="000000">
                        <a:alpha val="50000"/>
                      </a:srgbClr>
                    </a:outerShdw>
                  </a:effectLst>
                  <a:uFillTx/>
                  <a:latin typeface="+mj-lt"/>
                  <a:ea typeface="+mj-ea"/>
                  <a:cs typeface="+mj-cs"/>
                  <a:sym typeface="Gill Sans"/>
                </a:rPr>
                <a:t>School of Information Technology</a:t>
              </a:r>
            </a:p>
          </p:txBody>
        </p:sp>
      </p:grpSp>
      <p:sp>
        <p:nvSpPr>
          <p:cNvPr id="14" name="Rectangle 13">
            <a:extLst>
              <a:ext uri="{FF2B5EF4-FFF2-40B4-BE49-F238E27FC236}">
                <a16:creationId xmlns:a16="http://schemas.microsoft.com/office/drawing/2014/main" id="{913E9839-CF4D-9C28-2391-50B73ADF7221}"/>
              </a:ext>
            </a:extLst>
          </p:cNvPr>
          <p:cNvSpPr/>
          <p:nvPr/>
        </p:nvSpPr>
        <p:spPr>
          <a:xfrm>
            <a:off x="911" y="6454685"/>
            <a:ext cx="2408913" cy="379591"/>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406400" rtl="0" fontAlgn="auto" latinLnBrk="0" hangingPunct="0">
              <a:lnSpc>
                <a:spcPct val="100000"/>
              </a:lnSpc>
              <a:spcBef>
                <a:spcPts val="0"/>
              </a:spcBef>
              <a:spcAft>
                <a:spcPts val="0"/>
              </a:spcAft>
              <a:buClrTx/>
              <a:buSzTx/>
              <a:buFontTx/>
              <a:buNone/>
              <a:tabLst/>
            </a:pPr>
            <a:r>
              <a:rPr lang="en-US" sz="1800" dirty="0">
                <a:solidFill>
                  <a:sysClr val="windowText" lastClr="000000"/>
                </a:solidFill>
                <a:effectLst>
                  <a:outerShdw blurRad="38100" dist="12700" dir="5400000" rotWithShape="0">
                    <a:srgbClr val="000000">
                      <a:alpha val="50000"/>
                    </a:srgbClr>
                  </a:outerShdw>
                </a:effectLst>
              </a:rPr>
              <a:t>FIT3155-S2-2024</a:t>
            </a:r>
            <a:endParaRPr kumimoji="0" lang="en-US" sz="1800" b="0" i="0" u="none" strike="noStrike" cap="none" spc="0" normalizeH="0" baseline="0" dirty="0">
              <a:ln>
                <a:noFill/>
              </a:ln>
              <a:solidFill>
                <a:sysClr val="windowText" lastClr="000000"/>
              </a:solidFill>
              <a:effectLst>
                <a:outerShdw blurRad="38100" dist="12700" dir="5400000" rotWithShape="0">
                  <a:srgbClr val="000000">
                    <a:alpha val="50000"/>
                  </a:srgbClr>
                </a:outerShdw>
              </a:effectLst>
              <a:uFillTx/>
              <a:latin typeface="+mj-lt"/>
              <a:ea typeface="+mj-ea"/>
              <a:cs typeface="+mj-cs"/>
              <a:sym typeface="Gill San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1" cy="5826223"/>
            <a:chOff x="0" y="0"/>
            <a:chExt cx="10720961" cy="5866149"/>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344487" y="-254000"/>
            <a:ext cx="8229601" cy="1535113"/>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Example: The 7 lives of cats (MDP)</a:t>
            </a:r>
          </a:p>
        </p:txBody>
      </p:sp>
      <p:pic>
        <p:nvPicPr>
          <p:cNvPr id="6" name="Picture 5">
            <a:extLst>
              <a:ext uri="{FF2B5EF4-FFF2-40B4-BE49-F238E27FC236}">
                <a16:creationId xmlns:a16="http://schemas.microsoft.com/office/drawing/2014/main" id="{6D21D024-81F9-373A-1B7C-9A2B8401B072}"/>
              </a:ext>
            </a:extLst>
          </p:cNvPr>
          <p:cNvPicPr>
            <a:picLocks noChangeAspect="1"/>
          </p:cNvPicPr>
          <p:nvPr/>
        </p:nvPicPr>
        <p:blipFill rotWithShape="1">
          <a:blip r:embed="rId2"/>
          <a:srcRect t="4719" b="5035"/>
          <a:stretch/>
        </p:blipFill>
        <p:spPr>
          <a:xfrm>
            <a:off x="1220890" y="1331816"/>
            <a:ext cx="6696916" cy="5190904"/>
          </a:xfrm>
          <a:prstGeom prst="rect">
            <a:avLst/>
          </a:prstGeom>
        </p:spPr>
      </p:pic>
      <p:sp>
        <p:nvSpPr>
          <p:cNvPr id="3" name="Date Placeholder 3">
            <a:extLst>
              <a:ext uri="{FF2B5EF4-FFF2-40B4-BE49-F238E27FC236}">
                <a16:creationId xmlns:a16="http://schemas.microsoft.com/office/drawing/2014/main" id="{5EDDECC4-8277-9A6A-13ED-849AE43D37EE}"/>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896A0842-8AF2-3C6B-5186-D1B34B17C5FD}"/>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2" name="Slide Number Placeholder 7">
            <a:extLst>
              <a:ext uri="{FF2B5EF4-FFF2-40B4-BE49-F238E27FC236}">
                <a16:creationId xmlns:a16="http://schemas.microsoft.com/office/drawing/2014/main" id="{F6DC9561-D915-71BF-74B0-578AB3161C1F}"/>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34</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4105402477"/>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mc:AlternateContent xmlns:mc="http://schemas.openxmlformats.org/markup-compatibility/2006" xmlns:a14="http://schemas.microsoft.com/office/drawing/2010/main">
        <mc:Choice Requires="a14">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783313" y="1312351"/>
                <a:ext cx="7607301" cy="5013325"/>
              </a:xfrm>
            </p:spPr>
            <p:txBody>
              <a:bodyPr/>
              <a:lstStyle/>
              <a:p>
                <a:r>
                  <a:rPr lang="en-US" b="0" dirty="0">
                    <a:latin typeface="Tahoma" panose="020B0604030504040204" pitchFamily="34" charset="0"/>
                    <a:ea typeface="Tahoma" panose="020B0604030504040204" pitchFamily="34" charset="0"/>
                    <a:cs typeface="Tahoma" panose="020B0604030504040204" pitchFamily="34" charset="0"/>
                  </a:rPr>
                  <a:t>A policy defines the agent’s behavior</a:t>
                </a:r>
                <a:br>
                  <a:rPr lang="en-US" b="0" dirty="0">
                    <a:latin typeface="Tahoma" panose="020B0604030504040204" pitchFamily="34" charset="0"/>
                    <a:ea typeface="Tahoma" panose="020B0604030504040204" pitchFamily="34" charset="0"/>
                    <a:cs typeface="Tahoma" panose="020B0604030504040204" pitchFamily="34" charset="0"/>
                  </a:rPr>
                </a:br>
                <a:endParaRPr lang="en-US" b="0" dirty="0">
                  <a:latin typeface="Tahoma" panose="020B0604030504040204" pitchFamily="34" charset="0"/>
                  <a:ea typeface="Tahoma" panose="020B0604030504040204" pitchFamily="34" charset="0"/>
                  <a:cs typeface="Tahoma" panose="020B0604030504040204" pitchFamily="34" charset="0"/>
                </a:endParaRPr>
              </a:p>
              <a:p>
                <a:r>
                  <a:rPr lang="en-US" b="0" dirty="0">
                    <a:latin typeface="Tahoma" panose="020B0604030504040204" pitchFamily="34" charset="0"/>
                    <a:ea typeface="Tahoma" panose="020B0604030504040204" pitchFamily="34" charset="0"/>
                    <a:cs typeface="Tahoma" panose="020B0604030504040204" pitchFamily="34" charset="0"/>
                  </a:rPr>
                  <a:t>It is a map from state to action, e.g.,</a:t>
                </a:r>
                <a:br>
                  <a:rPr lang="en-US" b="0" dirty="0">
                    <a:latin typeface="Tahoma" panose="020B0604030504040204" pitchFamily="34" charset="0"/>
                    <a:ea typeface="Tahoma" panose="020B0604030504040204" pitchFamily="34" charset="0"/>
                    <a:cs typeface="Tahoma" panose="020B0604030504040204" pitchFamily="34" charset="0"/>
                  </a:rPr>
                </a:br>
                <a:endParaRPr lang="en-US" b="0" dirty="0">
                  <a:latin typeface="Tahoma" panose="020B0604030504040204" pitchFamily="34" charset="0"/>
                  <a:ea typeface="Tahoma" panose="020B0604030504040204" pitchFamily="34" charset="0"/>
                  <a:cs typeface="Tahoma" panose="020B0604030504040204" pitchFamily="34" charset="0"/>
                </a:endParaRPr>
              </a:p>
              <a:p>
                <a:pPr marL="1203325" indent="-685800">
                  <a:buSzPct val="85000"/>
                  <a:buFont typeface="Wingdings 3" panose="05040102010807070707" pitchFamily="18" charset="2"/>
                  <a:buChar char=""/>
                </a:pPr>
                <a:r>
                  <a:rPr lang="en-US" b="0" dirty="0">
                    <a:latin typeface="Tahoma" panose="020B0604030504040204" pitchFamily="34" charset="0"/>
                    <a:ea typeface="Tahoma" panose="020B0604030504040204" pitchFamily="34" charset="0"/>
                    <a:cs typeface="Tahoma" panose="020B0604030504040204" pitchFamily="34" charset="0"/>
                  </a:rPr>
                  <a:t>Deterministic policy: </a:t>
                </a:r>
                <a:br>
                  <a:rPr lang="en-US" b="0" dirty="0">
                    <a:latin typeface="Tahoma" panose="020B0604030504040204" pitchFamily="34" charset="0"/>
                    <a:ea typeface="Tahoma" panose="020B0604030504040204" pitchFamily="34" charset="0"/>
                    <a:cs typeface="Tahoma" panose="020B0604030504040204" pitchFamily="34" charset="0"/>
                  </a:rPr>
                </a:br>
                <a:br>
                  <a:rPr lang="en-US" sz="1600" b="0" i="1" dirty="0">
                    <a:latin typeface="Cambria Math" panose="02040503050406030204" pitchFamily="18" charset="0"/>
                    <a:ea typeface="Tahoma" panose="020B0604030504040204" pitchFamily="34" charset="0"/>
                    <a:cs typeface="Tahoma" panose="020B0604030504040204" pitchFamily="34" charset="0"/>
                  </a:rPr>
                </a:br>
                <a14:m>
                  <m:oMath xmlns:m="http://schemas.openxmlformats.org/officeDocument/2006/math">
                    <m:r>
                      <a:rPr lang="en-US" b="0" i="1" smtClean="0">
                        <a:latin typeface="Cambria Math" panose="02040503050406030204" pitchFamily="18" charset="0"/>
                        <a:ea typeface="Tahoma" panose="020B0604030504040204" pitchFamily="34" charset="0"/>
                        <a:cs typeface="Tahoma" panose="020B0604030504040204" pitchFamily="34" charset="0"/>
                      </a:rPr>
                      <m:t>𝑎</m:t>
                    </m:r>
                    <m:r>
                      <a:rPr lang="en-US" b="0" i="1" smtClean="0">
                        <a:latin typeface="Cambria Math" panose="02040503050406030204" pitchFamily="18" charset="0"/>
                        <a:ea typeface="Tahoma" panose="020B0604030504040204" pitchFamily="34" charset="0"/>
                        <a:cs typeface="Tahoma" panose="020B0604030504040204" pitchFamily="34" charset="0"/>
                      </a:rPr>
                      <m:t>=</m:t>
                    </m:r>
                    <m:r>
                      <a:rPr lang="en-US" b="0" i="1" smtClean="0">
                        <a:latin typeface="Cambria Math" panose="02040503050406030204" pitchFamily="18" charset="0"/>
                        <a:ea typeface="Tahoma" panose="020B0604030504040204" pitchFamily="34" charset="0"/>
                        <a:cs typeface="Tahoma" panose="020B0604030504040204" pitchFamily="34" charset="0"/>
                      </a:rPr>
                      <m:t>𝜋</m:t>
                    </m:r>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𝑠</m:t>
                        </m:r>
                      </m:e>
                    </m:d>
                  </m:oMath>
                </a14:m>
                <a:endParaRPr lang="en-US" b="0" dirty="0">
                  <a:latin typeface="Tahoma" panose="020B0604030504040204" pitchFamily="34" charset="0"/>
                  <a:ea typeface="Tahoma" panose="020B0604030504040204" pitchFamily="34" charset="0"/>
                  <a:cs typeface="Tahoma" panose="020B0604030504040204" pitchFamily="34" charset="0"/>
                </a:endParaRPr>
              </a:p>
              <a:p>
                <a:pPr marL="1203325" indent="-685800">
                  <a:buSzPct val="85000"/>
                  <a:buFont typeface="Wingdings 3" panose="05040102010807070707" pitchFamily="18" charset="2"/>
                  <a:buChar char=""/>
                </a:pPr>
                <a:endParaRPr lang="en-US" b="0" dirty="0">
                  <a:latin typeface="Tahoma" panose="020B0604030504040204" pitchFamily="34" charset="0"/>
                  <a:ea typeface="Tahoma" panose="020B0604030504040204" pitchFamily="34" charset="0"/>
                  <a:cs typeface="Tahoma" panose="020B0604030504040204" pitchFamily="34" charset="0"/>
                </a:endParaRPr>
              </a:p>
              <a:p>
                <a:pPr marL="1203325" indent="-685800">
                  <a:buSzPct val="85000"/>
                  <a:buFont typeface="Wingdings 3" panose="05040102010807070707" pitchFamily="18" charset="2"/>
                  <a:buChar char=""/>
                </a:pPr>
                <a:r>
                  <a:rPr lang="en-US" b="0" dirty="0">
                    <a:latin typeface="Tahoma" panose="020B0604030504040204" pitchFamily="34" charset="0"/>
                    <a:ea typeface="Tahoma" panose="020B0604030504040204" pitchFamily="34" charset="0"/>
                    <a:cs typeface="Tahoma" panose="020B0604030504040204" pitchFamily="34" charset="0"/>
                  </a:rPr>
                  <a:t>Stochastic policy: </a:t>
                </a:r>
                <a:br>
                  <a:rPr lang="en-US" b="0" dirty="0">
                    <a:latin typeface="Tahoma" panose="020B0604030504040204" pitchFamily="34" charset="0"/>
                    <a:ea typeface="Tahoma" panose="020B0604030504040204" pitchFamily="34" charset="0"/>
                    <a:cs typeface="Tahoma" panose="020B0604030504040204" pitchFamily="34" charset="0"/>
                  </a:rPr>
                </a:br>
                <a:br>
                  <a:rPr lang="en-US" sz="1600" b="0" dirty="0">
                    <a:latin typeface="Tahoma" panose="020B0604030504040204" pitchFamily="34" charset="0"/>
                    <a:ea typeface="Tahoma" panose="020B0604030504040204" pitchFamily="34" charset="0"/>
                    <a:cs typeface="Tahoma" panose="020B0604030504040204" pitchFamily="34" charset="0"/>
                  </a:rPr>
                </a:br>
                <a14:m>
                  <m:oMath xmlns:m="http://schemas.openxmlformats.org/officeDocument/2006/math">
                    <m:r>
                      <a:rPr lang="en-US" b="0">
                        <a:latin typeface="Cambria Math" panose="02040503050406030204" pitchFamily="18" charset="0"/>
                        <a:ea typeface="Tahoma" panose="020B0604030504040204" pitchFamily="34" charset="0"/>
                        <a:cs typeface="Tahoma" panose="020B0604030504040204" pitchFamily="34" charset="0"/>
                      </a:rPr>
                      <m:t>𝜋</m:t>
                    </m:r>
                    <m:d>
                      <m:dPr>
                        <m:ctrlPr>
                          <a:rPr lang="en-US" b="0" i="1">
                            <a:latin typeface="Cambria Math" panose="02040503050406030204" pitchFamily="18" charset="0"/>
                            <a:ea typeface="Tahoma" panose="020B0604030504040204" pitchFamily="34" charset="0"/>
                            <a:cs typeface="Tahoma" panose="020B0604030504040204" pitchFamily="34" charset="0"/>
                          </a:rPr>
                        </m:ctrlPr>
                      </m:dPr>
                      <m:e>
                        <m:r>
                          <a:rPr lang="en-US" b="0">
                            <a:latin typeface="Cambria Math" panose="02040503050406030204" pitchFamily="18" charset="0"/>
                            <a:ea typeface="Tahoma" panose="020B0604030504040204" pitchFamily="34" charset="0"/>
                            <a:cs typeface="Tahoma" panose="020B0604030504040204" pitchFamily="34" charset="0"/>
                          </a:rPr>
                          <m:t>𝑎</m:t>
                        </m:r>
                        <m:r>
                          <a:rPr lang="en-US" b="0">
                            <a:latin typeface="Cambria Math" panose="02040503050406030204" pitchFamily="18" charset="0"/>
                            <a:ea typeface="Tahoma" panose="020B0604030504040204" pitchFamily="34" charset="0"/>
                            <a:cs typeface="Tahoma" panose="020B0604030504040204" pitchFamily="34" charset="0"/>
                          </a:rPr>
                          <m:t> | </m:t>
                        </m:r>
                        <m:r>
                          <a:rPr lang="en-US" b="0">
                            <a:latin typeface="Cambria Math" panose="02040503050406030204" pitchFamily="18" charset="0"/>
                            <a:ea typeface="Tahoma" panose="020B0604030504040204" pitchFamily="34" charset="0"/>
                            <a:cs typeface="Tahoma" panose="020B0604030504040204" pitchFamily="34" charset="0"/>
                          </a:rPr>
                          <m:t>𝑠</m:t>
                        </m:r>
                      </m:e>
                    </m:d>
                    <m:r>
                      <a:rPr lang="en-US" b="0">
                        <a:latin typeface="Cambria Math" panose="02040503050406030204" pitchFamily="18" charset="0"/>
                        <a:ea typeface="Tahoma" panose="020B0604030504040204" pitchFamily="34" charset="0"/>
                        <a:cs typeface="Tahoma" panose="020B0604030504040204" pitchFamily="34" charset="0"/>
                      </a:rPr>
                      <m:t>=</m:t>
                    </m:r>
                    <m:r>
                      <a:rPr lang="en-US" b="0">
                        <a:latin typeface="Cambria Math" panose="02040503050406030204" pitchFamily="18" charset="0"/>
                        <a:ea typeface="Tahoma" panose="020B0604030504040204" pitchFamily="34" charset="0"/>
                        <a:cs typeface="Tahoma" panose="020B0604030504040204" pitchFamily="34" charset="0"/>
                      </a:rPr>
                      <m:t>𝑃</m:t>
                    </m:r>
                    <m:d>
                      <m:dPr>
                        <m:begChr m:val="["/>
                        <m:endChr m:val="]"/>
                        <m:ctrlPr>
                          <a:rPr lang="en-US" b="0" i="1">
                            <a:latin typeface="Cambria Math" panose="02040503050406030204" pitchFamily="18" charset="0"/>
                            <a:ea typeface="Tahoma" panose="020B0604030504040204" pitchFamily="34" charset="0"/>
                            <a:cs typeface="Tahoma" panose="020B0604030504040204" pitchFamily="34" charset="0"/>
                          </a:rPr>
                        </m:ctrlPr>
                      </m:dPr>
                      <m:e>
                        <m:r>
                          <m:rPr>
                            <m:sty m:val="p"/>
                          </m:rPr>
                          <a:rPr lang="en-US" b="0">
                            <a:latin typeface="Cambria Math" panose="02040503050406030204" pitchFamily="18" charset="0"/>
                            <a:ea typeface="Tahoma" panose="020B0604030504040204" pitchFamily="34" charset="0"/>
                            <a:cs typeface="Tahoma" panose="020B0604030504040204" pitchFamily="34" charset="0"/>
                          </a:rPr>
                          <m:t>Action</m:t>
                        </m:r>
                        <m:r>
                          <a:rPr lang="en-US" b="0">
                            <a:latin typeface="Cambria Math" panose="02040503050406030204" pitchFamily="18" charset="0"/>
                            <a:ea typeface="Tahoma" panose="020B0604030504040204" pitchFamily="34" charset="0"/>
                            <a:cs typeface="Tahoma" panose="020B0604030504040204" pitchFamily="34" charset="0"/>
                          </a:rPr>
                          <m:t>=</m:t>
                        </m:r>
                        <m:r>
                          <a:rPr lang="en-US" b="0">
                            <a:latin typeface="Cambria Math" panose="02040503050406030204" pitchFamily="18" charset="0"/>
                            <a:ea typeface="Tahoma" panose="020B0604030504040204" pitchFamily="34" charset="0"/>
                            <a:cs typeface="Tahoma" panose="020B0604030504040204" pitchFamily="34" charset="0"/>
                          </a:rPr>
                          <m:t>𝑎</m:t>
                        </m:r>
                        <m:r>
                          <a:rPr lang="en-US" b="0">
                            <a:latin typeface="Cambria Math" panose="02040503050406030204" pitchFamily="18" charset="0"/>
                            <a:ea typeface="Tahoma" panose="020B0604030504040204" pitchFamily="34" charset="0"/>
                            <a:cs typeface="Tahoma" panose="020B0604030504040204" pitchFamily="34" charset="0"/>
                          </a:rPr>
                          <m:t>  |  </m:t>
                        </m:r>
                        <m:r>
                          <m:rPr>
                            <m:sty m:val="p"/>
                          </m:rPr>
                          <a:rPr lang="en-US" b="0">
                            <a:latin typeface="Cambria Math" panose="02040503050406030204" pitchFamily="18" charset="0"/>
                            <a:ea typeface="Tahoma" panose="020B0604030504040204" pitchFamily="34" charset="0"/>
                            <a:cs typeface="Tahoma" panose="020B0604030504040204" pitchFamily="34" charset="0"/>
                          </a:rPr>
                          <m:t>state</m:t>
                        </m:r>
                        <m:r>
                          <a:rPr lang="en-US" b="0">
                            <a:latin typeface="Cambria Math" panose="02040503050406030204" pitchFamily="18" charset="0"/>
                            <a:ea typeface="Tahoma" panose="020B0604030504040204" pitchFamily="34" charset="0"/>
                            <a:cs typeface="Tahoma" panose="020B0604030504040204" pitchFamily="34" charset="0"/>
                          </a:rPr>
                          <m:t>=</m:t>
                        </m:r>
                        <m:r>
                          <a:rPr lang="en-US" b="0">
                            <a:latin typeface="Cambria Math" panose="02040503050406030204" pitchFamily="18" charset="0"/>
                            <a:ea typeface="Tahoma" panose="020B0604030504040204" pitchFamily="34" charset="0"/>
                            <a:cs typeface="Tahoma" panose="020B0604030504040204" pitchFamily="34" charset="0"/>
                          </a:rPr>
                          <m:t>𝑠</m:t>
                        </m:r>
                      </m:e>
                    </m:d>
                  </m:oMath>
                </a14:m>
                <a:endParaRPr lang="en-US" b="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2" name="Text Placeholder 11">
                <a:extLst>
                  <a:ext uri="{FF2B5EF4-FFF2-40B4-BE49-F238E27FC236}">
                    <a16:creationId xmlns:a16="http://schemas.microsoft.com/office/drawing/2014/main" id="{D9B4FA66-70DB-AA66-E0B4-617169B6E814}"/>
                  </a:ext>
                </a:extLst>
              </p:cNvPr>
              <p:cNvSpPr>
                <a:spLocks noGrp="1" noRot="1" noChangeAspect="1" noMove="1" noResize="1" noEditPoints="1" noAdjustHandles="1" noChangeArrowheads="1" noChangeShapeType="1" noTextEdit="1"/>
              </p:cNvSpPr>
              <p:nvPr>
                <p:ph type="body" idx="1"/>
              </p:nvPr>
            </p:nvSpPr>
            <p:spPr>
              <a:xfrm>
                <a:off x="783313" y="1312351"/>
                <a:ext cx="7607301" cy="5013325"/>
              </a:xfrm>
              <a:blipFill>
                <a:blip r:embed="rId2"/>
                <a:stretch>
                  <a:fillRect l="-80" t="-972"/>
                </a:stretch>
              </a:blipFill>
            </p:spPr>
            <p:txBody>
              <a:bodyPr/>
              <a:lstStyle/>
              <a:p>
                <a:r>
                  <a:rPr lang="en-US">
                    <a:noFill/>
                  </a:rPr>
                  <a:t> </a:t>
                </a:r>
              </a:p>
            </p:txBody>
          </p:sp>
        </mc:Fallback>
      </mc:AlternateContent>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Reminder: Policy</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sp>
        <p:nvSpPr>
          <p:cNvPr id="2" name="Slide Number Placeholder 1">
            <a:extLst>
              <a:ext uri="{FF2B5EF4-FFF2-40B4-BE49-F238E27FC236}">
                <a16:creationId xmlns:a16="http://schemas.microsoft.com/office/drawing/2014/main" id="{68FD2F4C-D0E3-127F-9D9C-55C772BD1052}"/>
              </a:ext>
            </a:extLst>
          </p:cNvPr>
          <p:cNvSpPr>
            <a:spLocks noGrp="1"/>
          </p:cNvSpPr>
          <p:nvPr>
            <p:ph type="sldNum" sz="quarter" idx="2"/>
          </p:nvPr>
        </p:nvSpPr>
        <p:spPr/>
        <p:txBody>
          <a:bodyPr/>
          <a:lstStyle/>
          <a:p>
            <a:fld id="{86CB4B4D-7CA3-9044-876B-883B54F8677D}" type="slidenum">
              <a:rPr lang="en-US" smtClean="0"/>
              <a:t>35</a:t>
            </a:fld>
            <a:endParaRPr lang="en-US"/>
          </a:p>
        </p:txBody>
      </p:sp>
      <p:sp>
        <p:nvSpPr>
          <p:cNvPr id="3" name="Date Placeholder 3">
            <a:extLst>
              <a:ext uri="{FF2B5EF4-FFF2-40B4-BE49-F238E27FC236}">
                <a16:creationId xmlns:a16="http://schemas.microsoft.com/office/drawing/2014/main" id="{7BA879E9-B785-CE2B-568B-5E25DF1246CA}"/>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4DBB0AEC-EA93-13AE-5803-BA96DC0C2EB0}"/>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F09A8939-38D8-FDD0-3E14-69200C03A72A}"/>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35</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3398202639"/>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Model">
            <a:extLst>
              <a:ext uri="{FF2B5EF4-FFF2-40B4-BE49-F238E27FC236}">
                <a16:creationId xmlns:a16="http://schemas.microsoft.com/office/drawing/2014/main" id="{F86B279D-1944-FD98-CD22-CE9B977DED44}"/>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lang="en-US" sz="3200" b="0" dirty="0">
                <a:uFill>
                  <a:solidFill>
                    <a:srgbClr val="000000"/>
                  </a:solidFill>
                </a:uFill>
                <a:latin typeface="+mn-lt"/>
                <a:ea typeface="+mn-ea"/>
                <a:cs typeface="+mn-cs"/>
                <a:sym typeface="Arial"/>
              </a:rPr>
              <a:t>Reminder: </a:t>
            </a:r>
            <a:r>
              <a:rPr sz="3200" b="0" dirty="0">
                <a:uFill>
                  <a:solidFill>
                    <a:srgbClr val="000000"/>
                  </a:solidFill>
                </a:uFill>
                <a:latin typeface="+mn-lt"/>
                <a:ea typeface="+mn-ea"/>
                <a:cs typeface="+mn-cs"/>
                <a:sym typeface="Arial"/>
              </a:rPr>
              <a:t>Model</a:t>
            </a:r>
          </a:p>
        </p:txBody>
      </p:sp>
      <mc:AlternateContent xmlns:mc="http://schemas.openxmlformats.org/markup-compatibility/2006" xmlns:a14="http://schemas.microsoft.com/office/drawing/2010/main">
        <mc:Choice Requires="a14">
          <p:sp>
            <p:nvSpPr>
              <p:cNvPr id="3" name="object 11">
                <a:extLst>
                  <a:ext uri="{FF2B5EF4-FFF2-40B4-BE49-F238E27FC236}">
                    <a16:creationId xmlns:a16="http://schemas.microsoft.com/office/drawing/2014/main" id="{4D4485A3-8EB2-15BE-B69B-4302363179AE}"/>
                  </a:ext>
                </a:extLst>
              </p:cNvPr>
              <p:cNvSpPr txBox="1"/>
              <p:nvPr/>
            </p:nvSpPr>
            <p:spPr>
              <a:xfrm>
                <a:off x="387989" y="1503666"/>
                <a:ext cx="8342622" cy="4357347"/>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lIns="50800" tIns="50800" rIns="50800" bIns="50800" anchor="ctr">
                <a:spAutoFit/>
              </a:bodyPr>
              <a:lstStyle/>
              <a:p>
                <a:pPr marL="0" marR="0" lvl="0" indent="0" algn="l" defTabSz="406400" rtl="0" eaLnBrk="1" fontAlgn="auto" latinLnBrk="0" hangingPunct="0">
                  <a:lnSpc>
                    <a:spcPct val="150000"/>
                  </a:lnSpc>
                  <a:spcBef>
                    <a:spcPts val="0"/>
                  </a:spcBef>
                  <a:spcAft>
                    <a:spcPts val="0"/>
                  </a:spcAft>
                  <a:buClrTx/>
                  <a:buSzTx/>
                  <a:buFontTx/>
                  <a:buNone/>
                  <a:tabLst/>
                  <a:defRPr/>
                </a:pPr>
                <a:r>
                  <a:rPr kumimoji="0" sz="2800" b="0" i="0" u="none" strike="noStrike" kern="0" cap="none" spc="0" normalizeH="0" baseline="0" noProof="0" dirty="0">
                    <a:ln>
                      <a:noFill/>
                    </a:ln>
                    <a:solidFill>
                      <a:srgbClr val="000000"/>
                    </a:solidFill>
                    <a:effectLst/>
                    <a:uLnTx/>
                    <a:uFillTx/>
                    <a:latin typeface="Gill Sans"/>
                    <a:sym typeface="Gill Sans"/>
                  </a:rPr>
                  <a:t>A model (</a:t>
                </a:r>
                <a:r>
                  <a:rPr kumimoji="0" sz="2800" b="0" i="1" u="none" strike="noStrike" kern="0" cap="none" spc="0" normalizeH="0" baseline="0" noProof="0" dirty="0">
                    <a:ln>
                      <a:noFill/>
                    </a:ln>
                    <a:solidFill>
                      <a:srgbClr val="000000"/>
                    </a:solidFill>
                    <a:effectLst/>
                    <a:uLnTx/>
                    <a:uFillTx/>
                    <a:latin typeface="Gill Sans"/>
                    <a:sym typeface="Gill Sans"/>
                  </a:rPr>
                  <a:t>P, R</a:t>
                </a:r>
                <a:r>
                  <a:rPr kumimoji="0" sz="2800" b="0" i="0" u="none" strike="noStrike" kern="0" cap="none" spc="0" normalizeH="0" baseline="0" noProof="0" dirty="0">
                    <a:ln>
                      <a:noFill/>
                    </a:ln>
                    <a:solidFill>
                      <a:srgbClr val="000000"/>
                    </a:solidFill>
                    <a:effectLst/>
                    <a:uLnTx/>
                    <a:uFillTx/>
                    <a:latin typeface="Gill Sans"/>
                    <a:sym typeface="Gill Sans"/>
                  </a:rPr>
                  <a:t>) captures the environment</a:t>
                </a:r>
                <a:br>
                  <a:rPr kumimoji="0" sz="2800" b="0" i="0" u="none" strike="noStrike" kern="0" cap="none" spc="0" normalizeH="0" baseline="0" noProof="0" dirty="0">
                    <a:ln>
                      <a:noFill/>
                    </a:ln>
                    <a:solidFill>
                      <a:srgbClr val="000000"/>
                    </a:solidFill>
                    <a:effectLst/>
                    <a:uLnTx/>
                    <a:uFillTx/>
                    <a:latin typeface="Gill Sans"/>
                    <a:sym typeface="Gill Sans"/>
                  </a:rPr>
                </a:br>
                <a:endParaRPr kumimoji="0" sz="2800" b="0" i="0" u="none" strike="noStrike" kern="0" cap="none" spc="0" normalizeH="0" baseline="0" noProof="0" dirty="0">
                  <a:ln>
                    <a:noFill/>
                  </a:ln>
                  <a:solidFill>
                    <a:srgbClr val="000000"/>
                  </a:solidFill>
                  <a:effectLst/>
                  <a:uLnTx/>
                  <a:uFillTx/>
                  <a:latin typeface="Gill Sans"/>
                  <a:sym typeface="Gill Sans"/>
                </a:endParaRPr>
              </a:p>
              <a:p>
                <a:pPr marL="228600" marR="0" lvl="0" indent="-228600" algn="l" defTabSz="406400" rtl="0" eaLnBrk="1" fontAlgn="auto" latinLnBrk="0" hangingPunct="0">
                  <a:lnSpc>
                    <a:spcPct val="150000"/>
                  </a:lnSpc>
                  <a:spcBef>
                    <a:spcPts val="0"/>
                  </a:spcBef>
                  <a:spcAft>
                    <a:spcPts val="0"/>
                  </a:spcAft>
                  <a:buClrTx/>
                  <a:buSzPct val="100000"/>
                  <a:buFontTx/>
                  <a:buChar char="•"/>
                  <a:tabLst/>
                  <a:defRPr/>
                </a:pPr>
                <a:r>
                  <a:rPr kumimoji="0" sz="2800" b="0" i="1" u="none" strike="noStrike" kern="0" cap="none" spc="0" normalizeH="0" baseline="0" noProof="0" dirty="0">
                    <a:ln>
                      <a:noFill/>
                    </a:ln>
                    <a:solidFill>
                      <a:srgbClr val="000000"/>
                    </a:solidFill>
                    <a:effectLst/>
                    <a:uLnTx/>
                    <a:uFillTx/>
                    <a:latin typeface="Gill Sans"/>
                    <a:sym typeface="Gill Sans"/>
                  </a:rPr>
                  <a:t>P </a:t>
                </a:r>
                <a:r>
                  <a:rPr kumimoji="0" sz="2800" b="0" i="0" u="none" strike="noStrike" kern="0" cap="none" spc="0" normalizeH="0" baseline="0" noProof="0" dirty="0">
                    <a:ln>
                      <a:noFill/>
                    </a:ln>
                    <a:solidFill>
                      <a:srgbClr val="000000"/>
                    </a:solidFill>
                    <a:effectLst/>
                    <a:uLnTx/>
                    <a:uFillTx/>
                    <a:latin typeface="Gill Sans"/>
                    <a:sym typeface="Gill Sans"/>
                  </a:rPr>
                  <a:t>predicts the next state </a:t>
                </a:r>
                <a:br>
                  <a:rPr kumimoji="0" sz="2800" b="0" i="0" u="none" strike="noStrike" kern="0" cap="none" spc="0" normalizeH="0" baseline="0" noProof="0" dirty="0">
                    <a:ln>
                      <a:noFill/>
                    </a:ln>
                    <a:solidFill>
                      <a:srgbClr val="000000"/>
                    </a:solidFill>
                    <a:effectLst/>
                    <a:uLnTx/>
                    <a:uFillTx/>
                    <a:latin typeface="Gill Sans"/>
                    <a:sym typeface="Gill Sans"/>
                  </a:rPr>
                </a:br>
                <a14:m>
                  <m:oMath xmlns:m="http://schemas.openxmlformats.org/officeDocument/2006/math">
                    <m:sSubSup>
                      <m:sSubSup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Sup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𝑃</m:t>
                        </m:r>
                      </m:e>
                      <m: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p>
                          <m:sSup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p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p>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up>
                        </m:sSup>
                      </m:sub>
                      <m:sup>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𝑎</m:t>
                        </m:r>
                      </m:sup>
                    </m:sSubSup>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𝑃</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+1</m:t>
                        </m:r>
                      </m:sub>
                    </m:s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p>
                      <m:sSup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p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p>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up>
                    </m:sSup>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𝑎</m:t>
                        </m:r>
                      </m:e>
                      <m: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𝑎</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a14:m>
                <a:br>
                  <a:rPr kumimoji="0" sz="2800" b="0" i="0" u="none" strike="noStrike" kern="0" cap="none" spc="-63" normalizeH="0" baseline="0" noProof="0" dirty="0">
                    <a:ln>
                      <a:noFill/>
                    </a:ln>
                    <a:solidFill>
                      <a:srgbClr val="000000"/>
                    </a:solidFill>
                    <a:effectLst/>
                    <a:uLnTx/>
                    <a:uFillTx/>
                    <a:latin typeface="Arial"/>
                    <a:ea typeface="+mn-ea"/>
                    <a:cs typeface="Arial"/>
                    <a:sym typeface="Arial"/>
                  </a:rPr>
                </a:br>
                <a:endParaRPr kumimoji="0" sz="2800" b="0" i="0" u="none" strike="noStrike" kern="0" cap="none" spc="-63" normalizeH="0" baseline="0" noProof="0" dirty="0">
                  <a:ln>
                    <a:noFill/>
                  </a:ln>
                  <a:solidFill>
                    <a:srgbClr val="000000"/>
                  </a:solidFill>
                  <a:effectLst/>
                  <a:uLnTx/>
                  <a:uFillTx/>
                  <a:latin typeface="Arial"/>
                  <a:ea typeface="+mn-ea"/>
                  <a:cs typeface="Arial"/>
                  <a:sym typeface="Arial"/>
                </a:endParaRPr>
              </a:p>
              <a:p>
                <a:pPr marL="228600" marR="0" lvl="0" indent="-228600" algn="l" defTabSz="406400" rtl="0" eaLnBrk="1" fontAlgn="auto" latinLnBrk="0" hangingPunct="0">
                  <a:lnSpc>
                    <a:spcPct val="150000"/>
                  </a:lnSpc>
                  <a:spcBef>
                    <a:spcPts val="0"/>
                  </a:spcBef>
                  <a:spcAft>
                    <a:spcPts val="0"/>
                  </a:spcAft>
                  <a:buClrTx/>
                  <a:buSzPct val="100000"/>
                  <a:buFontTx/>
                  <a:buChar char="•"/>
                  <a:tabLst/>
                  <a:defRPr/>
                </a:pPr>
                <a:r>
                  <a:rPr kumimoji="0" sz="2800" b="0" i="1" u="none" strike="noStrike" kern="0" cap="none" spc="0" normalizeH="0" baseline="0" noProof="0" dirty="0">
                    <a:ln>
                      <a:noFill/>
                    </a:ln>
                    <a:solidFill>
                      <a:srgbClr val="000000"/>
                    </a:solidFill>
                    <a:effectLst/>
                    <a:uLnTx/>
                    <a:uFillTx/>
                    <a:latin typeface="Gill Sans"/>
                    <a:sym typeface="Gill Sans"/>
                  </a:rPr>
                  <a:t>R </a:t>
                </a:r>
                <a:r>
                  <a:rPr kumimoji="0" sz="2800" b="0" i="0" u="none" strike="noStrike" kern="0" cap="none" spc="0" normalizeH="0" baseline="0" noProof="0" dirty="0">
                    <a:ln>
                      <a:noFill/>
                    </a:ln>
                    <a:solidFill>
                      <a:srgbClr val="000000"/>
                    </a:solidFill>
                    <a:effectLst/>
                    <a:uLnTx/>
                    <a:uFillTx/>
                    <a:latin typeface="Gill Sans"/>
                    <a:sym typeface="Gill Sans"/>
                  </a:rPr>
                  <a:t>the next reward</a:t>
                </a:r>
                <a:br>
                  <a:rPr kumimoji="0" sz="2800" b="0" i="0" u="none" strike="noStrike" kern="0" cap="none" spc="0" normalizeH="0" baseline="0" noProof="0" dirty="0">
                    <a:ln>
                      <a:noFill/>
                    </a:ln>
                    <a:solidFill>
                      <a:srgbClr val="000000"/>
                    </a:solidFill>
                    <a:effectLst/>
                    <a:uLnTx/>
                    <a:uFillTx/>
                    <a:latin typeface="Gill Sans"/>
                    <a:sym typeface="Gill Sans"/>
                  </a:rPr>
                </a:br>
                <a14:m>
                  <m:oMath xmlns:m="http://schemas.openxmlformats.org/officeDocument/2006/math">
                    <m:sSubSup>
                      <m:sSubSup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Sup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e>
                      <m: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sub>
                      <m:sup>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𝑎</m:t>
                        </m:r>
                      </m:sup>
                    </m:sSubSup>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𝔼</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e>
                      <m: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+1</m:t>
                        </m:r>
                      </m:sub>
                    </m:s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e>
                      <m: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𝑎</m:t>
                        </m:r>
                      </m:e>
                      <m: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𝑎</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a14:m>
                <a:endParaRPr kumimoji="0" sz="2800" b="0" i="0" u="none" strike="noStrike" kern="0" cap="none" spc="0" normalizeH="0" baseline="0" noProof="0" dirty="0">
                  <a:ln>
                    <a:noFill/>
                  </a:ln>
                  <a:solidFill>
                    <a:srgbClr val="000000"/>
                  </a:solidFill>
                  <a:effectLst/>
                  <a:uLnTx/>
                  <a:uFillTx/>
                  <a:latin typeface="Gill Sans"/>
                  <a:sym typeface="Gill Sans"/>
                </a:endParaRPr>
              </a:p>
            </p:txBody>
          </p:sp>
        </mc:Choice>
        <mc:Fallback xmlns="">
          <p:sp>
            <p:nvSpPr>
              <p:cNvPr id="3" name="object 11">
                <a:extLst>
                  <a:ext uri="{FF2B5EF4-FFF2-40B4-BE49-F238E27FC236}">
                    <a16:creationId xmlns:a16="http://schemas.microsoft.com/office/drawing/2014/main" id="{4D4485A3-8EB2-15BE-B69B-4302363179AE}"/>
                  </a:ext>
                </a:extLst>
              </p:cNvPr>
              <p:cNvSpPr txBox="1">
                <a:spLocks noRot="1" noChangeAspect="1" noMove="1" noResize="1" noEditPoints="1" noAdjustHandles="1" noChangeArrowheads="1" noChangeShapeType="1" noTextEdit="1"/>
              </p:cNvSpPr>
              <p:nvPr/>
            </p:nvSpPr>
            <p:spPr>
              <a:xfrm>
                <a:off x="387989" y="1503666"/>
                <a:ext cx="8342622" cy="4357347"/>
              </a:xfrm>
              <a:prstGeom prst="rect">
                <a:avLst/>
              </a:prstGeom>
              <a:blipFill>
                <a:blip r:embed="rId3"/>
                <a:stretch>
                  <a:fillRect l="-2047"/>
                </a:stretch>
              </a:blip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061F4A90-0DD8-DAC5-4CBD-48D112D87D2B}"/>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1309E6B1-5F05-3EF6-33EB-51692D9F98D0}"/>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285F5ECF-0884-0F2C-03A4-0DDD2D2752AD}"/>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36</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2925824564"/>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mc:AlternateContent xmlns:mc="http://schemas.openxmlformats.org/markup-compatibility/2006" xmlns:a14="http://schemas.microsoft.com/office/drawing/2010/main">
        <mc:Choice Requires="a14">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455415" y="1312351"/>
                <a:ext cx="8671360" cy="5013325"/>
              </a:xfrm>
            </p:spPr>
            <p:txBody>
              <a:bodyPr/>
              <a:lstStyle/>
              <a:p>
                <a:r>
                  <a:rPr lang="en-US" b="0" dirty="0">
                    <a:latin typeface="Tahoma" panose="020B0604030504040204" pitchFamily="34" charset="0"/>
                    <a:ea typeface="Tahoma" panose="020B0604030504040204" pitchFamily="34" charset="0"/>
                    <a:cs typeface="Tahoma" panose="020B0604030504040204" pitchFamily="34" charset="0"/>
                  </a:rPr>
                  <a:t>For any MDP , </a:t>
                </a:r>
                <a14:m>
                  <m:oMath xmlns:m="http://schemas.openxmlformats.org/officeDocument/2006/math">
                    <m:r>
                      <a:rPr lang="en-US" b="0" i="1" smtClean="0">
                        <a:latin typeface="Cambria Math" panose="02040503050406030204" pitchFamily="18" charset="0"/>
                        <a:ea typeface="Tahoma" panose="020B0604030504040204" pitchFamily="34" charset="0"/>
                        <a:cs typeface="Tahoma" panose="020B0604030504040204" pitchFamily="34" charset="0"/>
                      </a:rPr>
                      <m:t>𝑀</m:t>
                    </m:r>
                    <m:r>
                      <a:rPr lang="en-US" b="0" i="1" smtClean="0">
                        <a:latin typeface="Cambria Math" panose="02040503050406030204" pitchFamily="18" charset="0"/>
                        <a:ea typeface="Tahoma" panose="020B0604030504040204" pitchFamily="34" charset="0"/>
                        <a:cs typeface="Tahoma" panose="020B0604030504040204" pitchFamily="34" charset="0"/>
                      </a:rPr>
                      <m:t>=</m:t>
                    </m:r>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𝑆</m:t>
                        </m:r>
                        <m:r>
                          <a:rPr lang="en-US" b="0" i="1" smtClean="0">
                            <a:latin typeface="Cambria Math" panose="02040503050406030204" pitchFamily="18" charset="0"/>
                            <a:ea typeface="Tahoma" panose="020B0604030504040204" pitchFamily="34" charset="0"/>
                            <a:cs typeface="Tahoma" panose="020B0604030504040204" pitchFamily="34" charset="0"/>
                          </a:rPr>
                          <m:t>, </m:t>
                        </m:r>
                        <m:r>
                          <a:rPr lang="en-US" b="0" i="1" smtClean="0">
                            <a:latin typeface="Cambria Math" panose="02040503050406030204" pitchFamily="18" charset="0"/>
                            <a:ea typeface="Tahoma" panose="020B0604030504040204" pitchFamily="34" charset="0"/>
                            <a:cs typeface="Tahoma" panose="020B0604030504040204" pitchFamily="34" charset="0"/>
                          </a:rPr>
                          <m:t>𝐴</m:t>
                        </m:r>
                        <m:r>
                          <a:rPr lang="en-US" b="0" i="1" smtClean="0">
                            <a:latin typeface="Cambria Math" panose="02040503050406030204" pitchFamily="18" charset="0"/>
                            <a:ea typeface="Tahoma" panose="020B0604030504040204" pitchFamily="34" charset="0"/>
                            <a:cs typeface="Tahoma" panose="020B0604030504040204" pitchFamily="34" charset="0"/>
                          </a:rPr>
                          <m:t>, </m:t>
                        </m:r>
                        <m:r>
                          <a:rPr lang="en-US" b="0" i="1" smtClean="0">
                            <a:latin typeface="Cambria Math" panose="02040503050406030204" pitchFamily="18" charset="0"/>
                            <a:ea typeface="Tahoma" panose="020B0604030504040204" pitchFamily="34" charset="0"/>
                            <a:cs typeface="Tahoma" panose="020B0604030504040204" pitchFamily="34" charset="0"/>
                          </a:rPr>
                          <m:t>𝑃</m:t>
                        </m:r>
                        <m:r>
                          <a:rPr lang="en-US" b="0" i="1" smtClean="0">
                            <a:latin typeface="Cambria Math" panose="02040503050406030204" pitchFamily="18" charset="0"/>
                            <a:ea typeface="Tahoma" panose="020B0604030504040204" pitchFamily="34" charset="0"/>
                            <a:cs typeface="Tahoma" panose="020B0604030504040204" pitchFamily="34" charset="0"/>
                          </a:rPr>
                          <m:t>, </m:t>
                        </m:r>
                        <m:r>
                          <a:rPr lang="en-US" b="0" i="1" smtClean="0">
                            <a:latin typeface="Cambria Math" panose="02040503050406030204" pitchFamily="18" charset="0"/>
                            <a:ea typeface="Tahoma" panose="020B0604030504040204" pitchFamily="34" charset="0"/>
                            <a:cs typeface="Tahoma" panose="020B0604030504040204" pitchFamily="34" charset="0"/>
                          </a:rPr>
                          <m:t>𝑅</m:t>
                        </m:r>
                        <m:r>
                          <a:rPr lang="en-US" b="0" i="1" smtClean="0">
                            <a:latin typeface="Cambria Math" panose="02040503050406030204" pitchFamily="18" charset="0"/>
                            <a:ea typeface="Tahoma" panose="020B0604030504040204" pitchFamily="34" charset="0"/>
                            <a:cs typeface="Tahoma" panose="020B0604030504040204" pitchFamily="34" charset="0"/>
                          </a:rPr>
                          <m:t>, </m:t>
                        </m:r>
                        <m:r>
                          <a:rPr lang="en-US" b="0" i="1" smtClean="0">
                            <a:latin typeface="Cambria Math" panose="02040503050406030204" pitchFamily="18" charset="0"/>
                            <a:ea typeface="Tahoma" panose="020B0604030504040204" pitchFamily="34" charset="0"/>
                            <a:cs typeface="Tahoma" panose="020B0604030504040204" pitchFamily="34" charset="0"/>
                          </a:rPr>
                          <m:t>𝛾</m:t>
                        </m:r>
                      </m:e>
                    </m:d>
                  </m:oMath>
                </a14:m>
                <a:endParaRPr lang="en-US" b="0" dirty="0">
                  <a:latin typeface="Tahoma" panose="020B0604030504040204" pitchFamily="34" charset="0"/>
                  <a:ea typeface="Tahoma" panose="020B0604030504040204" pitchFamily="34" charset="0"/>
                  <a:cs typeface="Tahoma" panose="020B0604030504040204" pitchFamily="34" charset="0"/>
                </a:endParaRPr>
              </a:p>
              <a:p>
                <a:r>
                  <a:rPr lang="en-US" b="0" dirty="0">
                    <a:latin typeface="Tahoma" panose="020B0604030504040204" pitchFamily="34" charset="0"/>
                    <a:ea typeface="Tahoma" panose="020B0604030504040204" pitchFamily="34" charset="0"/>
                    <a:cs typeface="Tahoma" panose="020B0604030504040204" pitchFamily="34" charset="0"/>
                  </a:rPr>
                  <a:t>A policy </a:t>
                </a:r>
                <a14:m>
                  <m:oMath xmlns:m="http://schemas.openxmlformats.org/officeDocument/2006/math">
                    <m:r>
                      <a:rPr lang="en-US" b="0" i="1" smtClean="0">
                        <a:latin typeface="Cambria Math" panose="02040503050406030204" pitchFamily="18" charset="0"/>
                        <a:ea typeface="Tahoma" panose="020B0604030504040204" pitchFamily="34" charset="0"/>
                        <a:cs typeface="Tahoma" panose="020B0604030504040204" pitchFamily="34" charset="0"/>
                      </a:rPr>
                      <m:t>𝜋</m:t>
                    </m:r>
                  </m:oMath>
                </a14:m>
                <a:r>
                  <a:rPr lang="en-US" b="0" dirty="0">
                    <a:latin typeface="Tahoma" panose="020B0604030504040204" pitchFamily="34" charset="0"/>
                    <a:ea typeface="Tahoma" panose="020B0604030504040204" pitchFamily="34" charset="0"/>
                    <a:cs typeface="Tahoma" panose="020B0604030504040204" pitchFamily="34" charset="0"/>
                  </a:rPr>
                  <a:t> and a start state </a:t>
                </a:r>
                <a14:m>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𝑆</m:t>
                        </m:r>
                      </m:e>
                      <m:sub>
                        <m:r>
                          <a:rPr lang="en-US" b="0" i="1" smtClean="0">
                            <a:latin typeface="Cambria Math" panose="02040503050406030204" pitchFamily="18" charset="0"/>
                            <a:ea typeface="Tahoma" panose="020B0604030504040204" pitchFamily="34" charset="0"/>
                            <a:cs typeface="Tahoma" panose="020B0604030504040204" pitchFamily="34" charset="0"/>
                          </a:rPr>
                          <m:t>1</m:t>
                        </m:r>
                      </m:sub>
                    </m:sSub>
                  </m:oMath>
                </a14:m>
                <a:r>
                  <a:rPr lang="en-US" b="0" dirty="0">
                    <a:latin typeface="Tahoma" panose="020B0604030504040204" pitchFamily="34" charset="0"/>
                    <a:ea typeface="Tahoma" panose="020B0604030504040204" pitchFamily="34" charset="0"/>
                    <a:cs typeface="Tahoma" panose="020B0604030504040204" pitchFamily="34" charset="0"/>
                  </a:rPr>
                  <a:t> together include</a:t>
                </a:r>
              </a:p>
              <a:p>
                <a:pPr marL="1203325" indent="-685800">
                  <a:buSzPct val="85000"/>
                  <a:buFont typeface="Wingdings 3" panose="05040102010807070707" pitchFamily="18" charset="2"/>
                  <a:buChar char=""/>
                </a:pPr>
                <a:r>
                  <a:rPr lang="en-US" b="0" dirty="0">
                    <a:latin typeface="Tahoma" panose="020B0604030504040204" pitchFamily="34" charset="0"/>
                    <a:ea typeface="Tahoma" panose="020B0604030504040204" pitchFamily="34" charset="0"/>
                    <a:cs typeface="Tahoma" panose="020B0604030504040204" pitchFamily="34" charset="0"/>
                  </a:rPr>
                  <a:t>A Markov Chain </a:t>
                </a:r>
                <a14:m>
                  <m:oMath xmlns:m="http://schemas.openxmlformats.org/officeDocument/2006/math">
                    <m:d>
                      <m:dPr>
                        <m:ctrlPr>
                          <a:rPr lang="en-US" b="0" i="1">
                            <a:latin typeface="Cambria Math" panose="02040503050406030204" pitchFamily="18" charset="0"/>
                            <a:ea typeface="Tahoma" panose="020B0604030504040204" pitchFamily="34" charset="0"/>
                            <a:cs typeface="Tahoma" panose="020B0604030504040204" pitchFamily="34" charset="0"/>
                          </a:rPr>
                        </m:ctrlPr>
                      </m:dPr>
                      <m:e>
                        <m:r>
                          <a:rPr lang="en-US" b="0">
                            <a:latin typeface="Cambria Math" panose="02040503050406030204" pitchFamily="18" charset="0"/>
                            <a:ea typeface="Tahoma" panose="020B0604030504040204" pitchFamily="34" charset="0"/>
                            <a:cs typeface="Tahoma" panose="020B0604030504040204" pitchFamily="34" charset="0"/>
                          </a:rPr>
                          <m:t>𝑆</m:t>
                        </m:r>
                        <m:r>
                          <a:rPr lang="en-US" b="0">
                            <a:latin typeface="Cambria Math" panose="02040503050406030204" pitchFamily="18" charset="0"/>
                            <a:ea typeface="Tahoma" panose="020B0604030504040204" pitchFamily="34" charset="0"/>
                            <a:cs typeface="Tahoma" panose="020B0604030504040204" pitchFamily="34" charset="0"/>
                          </a:rPr>
                          <m:t>, </m:t>
                        </m:r>
                        <m:sSup>
                          <m:sSupPr>
                            <m:ctrlPr>
                              <a:rPr lang="en-US" b="0" i="1">
                                <a:latin typeface="Cambria Math" panose="02040503050406030204" pitchFamily="18" charset="0"/>
                                <a:ea typeface="Tahoma" panose="020B0604030504040204" pitchFamily="34" charset="0"/>
                                <a:cs typeface="Tahoma" panose="020B0604030504040204" pitchFamily="34" charset="0"/>
                              </a:rPr>
                            </m:ctrlPr>
                          </m:sSupPr>
                          <m:e>
                            <m:r>
                              <a:rPr lang="en-US" b="0">
                                <a:latin typeface="Cambria Math" panose="02040503050406030204" pitchFamily="18" charset="0"/>
                                <a:ea typeface="Tahoma" panose="020B0604030504040204" pitchFamily="34" charset="0"/>
                                <a:cs typeface="Tahoma" panose="020B0604030504040204" pitchFamily="34" charset="0"/>
                              </a:rPr>
                              <m:t>𝑃</m:t>
                            </m:r>
                          </m:e>
                          <m:sup>
                            <m:r>
                              <a:rPr lang="en-US" b="0">
                                <a:latin typeface="Cambria Math" panose="02040503050406030204" pitchFamily="18" charset="0"/>
                                <a:ea typeface="Tahoma" panose="020B0604030504040204" pitchFamily="34" charset="0"/>
                                <a:cs typeface="Tahoma" panose="020B0604030504040204" pitchFamily="34" charset="0"/>
                              </a:rPr>
                              <m:t>𝜋</m:t>
                            </m:r>
                          </m:sup>
                        </m:sSup>
                      </m:e>
                    </m:d>
                  </m:oMath>
                </a14:m>
                <a:endParaRPr lang="en-US" b="0" dirty="0">
                  <a:latin typeface="Tahoma" panose="020B0604030504040204" pitchFamily="34" charset="0"/>
                  <a:ea typeface="Tahoma" panose="020B0604030504040204" pitchFamily="34" charset="0"/>
                  <a:cs typeface="Tahoma" panose="020B0604030504040204" pitchFamily="34" charset="0"/>
                </a:endParaRPr>
              </a:p>
              <a:p>
                <a:pPr marL="1203325" indent="-685800">
                  <a:buSzPct val="85000"/>
                  <a:buFont typeface="Wingdings 3" panose="05040102010807070707" pitchFamily="18" charset="2"/>
                  <a:buChar char=""/>
                </a:pPr>
                <a:r>
                  <a:rPr lang="en-US" b="0" dirty="0">
                    <a:latin typeface="Tahoma" panose="020B0604030504040204" pitchFamily="34" charset="0"/>
                    <a:ea typeface="Tahoma" panose="020B0604030504040204" pitchFamily="34" charset="0"/>
                    <a:cs typeface="Tahoma" panose="020B0604030504040204" pitchFamily="34" charset="0"/>
                  </a:rPr>
                  <a:t>An associated state sequence </a:t>
                </a:r>
                <a14:m>
                  <m:oMath xmlns:m="http://schemas.openxmlformats.org/officeDocument/2006/math">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𝑆</m:t>
                        </m:r>
                      </m:e>
                      <m:sub>
                        <m:r>
                          <a:rPr lang="en-US" b="0">
                            <a:latin typeface="Cambria Math" panose="02040503050406030204" pitchFamily="18" charset="0"/>
                            <a:ea typeface="Tahoma" panose="020B0604030504040204" pitchFamily="34" charset="0"/>
                            <a:cs typeface="Tahoma" panose="020B0604030504040204" pitchFamily="34" charset="0"/>
                          </a:rPr>
                          <m:t>1</m:t>
                        </m:r>
                      </m:sub>
                    </m:sSub>
                    <m:r>
                      <a:rPr lang="en-US" b="0">
                        <a:latin typeface="Cambria Math" panose="02040503050406030204" pitchFamily="18" charset="0"/>
                        <a:ea typeface="Tahoma" panose="020B0604030504040204" pitchFamily="34" charset="0"/>
                        <a:cs typeface="Tahoma" panose="020B0604030504040204" pitchFamily="34" charset="0"/>
                      </a:rPr>
                      <m:t>, </m:t>
                    </m:r>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𝑆</m:t>
                        </m:r>
                      </m:e>
                      <m:sub>
                        <m:r>
                          <a:rPr lang="en-US" b="0">
                            <a:latin typeface="Cambria Math" panose="02040503050406030204" pitchFamily="18" charset="0"/>
                            <a:ea typeface="Tahoma" panose="020B0604030504040204" pitchFamily="34" charset="0"/>
                            <a:cs typeface="Tahoma" panose="020B0604030504040204" pitchFamily="34" charset="0"/>
                          </a:rPr>
                          <m:t>2</m:t>
                        </m:r>
                      </m:sub>
                    </m:sSub>
                    <m:r>
                      <a:rPr lang="en-US" b="0">
                        <a:latin typeface="Cambria Math" panose="02040503050406030204" pitchFamily="18" charset="0"/>
                        <a:ea typeface="Tahoma" panose="020B0604030504040204" pitchFamily="34" charset="0"/>
                        <a:cs typeface="Tahoma" panose="020B0604030504040204" pitchFamily="34" charset="0"/>
                      </a:rPr>
                      <m:t>, …, </m:t>
                    </m:r>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𝑆</m:t>
                        </m:r>
                      </m:e>
                      <m:sub>
                        <m:r>
                          <a:rPr lang="en-US" b="0">
                            <a:latin typeface="Cambria Math" panose="02040503050406030204" pitchFamily="18" charset="0"/>
                            <a:ea typeface="Tahoma" panose="020B0604030504040204" pitchFamily="34" charset="0"/>
                            <a:cs typeface="Tahoma" panose="020B0604030504040204" pitchFamily="34" charset="0"/>
                          </a:rPr>
                          <m:t>𝑛</m:t>
                        </m:r>
                      </m:sub>
                    </m:sSub>
                  </m:oMath>
                </a14:m>
                <a:br>
                  <a:rPr lang="en-US" b="0" dirty="0">
                    <a:latin typeface="Tahoma" panose="020B0604030504040204" pitchFamily="34" charset="0"/>
                    <a:ea typeface="Tahoma" panose="020B0604030504040204" pitchFamily="34" charset="0"/>
                    <a:cs typeface="Tahoma" panose="020B0604030504040204" pitchFamily="34" charset="0"/>
                  </a:rPr>
                </a:br>
                <a:endParaRPr lang="en-US" b="0" dirty="0">
                  <a:latin typeface="Tahoma" panose="020B0604030504040204" pitchFamily="34" charset="0"/>
                  <a:ea typeface="Tahoma" panose="020B0604030504040204" pitchFamily="34" charset="0"/>
                  <a:cs typeface="Tahoma" panose="020B0604030504040204" pitchFamily="34" charset="0"/>
                </a:endParaRPr>
              </a:p>
              <a:p>
                <a:r>
                  <a:rPr lang="en-US" b="0" dirty="0">
                    <a:latin typeface="Tahoma" panose="020B0604030504040204" pitchFamily="34" charset="0"/>
                    <a:ea typeface="Tahoma" panose="020B0604030504040204" pitchFamily="34" charset="0"/>
                    <a:cs typeface="Tahoma" panose="020B0604030504040204" pitchFamily="34" charset="0"/>
                  </a:rPr>
                  <a:t>Reward </a:t>
                </a:r>
                <a14:m>
                  <m:oMath xmlns:m="http://schemas.openxmlformats.org/officeDocument/2006/math">
                    <m:r>
                      <a:rPr lang="en-US" b="0" i="1" smtClean="0">
                        <a:latin typeface="Cambria Math" panose="02040503050406030204" pitchFamily="18" charset="0"/>
                        <a:ea typeface="Tahoma" panose="020B0604030504040204" pitchFamily="34" charset="0"/>
                        <a:cs typeface="Tahoma" panose="020B0604030504040204" pitchFamily="34" charset="0"/>
                      </a:rPr>
                      <m:t>𝑅</m:t>
                    </m:r>
                  </m:oMath>
                </a14:m>
                <a:r>
                  <a:rPr lang="en-US" b="0" dirty="0">
                    <a:latin typeface="Tahoma" panose="020B0604030504040204" pitchFamily="34" charset="0"/>
                    <a:ea typeface="Tahoma" panose="020B0604030504040204" pitchFamily="34" charset="0"/>
                    <a:cs typeface="Tahoma" panose="020B0604030504040204" pitchFamily="34" charset="0"/>
                  </a:rPr>
                  <a:t> and discount factor </a:t>
                </a:r>
                <a14:m>
                  <m:oMath xmlns:m="http://schemas.openxmlformats.org/officeDocument/2006/math">
                    <m:r>
                      <a:rPr lang="en-US" b="0" i="1" smtClean="0">
                        <a:latin typeface="Cambria Math" panose="02040503050406030204" pitchFamily="18" charset="0"/>
                        <a:ea typeface="Tahoma" panose="020B0604030504040204" pitchFamily="34" charset="0"/>
                        <a:cs typeface="Tahoma" panose="020B0604030504040204" pitchFamily="34" charset="0"/>
                      </a:rPr>
                      <m:t>𝛾</m:t>
                    </m:r>
                  </m:oMath>
                </a14:m>
                <a:r>
                  <a:rPr lang="en-US" b="0" dirty="0">
                    <a:latin typeface="Tahoma" panose="020B0604030504040204" pitchFamily="34" charset="0"/>
                    <a:ea typeface="Tahoma" panose="020B0604030504040204" pitchFamily="34" charset="0"/>
                    <a:cs typeface="Tahoma" panose="020B0604030504040204" pitchFamily="34" charset="0"/>
                  </a:rPr>
                  <a:t> then include</a:t>
                </a:r>
              </a:p>
              <a:p>
                <a:pPr marL="1203325" indent="-685800">
                  <a:buSzPct val="85000"/>
                  <a:buFont typeface="Wingdings 3" panose="05040102010807070707" pitchFamily="18" charset="2"/>
                  <a:buChar char=""/>
                </a:pPr>
                <a:r>
                  <a:rPr lang="en-US" b="0" dirty="0">
                    <a:latin typeface="Tahoma" panose="020B0604030504040204" pitchFamily="34" charset="0"/>
                    <a:ea typeface="Tahoma" panose="020B0604030504040204" pitchFamily="34" charset="0"/>
                    <a:cs typeface="Tahoma" panose="020B0604030504040204" pitchFamily="34" charset="0"/>
                  </a:rPr>
                  <a:t>A Markov Reward Process </a:t>
                </a:r>
                <a14:m>
                  <m:oMath xmlns:m="http://schemas.openxmlformats.org/officeDocument/2006/math">
                    <m:d>
                      <m:dPr>
                        <m:ctrlPr>
                          <a:rPr lang="en-US" b="0" i="1">
                            <a:latin typeface="Cambria Math" panose="02040503050406030204" pitchFamily="18" charset="0"/>
                            <a:ea typeface="Tahoma" panose="020B0604030504040204" pitchFamily="34" charset="0"/>
                            <a:cs typeface="Tahoma" panose="020B0604030504040204" pitchFamily="34" charset="0"/>
                          </a:rPr>
                        </m:ctrlPr>
                      </m:dPr>
                      <m:e>
                        <m:r>
                          <a:rPr lang="en-US" b="0">
                            <a:latin typeface="Cambria Math" panose="02040503050406030204" pitchFamily="18" charset="0"/>
                            <a:ea typeface="Tahoma" panose="020B0604030504040204" pitchFamily="34" charset="0"/>
                            <a:cs typeface="Tahoma" panose="020B0604030504040204" pitchFamily="34" charset="0"/>
                          </a:rPr>
                          <m:t>𝑆</m:t>
                        </m:r>
                        <m:r>
                          <a:rPr lang="en-US" b="0">
                            <a:latin typeface="Cambria Math" panose="02040503050406030204" pitchFamily="18" charset="0"/>
                            <a:ea typeface="Tahoma" panose="020B0604030504040204" pitchFamily="34" charset="0"/>
                            <a:cs typeface="Tahoma" panose="020B0604030504040204" pitchFamily="34" charset="0"/>
                          </a:rPr>
                          <m:t>, </m:t>
                        </m:r>
                        <m:sSup>
                          <m:sSupPr>
                            <m:ctrlPr>
                              <a:rPr lang="en-US" b="0" i="1">
                                <a:latin typeface="Cambria Math" panose="02040503050406030204" pitchFamily="18" charset="0"/>
                                <a:ea typeface="Tahoma" panose="020B0604030504040204" pitchFamily="34" charset="0"/>
                                <a:cs typeface="Tahoma" panose="020B0604030504040204" pitchFamily="34" charset="0"/>
                              </a:rPr>
                            </m:ctrlPr>
                          </m:sSupPr>
                          <m:e>
                            <m:r>
                              <a:rPr lang="en-US" b="0">
                                <a:latin typeface="Cambria Math" panose="02040503050406030204" pitchFamily="18" charset="0"/>
                                <a:ea typeface="Tahoma" panose="020B0604030504040204" pitchFamily="34" charset="0"/>
                                <a:cs typeface="Tahoma" panose="020B0604030504040204" pitchFamily="34" charset="0"/>
                              </a:rPr>
                              <m:t>𝑃</m:t>
                            </m:r>
                          </m:e>
                          <m:sup>
                            <m:r>
                              <a:rPr lang="en-US" b="0">
                                <a:latin typeface="Cambria Math" panose="02040503050406030204" pitchFamily="18" charset="0"/>
                                <a:ea typeface="Tahoma" panose="020B0604030504040204" pitchFamily="34" charset="0"/>
                                <a:cs typeface="Tahoma" panose="020B0604030504040204" pitchFamily="34" charset="0"/>
                              </a:rPr>
                              <m:t>𝜋</m:t>
                            </m:r>
                          </m:sup>
                        </m:sSup>
                        <m:r>
                          <a:rPr lang="en-US" b="0">
                            <a:latin typeface="Cambria Math" panose="02040503050406030204" pitchFamily="18" charset="0"/>
                            <a:ea typeface="Tahoma" panose="020B0604030504040204" pitchFamily="34" charset="0"/>
                            <a:cs typeface="Tahoma" panose="020B0604030504040204" pitchFamily="34" charset="0"/>
                          </a:rPr>
                          <m:t>, </m:t>
                        </m:r>
                        <m:sSup>
                          <m:sSupPr>
                            <m:ctrlPr>
                              <a:rPr lang="en-US" b="0" i="1">
                                <a:latin typeface="Cambria Math" panose="02040503050406030204" pitchFamily="18" charset="0"/>
                                <a:ea typeface="Tahoma" panose="020B0604030504040204" pitchFamily="34" charset="0"/>
                                <a:cs typeface="Tahoma" panose="020B0604030504040204" pitchFamily="34" charset="0"/>
                              </a:rPr>
                            </m:ctrlPr>
                          </m:sSupPr>
                          <m:e>
                            <m:r>
                              <a:rPr lang="en-US" b="0">
                                <a:latin typeface="Cambria Math" panose="02040503050406030204" pitchFamily="18" charset="0"/>
                                <a:ea typeface="Tahoma" panose="020B0604030504040204" pitchFamily="34" charset="0"/>
                                <a:cs typeface="Tahoma" panose="020B0604030504040204" pitchFamily="34" charset="0"/>
                              </a:rPr>
                              <m:t>𝑅</m:t>
                            </m:r>
                            <m:r>
                              <a:rPr lang="en-US" b="0" i="0" smtClean="0">
                                <a:latin typeface="Cambria Math" panose="02040503050406030204" pitchFamily="18" charset="0"/>
                                <a:ea typeface="Tahoma" panose="020B0604030504040204" pitchFamily="34" charset="0"/>
                                <a:cs typeface="Tahoma" panose="020B0604030504040204" pitchFamily="34" charset="0"/>
                              </a:rPr>
                              <m:t> </m:t>
                            </m:r>
                          </m:e>
                          <m:sup>
                            <m:r>
                              <a:rPr lang="en-US" b="0">
                                <a:latin typeface="Cambria Math" panose="02040503050406030204" pitchFamily="18" charset="0"/>
                                <a:ea typeface="Tahoma" panose="020B0604030504040204" pitchFamily="34" charset="0"/>
                                <a:cs typeface="Tahoma" panose="020B0604030504040204" pitchFamily="34" charset="0"/>
                              </a:rPr>
                              <m:t>𝜋</m:t>
                            </m:r>
                          </m:sup>
                        </m:sSup>
                        <m:r>
                          <a:rPr lang="en-US" b="0">
                            <a:latin typeface="Cambria Math" panose="02040503050406030204" pitchFamily="18" charset="0"/>
                            <a:ea typeface="Tahoma" panose="020B0604030504040204" pitchFamily="34" charset="0"/>
                            <a:cs typeface="Tahoma" panose="020B0604030504040204" pitchFamily="34" charset="0"/>
                          </a:rPr>
                          <m:t>, </m:t>
                        </m:r>
                        <m:r>
                          <a:rPr lang="en-US" b="0">
                            <a:latin typeface="Cambria Math" panose="02040503050406030204" pitchFamily="18" charset="0"/>
                            <a:ea typeface="Tahoma" panose="020B0604030504040204" pitchFamily="34" charset="0"/>
                            <a:cs typeface="Tahoma" panose="020B0604030504040204" pitchFamily="34" charset="0"/>
                          </a:rPr>
                          <m:t>𝛾</m:t>
                        </m:r>
                      </m:e>
                    </m:d>
                  </m:oMath>
                </a14:m>
                <a:endParaRPr lang="en-US" b="0" dirty="0">
                  <a:latin typeface="Tahoma" panose="020B0604030504040204" pitchFamily="34" charset="0"/>
                  <a:ea typeface="Tahoma" panose="020B0604030504040204" pitchFamily="34" charset="0"/>
                  <a:cs typeface="Tahoma" panose="020B0604030504040204" pitchFamily="34" charset="0"/>
                </a:endParaRPr>
              </a:p>
              <a:p>
                <a:pPr marL="1203325" indent="-685800">
                  <a:buSzPct val="85000"/>
                  <a:buFont typeface="Wingdings 3" panose="05040102010807070707" pitchFamily="18" charset="2"/>
                  <a:buChar char=""/>
                </a:pPr>
                <a:r>
                  <a:rPr lang="en-US" b="0" dirty="0">
                    <a:latin typeface="Tahoma" panose="020B0604030504040204" pitchFamily="34" charset="0"/>
                    <a:ea typeface="Tahoma" panose="020B0604030504040204" pitchFamily="34" charset="0"/>
                    <a:cs typeface="Tahoma" panose="020B0604030504040204" pitchFamily="34" charset="0"/>
                  </a:rPr>
                  <a:t>A state-reward sequence </a:t>
                </a:r>
                <a14:m>
                  <m:oMath xmlns:m="http://schemas.openxmlformats.org/officeDocument/2006/math">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𝑆</m:t>
                        </m:r>
                      </m:e>
                      <m:sub>
                        <m:r>
                          <a:rPr lang="en-US" b="0">
                            <a:latin typeface="Cambria Math" panose="02040503050406030204" pitchFamily="18" charset="0"/>
                            <a:ea typeface="Tahoma" panose="020B0604030504040204" pitchFamily="34" charset="0"/>
                            <a:cs typeface="Tahoma" panose="020B0604030504040204" pitchFamily="34" charset="0"/>
                          </a:rPr>
                          <m:t>1</m:t>
                        </m:r>
                      </m:sub>
                    </m:sSub>
                    <m:r>
                      <a:rPr lang="en-US" b="0">
                        <a:latin typeface="Cambria Math" panose="02040503050406030204" pitchFamily="18" charset="0"/>
                        <a:ea typeface="Tahoma" panose="020B0604030504040204" pitchFamily="34" charset="0"/>
                        <a:cs typeface="Tahoma" panose="020B0604030504040204" pitchFamily="34" charset="0"/>
                      </a:rPr>
                      <m:t>, </m:t>
                    </m:r>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𝑅</m:t>
                        </m:r>
                      </m:e>
                      <m:sub>
                        <m:r>
                          <a:rPr lang="en-US" b="0">
                            <a:latin typeface="Cambria Math" panose="02040503050406030204" pitchFamily="18" charset="0"/>
                            <a:ea typeface="Tahoma" panose="020B0604030504040204" pitchFamily="34" charset="0"/>
                            <a:cs typeface="Tahoma" panose="020B0604030504040204" pitchFamily="34" charset="0"/>
                          </a:rPr>
                          <m:t>2</m:t>
                        </m:r>
                      </m:sub>
                    </m:sSub>
                    <m:r>
                      <a:rPr lang="en-US" b="0">
                        <a:latin typeface="Cambria Math" panose="02040503050406030204" pitchFamily="18" charset="0"/>
                        <a:ea typeface="Tahoma" panose="020B0604030504040204" pitchFamily="34" charset="0"/>
                        <a:cs typeface="Tahoma" panose="020B0604030504040204" pitchFamily="34" charset="0"/>
                      </a:rPr>
                      <m:t>, </m:t>
                    </m:r>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𝑆</m:t>
                        </m:r>
                      </m:e>
                      <m:sub>
                        <m:r>
                          <a:rPr lang="en-US" b="0">
                            <a:latin typeface="Cambria Math" panose="02040503050406030204" pitchFamily="18" charset="0"/>
                            <a:ea typeface="Tahoma" panose="020B0604030504040204" pitchFamily="34" charset="0"/>
                            <a:cs typeface="Tahoma" panose="020B0604030504040204" pitchFamily="34" charset="0"/>
                          </a:rPr>
                          <m:t>2</m:t>
                        </m:r>
                      </m:sub>
                    </m:sSub>
                    <m:r>
                      <a:rPr lang="en-US" b="0">
                        <a:latin typeface="Cambria Math" panose="02040503050406030204" pitchFamily="18" charset="0"/>
                        <a:ea typeface="Tahoma" panose="020B0604030504040204" pitchFamily="34" charset="0"/>
                        <a:cs typeface="Tahoma" panose="020B0604030504040204" pitchFamily="34" charset="0"/>
                      </a:rPr>
                      <m:t>, …, </m:t>
                    </m:r>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𝑅</m:t>
                        </m:r>
                      </m:e>
                      <m:sub>
                        <m:r>
                          <a:rPr lang="en-US" b="0">
                            <a:latin typeface="Cambria Math" panose="02040503050406030204" pitchFamily="18" charset="0"/>
                            <a:ea typeface="Tahoma" panose="020B0604030504040204" pitchFamily="34" charset="0"/>
                            <a:cs typeface="Tahoma" panose="020B0604030504040204" pitchFamily="34" charset="0"/>
                          </a:rPr>
                          <m:t>𝑛</m:t>
                        </m:r>
                      </m:sub>
                    </m:sSub>
                    <m:r>
                      <a:rPr lang="en-US" b="0">
                        <a:latin typeface="Cambria Math" panose="02040503050406030204" pitchFamily="18" charset="0"/>
                        <a:ea typeface="Tahoma" panose="020B0604030504040204" pitchFamily="34" charset="0"/>
                        <a:cs typeface="Tahoma" panose="020B0604030504040204" pitchFamily="34" charset="0"/>
                      </a:rPr>
                      <m:t>, </m:t>
                    </m:r>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𝑆</m:t>
                        </m:r>
                      </m:e>
                      <m:sub>
                        <m:r>
                          <a:rPr lang="en-US" b="0">
                            <a:latin typeface="Cambria Math" panose="02040503050406030204" pitchFamily="18" charset="0"/>
                            <a:ea typeface="Tahoma" panose="020B0604030504040204" pitchFamily="34" charset="0"/>
                            <a:cs typeface="Tahoma" panose="020B0604030504040204" pitchFamily="34" charset="0"/>
                          </a:rPr>
                          <m:t>𝑛</m:t>
                        </m:r>
                      </m:sub>
                    </m:sSub>
                  </m:oMath>
                </a14:m>
                <a:r>
                  <a:rPr lang="en-US" b="0" dirty="0">
                    <a:latin typeface="Tahoma" panose="020B0604030504040204" pitchFamily="34" charset="0"/>
                    <a:ea typeface="Tahoma" panose="020B0604030504040204" pitchFamily="34" charset="0"/>
                    <a:cs typeface="Tahoma" panose="020B0604030504040204" pitchFamily="34" charset="0"/>
                  </a:rPr>
                  <a:t> with </a:t>
                </a:r>
                <a:br>
                  <a:rPr lang="en-US" b="0" dirty="0">
                    <a:latin typeface="Tahoma" panose="020B0604030504040204" pitchFamily="34" charset="0"/>
                    <a:ea typeface="Tahoma" panose="020B0604030504040204" pitchFamily="34" charset="0"/>
                    <a:cs typeface="Tahoma" panose="020B0604030504040204" pitchFamily="34" charset="0"/>
                  </a:rPr>
                </a:br>
                <a14:m>
                  <m:oMath xmlns:m="http://schemas.openxmlformats.org/officeDocument/2006/math">
                    <m:sSubSup>
                      <m:sSubSupPr>
                        <m:ctrlPr>
                          <a:rPr lang="en-US" b="0" i="1">
                            <a:latin typeface="Cambria Math" panose="02040503050406030204" pitchFamily="18" charset="0"/>
                            <a:ea typeface="Tahoma" panose="020B0604030504040204" pitchFamily="34" charset="0"/>
                            <a:cs typeface="Tahoma" panose="020B0604030504040204" pitchFamily="34" charset="0"/>
                          </a:rPr>
                        </m:ctrlPr>
                      </m:sSubSupPr>
                      <m:e>
                        <m:r>
                          <a:rPr lang="en-US" b="0">
                            <a:latin typeface="Cambria Math" panose="02040503050406030204" pitchFamily="18" charset="0"/>
                            <a:ea typeface="Tahoma" panose="020B0604030504040204" pitchFamily="34" charset="0"/>
                            <a:cs typeface="Tahoma" panose="020B0604030504040204" pitchFamily="34" charset="0"/>
                          </a:rPr>
                          <m:t>𝑃</m:t>
                        </m:r>
                      </m:e>
                      <m:sub>
                        <m:r>
                          <a:rPr lang="en-US" b="0">
                            <a:latin typeface="Cambria Math" panose="02040503050406030204" pitchFamily="18" charset="0"/>
                            <a:ea typeface="Tahoma" panose="020B0604030504040204" pitchFamily="34" charset="0"/>
                            <a:cs typeface="Tahoma" panose="020B0604030504040204" pitchFamily="34" charset="0"/>
                          </a:rPr>
                          <m:t>𝑠</m:t>
                        </m:r>
                        <m:r>
                          <a:rPr lang="en-US" b="0">
                            <a:latin typeface="Cambria Math" panose="02040503050406030204" pitchFamily="18" charset="0"/>
                            <a:ea typeface="Tahoma" panose="020B0604030504040204" pitchFamily="34" charset="0"/>
                            <a:cs typeface="Tahoma" panose="020B0604030504040204" pitchFamily="34" charset="0"/>
                          </a:rPr>
                          <m:t>, </m:t>
                        </m:r>
                        <m:sSup>
                          <m:sSupPr>
                            <m:ctrlPr>
                              <a:rPr lang="en-US" b="0" i="1">
                                <a:latin typeface="Cambria Math" panose="02040503050406030204" pitchFamily="18" charset="0"/>
                                <a:ea typeface="Tahoma" panose="020B0604030504040204" pitchFamily="34" charset="0"/>
                                <a:cs typeface="Tahoma" panose="020B0604030504040204" pitchFamily="34" charset="0"/>
                              </a:rPr>
                            </m:ctrlPr>
                          </m:sSupPr>
                          <m:e>
                            <m:r>
                              <a:rPr lang="en-US" b="0">
                                <a:latin typeface="Cambria Math" panose="02040503050406030204" pitchFamily="18" charset="0"/>
                                <a:ea typeface="Tahoma" panose="020B0604030504040204" pitchFamily="34" charset="0"/>
                                <a:cs typeface="Tahoma" panose="020B0604030504040204" pitchFamily="34" charset="0"/>
                              </a:rPr>
                              <m:t>𝑠</m:t>
                            </m:r>
                          </m:e>
                          <m:sup>
                            <m:r>
                              <a:rPr lang="en-US" b="0">
                                <a:latin typeface="Cambria Math" panose="02040503050406030204" pitchFamily="18" charset="0"/>
                                <a:ea typeface="Tahoma" panose="020B0604030504040204" pitchFamily="34" charset="0"/>
                                <a:cs typeface="Tahoma" panose="020B0604030504040204" pitchFamily="34" charset="0"/>
                              </a:rPr>
                              <m:t>′</m:t>
                            </m:r>
                          </m:sup>
                        </m:sSup>
                      </m:sub>
                      <m:sup>
                        <m:r>
                          <a:rPr lang="en-US" b="0">
                            <a:latin typeface="Cambria Math" panose="02040503050406030204" pitchFamily="18" charset="0"/>
                            <a:ea typeface="Tahoma" panose="020B0604030504040204" pitchFamily="34" charset="0"/>
                            <a:cs typeface="Tahoma" panose="020B0604030504040204" pitchFamily="34" charset="0"/>
                          </a:rPr>
                          <m:t>𝜋</m:t>
                        </m:r>
                      </m:sup>
                    </m:sSubSup>
                    <m:r>
                      <a:rPr lang="en-US" b="0">
                        <a:latin typeface="Cambria Math" panose="02040503050406030204" pitchFamily="18" charset="0"/>
                        <a:ea typeface="Tahoma" panose="020B0604030504040204" pitchFamily="34" charset="0"/>
                        <a:cs typeface="Tahoma" panose="020B0604030504040204" pitchFamily="34" charset="0"/>
                      </a:rPr>
                      <m:t>=</m:t>
                    </m:r>
                    <m:nary>
                      <m:naryPr>
                        <m:chr m:val="∑"/>
                        <m:supHide m:val="on"/>
                        <m:ctrlPr>
                          <a:rPr lang="en-US" b="0" i="1">
                            <a:latin typeface="Cambria Math" panose="02040503050406030204" pitchFamily="18" charset="0"/>
                            <a:ea typeface="Tahoma" panose="020B0604030504040204" pitchFamily="34" charset="0"/>
                            <a:cs typeface="Tahoma" panose="020B0604030504040204" pitchFamily="34" charset="0"/>
                          </a:rPr>
                        </m:ctrlPr>
                      </m:naryPr>
                      <m:sub>
                        <m:r>
                          <m:rPr>
                            <m:brk m:alnAt="7"/>
                          </m:rPr>
                          <a:rPr lang="en-US" b="0">
                            <a:latin typeface="Cambria Math" panose="02040503050406030204" pitchFamily="18" charset="0"/>
                            <a:ea typeface="Tahoma" panose="020B0604030504040204" pitchFamily="34" charset="0"/>
                            <a:cs typeface="Tahoma" panose="020B0604030504040204" pitchFamily="34" charset="0"/>
                          </a:rPr>
                          <m:t>𝑎</m:t>
                        </m:r>
                      </m:sub>
                      <m:sup/>
                      <m:e>
                        <m:r>
                          <a:rPr lang="en-US" b="0">
                            <a:latin typeface="Cambria Math" panose="02040503050406030204" pitchFamily="18" charset="0"/>
                            <a:ea typeface="Tahoma" panose="020B0604030504040204" pitchFamily="34" charset="0"/>
                            <a:cs typeface="Tahoma" panose="020B0604030504040204" pitchFamily="34" charset="0"/>
                          </a:rPr>
                          <m:t>𝜋</m:t>
                        </m:r>
                        <m:d>
                          <m:dPr>
                            <m:ctrlPr>
                              <a:rPr lang="en-US" b="0" i="1">
                                <a:latin typeface="Cambria Math" panose="02040503050406030204" pitchFamily="18" charset="0"/>
                                <a:ea typeface="Tahoma" panose="020B0604030504040204" pitchFamily="34" charset="0"/>
                                <a:cs typeface="Tahoma" panose="020B0604030504040204" pitchFamily="34" charset="0"/>
                              </a:rPr>
                            </m:ctrlPr>
                          </m:dPr>
                          <m:e>
                            <m:r>
                              <a:rPr lang="en-US" b="0">
                                <a:latin typeface="Cambria Math" panose="02040503050406030204" pitchFamily="18" charset="0"/>
                                <a:ea typeface="Tahoma" panose="020B0604030504040204" pitchFamily="34" charset="0"/>
                                <a:cs typeface="Tahoma" panose="020B0604030504040204" pitchFamily="34" charset="0"/>
                              </a:rPr>
                              <m:t>𝑎</m:t>
                            </m:r>
                            <m:r>
                              <a:rPr lang="en-US" b="0">
                                <a:latin typeface="Cambria Math" panose="02040503050406030204" pitchFamily="18" charset="0"/>
                                <a:ea typeface="Tahoma" panose="020B0604030504040204" pitchFamily="34" charset="0"/>
                                <a:cs typeface="Tahoma" panose="020B0604030504040204" pitchFamily="34" charset="0"/>
                              </a:rPr>
                              <m:t>, </m:t>
                            </m:r>
                            <m:r>
                              <a:rPr lang="en-US" b="0">
                                <a:latin typeface="Cambria Math" panose="02040503050406030204" pitchFamily="18" charset="0"/>
                                <a:ea typeface="Tahoma" panose="020B0604030504040204" pitchFamily="34" charset="0"/>
                                <a:cs typeface="Tahoma" panose="020B0604030504040204" pitchFamily="34" charset="0"/>
                              </a:rPr>
                              <m:t>𝑠</m:t>
                            </m:r>
                          </m:e>
                        </m:d>
                      </m:e>
                    </m:nary>
                    <m:sSubSup>
                      <m:sSubSupPr>
                        <m:ctrlPr>
                          <a:rPr lang="en-US" b="0" i="1">
                            <a:latin typeface="Cambria Math" panose="02040503050406030204" pitchFamily="18" charset="0"/>
                            <a:ea typeface="Tahoma" panose="020B0604030504040204" pitchFamily="34" charset="0"/>
                            <a:cs typeface="Tahoma" panose="020B0604030504040204" pitchFamily="34" charset="0"/>
                          </a:rPr>
                        </m:ctrlPr>
                      </m:sSubSupPr>
                      <m:e>
                        <m:r>
                          <a:rPr lang="en-US" b="0">
                            <a:latin typeface="Cambria Math" panose="02040503050406030204" pitchFamily="18" charset="0"/>
                            <a:ea typeface="Tahoma" panose="020B0604030504040204" pitchFamily="34" charset="0"/>
                            <a:cs typeface="Tahoma" panose="020B0604030504040204" pitchFamily="34" charset="0"/>
                          </a:rPr>
                          <m:t>𝑃</m:t>
                        </m:r>
                      </m:e>
                      <m:sub>
                        <m:r>
                          <a:rPr lang="en-US" b="0">
                            <a:latin typeface="Cambria Math" panose="02040503050406030204" pitchFamily="18" charset="0"/>
                            <a:ea typeface="Tahoma" panose="020B0604030504040204" pitchFamily="34" charset="0"/>
                            <a:cs typeface="Tahoma" panose="020B0604030504040204" pitchFamily="34" charset="0"/>
                          </a:rPr>
                          <m:t>𝑠</m:t>
                        </m:r>
                        <m:r>
                          <a:rPr lang="en-US" b="0">
                            <a:latin typeface="Cambria Math" panose="02040503050406030204" pitchFamily="18" charset="0"/>
                            <a:ea typeface="Tahoma" panose="020B0604030504040204" pitchFamily="34" charset="0"/>
                            <a:cs typeface="Tahoma" panose="020B0604030504040204" pitchFamily="34" charset="0"/>
                          </a:rPr>
                          <m:t>, </m:t>
                        </m:r>
                        <m:sSup>
                          <m:sSupPr>
                            <m:ctrlPr>
                              <a:rPr lang="en-US" b="0" i="1">
                                <a:latin typeface="Cambria Math" panose="02040503050406030204" pitchFamily="18" charset="0"/>
                                <a:ea typeface="Tahoma" panose="020B0604030504040204" pitchFamily="34" charset="0"/>
                                <a:cs typeface="Tahoma" panose="020B0604030504040204" pitchFamily="34" charset="0"/>
                              </a:rPr>
                            </m:ctrlPr>
                          </m:sSupPr>
                          <m:e>
                            <m:r>
                              <a:rPr lang="en-US" b="0">
                                <a:latin typeface="Cambria Math" panose="02040503050406030204" pitchFamily="18" charset="0"/>
                                <a:ea typeface="Tahoma" panose="020B0604030504040204" pitchFamily="34" charset="0"/>
                                <a:cs typeface="Tahoma" panose="020B0604030504040204" pitchFamily="34" charset="0"/>
                              </a:rPr>
                              <m:t>𝑠</m:t>
                            </m:r>
                          </m:e>
                          <m:sup>
                            <m:r>
                              <a:rPr lang="en-US" b="0">
                                <a:latin typeface="Cambria Math" panose="02040503050406030204" pitchFamily="18" charset="0"/>
                                <a:ea typeface="Tahoma" panose="020B0604030504040204" pitchFamily="34" charset="0"/>
                                <a:cs typeface="Tahoma" panose="020B0604030504040204" pitchFamily="34" charset="0"/>
                              </a:rPr>
                              <m:t>′</m:t>
                            </m:r>
                          </m:sup>
                        </m:sSup>
                      </m:sub>
                      <m:sup>
                        <m:r>
                          <a:rPr lang="en-US" b="0">
                            <a:latin typeface="Cambria Math" panose="02040503050406030204" pitchFamily="18" charset="0"/>
                            <a:ea typeface="Tahoma" panose="020B0604030504040204" pitchFamily="34" charset="0"/>
                            <a:cs typeface="Tahoma" panose="020B0604030504040204" pitchFamily="34" charset="0"/>
                          </a:rPr>
                          <m:t>𝑎</m:t>
                        </m:r>
                      </m:sup>
                    </m:sSubSup>
                    <m:r>
                      <a:rPr lang="en-US" b="0">
                        <a:latin typeface="Cambria Math" panose="02040503050406030204" pitchFamily="18" charset="0"/>
                        <a:ea typeface="Tahoma" panose="020B0604030504040204" pitchFamily="34" charset="0"/>
                        <a:cs typeface="Tahoma" panose="020B0604030504040204" pitchFamily="34" charset="0"/>
                      </a:rPr>
                      <m:t>   </m:t>
                    </m:r>
                    <m:r>
                      <m:rPr>
                        <m:sty m:val="p"/>
                      </m:rPr>
                      <a:rPr lang="en-US" b="0">
                        <a:latin typeface="Cambria Math" panose="02040503050406030204" pitchFamily="18" charset="0"/>
                        <a:ea typeface="Tahoma" panose="020B0604030504040204" pitchFamily="34" charset="0"/>
                        <a:cs typeface="Tahoma" panose="020B0604030504040204" pitchFamily="34" charset="0"/>
                      </a:rPr>
                      <m:t>and</m:t>
                    </m:r>
                    <m:r>
                      <a:rPr lang="en-US" b="0">
                        <a:latin typeface="Cambria Math" panose="02040503050406030204" pitchFamily="18" charset="0"/>
                        <a:ea typeface="Tahoma" panose="020B0604030504040204" pitchFamily="34" charset="0"/>
                        <a:cs typeface="Tahoma" panose="020B0604030504040204" pitchFamily="34" charset="0"/>
                      </a:rPr>
                      <m:t>   </m:t>
                    </m:r>
                    <m:sSubSup>
                      <m:sSubSupPr>
                        <m:ctrlPr>
                          <a:rPr lang="en-US" b="0" i="1">
                            <a:latin typeface="Cambria Math" panose="02040503050406030204" pitchFamily="18" charset="0"/>
                            <a:ea typeface="Tahoma" panose="020B0604030504040204" pitchFamily="34" charset="0"/>
                            <a:cs typeface="Tahoma" panose="020B0604030504040204" pitchFamily="34" charset="0"/>
                          </a:rPr>
                        </m:ctrlPr>
                      </m:sSubSupPr>
                      <m:e>
                        <m:r>
                          <a:rPr lang="en-US" b="0">
                            <a:latin typeface="Cambria Math" panose="02040503050406030204" pitchFamily="18" charset="0"/>
                            <a:ea typeface="Tahoma" panose="020B0604030504040204" pitchFamily="34" charset="0"/>
                            <a:cs typeface="Tahoma" panose="020B0604030504040204" pitchFamily="34" charset="0"/>
                          </a:rPr>
                          <m:t>𝑅</m:t>
                        </m:r>
                      </m:e>
                      <m:sub>
                        <m:r>
                          <a:rPr lang="en-US" b="0">
                            <a:latin typeface="Cambria Math" panose="02040503050406030204" pitchFamily="18" charset="0"/>
                            <a:ea typeface="Tahoma" panose="020B0604030504040204" pitchFamily="34" charset="0"/>
                            <a:cs typeface="Tahoma" panose="020B0604030504040204" pitchFamily="34" charset="0"/>
                          </a:rPr>
                          <m:t>𝑠</m:t>
                        </m:r>
                      </m:sub>
                      <m:sup>
                        <m:r>
                          <a:rPr lang="en-US" b="0">
                            <a:latin typeface="Cambria Math" panose="02040503050406030204" pitchFamily="18" charset="0"/>
                            <a:ea typeface="Tahoma" panose="020B0604030504040204" pitchFamily="34" charset="0"/>
                            <a:cs typeface="Tahoma" panose="020B0604030504040204" pitchFamily="34" charset="0"/>
                          </a:rPr>
                          <m:t>𝜋</m:t>
                        </m:r>
                      </m:sup>
                    </m:sSubSup>
                    <m:r>
                      <a:rPr lang="en-US" b="0">
                        <a:latin typeface="Cambria Math" panose="02040503050406030204" pitchFamily="18" charset="0"/>
                        <a:ea typeface="Tahoma" panose="020B0604030504040204" pitchFamily="34" charset="0"/>
                        <a:cs typeface="Tahoma" panose="020B0604030504040204" pitchFamily="34" charset="0"/>
                      </a:rPr>
                      <m:t>=</m:t>
                    </m:r>
                    <m:nary>
                      <m:naryPr>
                        <m:chr m:val="∑"/>
                        <m:supHide m:val="on"/>
                        <m:ctrlPr>
                          <a:rPr lang="en-US" b="0" i="1">
                            <a:latin typeface="Cambria Math" panose="02040503050406030204" pitchFamily="18" charset="0"/>
                            <a:ea typeface="Tahoma" panose="020B0604030504040204" pitchFamily="34" charset="0"/>
                            <a:cs typeface="Tahoma" panose="020B0604030504040204" pitchFamily="34" charset="0"/>
                          </a:rPr>
                        </m:ctrlPr>
                      </m:naryPr>
                      <m:sub>
                        <m:r>
                          <m:rPr>
                            <m:brk m:alnAt="7"/>
                          </m:rPr>
                          <a:rPr lang="en-US" b="0">
                            <a:latin typeface="Cambria Math" panose="02040503050406030204" pitchFamily="18" charset="0"/>
                            <a:ea typeface="Tahoma" panose="020B0604030504040204" pitchFamily="34" charset="0"/>
                            <a:cs typeface="Tahoma" panose="020B0604030504040204" pitchFamily="34" charset="0"/>
                          </a:rPr>
                          <m:t>𝑎</m:t>
                        </m:r>
                      </m:sub>
                      <m:sup/>
                      <m:e>
                        <m:r>
                          <a:rPr lang="en-US" b="0">
                            <a:latin typeface="Cambria Math" panose="02040503050406030204" pitchFamily="18" charset="0"/>
                            <a:ea typeface="Tahoma" panose="020B0604030504040204" pitchFamily="34" charset="0"/>
                            <a:cs typeface="Tahoma" panose="020B0604030504040204" pitchFamily="34" charset="0"/>
                          </a:rPr>
                          <m:t>𝜋</m:t>
                        </m:r>
                        <m:d>
                          <m:dPr>
                            <m:ctrlPr>
                              <a:rPr lang="en-US" b="0" i="1">
                                <a:latin typeface="Cambria Math" panose="02040503050406030204" pitchFamily="18" charset="0"/>
                                <a:ea typeface="Tahoma" panose="020B0604030504040204" pitchFamily="34" charset="0"/>
                                <a:cs typeface="Tahoma" panose="020B0604030504040204" pitchFamily="34" charset="0"/>
                              </a:rPr>
                            </m:ctrlPr>
                          </m:dPr>
                          <m:e>
                            <m:r>
                              <a:rPr lang="en-US" b="0">
                                <a:latin typeface="Cambria Math" panose="02040503050406030204" pitchFamily="18" charset="0"/>
                                <a:ea typeface="Tahoma" panose="020B0604030504040204" pitchFamily="34" charset="0"/>
                                <a:cs typeface="Tahoma" panose="020B0604030504040204" pitchFamily="34" charset="0"/>
                              </a:rPr>
                              <m:t>𝑎</m:t>
                            </m:r>
                            <m:r>
                              <a:rPr lang="en-US" b="0">
                                <a:latin typeface="Cambria Math" panose="02040503050406030204" pitchFamily="18" charset="0"/>
                                <a:ea typeface="Tahoma" panose="020B0604030504040204" pitchFamily="34" charset="0"/>
                                <a:cs typeface="Tahoma" panose="020B0604030504040204" pitchFamily="34" charset="0"/>
                              </a:rPr>
                              <m:t>, </m:t>
                            </m:r>
                            <m:r>
                              <a:rPr lang="en-US" b="0">
                                <a:latin typeface="Cambria Math" panose="02040503050406030204" pitchFamily="18" charset="0"/>
                                <a:ea typeface="Tahoma" panose="020B0604030504040204" pitchFamily="34" charset="0"/>
                                <a:cs typeface="Tahoma" panose="020B0604030504040204" pitchFamily="34" charset="0"/>
                              </a:rPr>
                              <m:t>𝑠</m:t>
                            </m:r>
                          </m:e>
                        </m:d>
                        <m:sSubSup>
                          <m:sSubSupPr>
                            <m:ctrlPr>
                              <a:rPr lang="en-US" b="0" i="1">
                                <a:latin typeface="Cambria Math" panose="02040503050406030204" pitchFamily="18" charset="0"/>
                                <a:ea typeface="Tahoma" panose="020B0604030504040204" pitchFamily="34" charset="0"/>
                                <a:cs typeface="Tahoma" panose="020B0604030504040204" pitchFamily="34" charset="0"/>
                              </a:rPr>
                            </m:ctrlPr>
                          </m:sSubSupPr>
                          <m:e>
                            <m:r>
                              <a:rPr lang="en-US" b="0">
                                <a:latin typeface="Cambria Math" panose="02040503050406030204" pitchFamily="18" charset="0"/>
                                <a:ea typeface="Tahoma" panose="020B0604030504040204" pitchFamily="34" charset="0"/>
                                <a:cs typeface="Tahoma" panose="020B0604030504040204" pitchFamily="34" charset="0"/>
                              </a:rPr>
                              <m:t>𝑅</m:t>
                            </m:r>
                          </m:e>
                          <m:sub>
                            <m:r>
                              <a:rPr lang="en-US" b="0">
                                <a:latin typeface="Cambria Math" panose="02040503050406030204" pitchFamily="18" charset="0"/>
                                <a:ea typeface="Tahoma" panose="020B0604030504040204" pitchFamily="34" charset="0"/>
                                <a:cs typeface="Tahoma" panose="020B0604030504040204" pitchFamily="34" charset="0"/>
                              </a:rPr>
                              <m:t>𝑠</m:t>
                            </m:r>
                          </m:sub>
                          <m:sup>
                            <m:r>
                              <a:rPr lang="en-US" b="0">
                                <a:latin typeface="Cambria Math" panose="02040503050406030204" pitchFamily="18" charset="0"/>
                                <a:ea typeface="Tahoma" panose="020B0604030504040204" pitchFamily="34" charset="0"/>
                                <a:cs typeface="Tahoma" panose="020B0604030504040204" pitchFamily="34" charset="0"/>
                              </a:rPr>
                              <m:t>𝑎</m:t>
                            </m:r>
                          </m:sup>
                        </m:sSubSup>
                      </m:e>
                    </m:nary>
                  </m:oMath>
                </a14:m>
                <a:endParaRPr lang="en-US" b="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2" name="Text Placeholder 11">
                <a:extLst>
                  <a:ext uri="{FF2B5EF4-FFF2-40B4-BE49-F238E27FC236}">
                    <a16:creationId xmlns:a16="http://schemas.microsoft.com/office/drawing/2014/main" id="{D9B4FA66-70DB-AA66-E0B4-617169B6E814}"/>
                  </a:ext>
                </a:extLst>
              </p:cNvPr>
              <p:cNvSpPr>
                <a:spLocks noGrp="1" noRot="1" noChangeAspect="1" noMove="1" noResize="1" noEditPoints="1" noAdjustHandles="1" noChangeArrowheads="1" noChangeShapeType="1" noTextEdit="1"/>
              </p:cNvSpPr>
              <p:nvPr>
                <p:ph type="body" idx="1"/>
              </p:nvPr>
            </p:nvSpPr>
            <p:spPr>
              <a:xfrm>
                <a:off x="455415" y="1312351"/>
                <a:ext cx="8671360" cy="5013325"/>
              </a:xfrm>
              <a:blipFill>
                <a:blip r:embed="rId2"/>
                <a:stretch>
                  <a:fillRect l="-141" t="-1094"/>
                </a:stretch>
              </a:blipFill>
            </p:spPr>
            <p:txBody>
              <a:bodyPr/>
              <a:lstStyle/>
              <a:p>
                <a:r>
                  <a:rPr lang="en-US">
                    <a:noFill/>
                  </a:rPr>
                  <a:t> </a:t>
                </a:r>
              </a:p>
            </p:txBody>
          </p:sp>
        </mc:Fallback>
      </mc:AlternateContent>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From MDP back to MRP</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sp>
        <p:nvSpPr>
          <p:cNvPr id="2" name="Slide Number Placeholder 1">
            <a:extLst>
              <a:ext uri="{FF2B5EF4-FFF2-40B4-BE49-F238E27FC236}">
                <a16:creationId xmlns:a16="http://schemas.microsoft.com/office/drawing/2014/main" id="{296AAB77-0D77-9E0D-40D5-BFF50501E5ED}"/>
              </a:ext>
            </a:extLst>
          </p:cNvPr>
          <p:cNvSpPr>
            <a:spLocks noGrp="1"/>
          </p:cNvSpPr>
          <p:nvPr>
            <p:ph type="sldNum" sz="quarter" idx="2"/>
          </p:nvPr>
        </p:nvSpPr>
        <p:spPr/>
        <p:txBody>
          <a:bodyPr/>
          <a:lstStyle/>
          <a:p>
            <a:fld id="{86CB4B4D-7CA3-9044-876B-883B54F8677D}" type="slidenum">
              <a:rPr lang="en-US" smtClean="0"/>
              <a:t>37</a:t>
            </a:fld>
            <a:endParaRPr lang="en-US"/>
          </a:p>
        </p:txBody>
      </p:sp>
      <p:sp>
        <p:nvSpPr>
          <p:cNvPr id="3" name="Date Placeholder 3">
            <a:extLst>
              <a:ext uri="{FF2B5EF4-FFF2-40B4-BE49-F238E27FC236}">
                <a16:creationId xmlns:a16="http://schemas.microsoft.com/office/drawing/2014/main" id="{6D0226AC-0FCA-ACA1-ECD1-46C6A069EBDD}"/>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D71B99D9-5F23-7502-5C98-46A7D6FDE5A3}"/>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092192A1-52A2-BC24-A2A4-3C3C0FA71C25}"/>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37</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3990117829"/>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mc:AlternateContent xmlns:mc="http://schemas.openxmlformats.org/markup-compatibility/2006" xmlns:a14="http://schemas.microsoft.com/office/drawing/2010/main">
        <mc:Choice Requires="a14">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291403" y="1312351"/>
                <a:ext cx="8839898" cy="5013325"/>
              </a:xfrm>
            </p:spPr>
            <p:txBody>
              <a:bodyPr/>
              <a:lstStyle/>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The </a:t>
                </a:r>
                <a:r>
                  <a:rPr lang="en-US" b="0" dirty="0">
                    <a:solidFill>
                      <a:srgbClr val="FF0000"/>
                    </a:solidFill>
                    <a:latin typeface="Tahoma" panose="020B0604030504040204" pitchFamily="34" charset="0"/>
                    <a:ea typeface="Tahoma" panose="020B0604030504040204" pitchFamily="34" charset="0"/>
                    <a:cs typeface="Tahoma" panose="020B0604030504040204" pitchFamily="34" charset="0"/>
                  </a:rPr>
                  <a:t>state-value function </a:t>
                </a:r>
                <a:r>
                  <a:rPr lang="en-US" b="0" dirty="0">
                    <a:latin typeface="Tahoma" panose="020B0604030504040204" pitchFamily="34" charset="0"/>
                    <a:ea typeface="Tahoma" panose="020B0604030504040204" pitchFamily="34" charset="0"/>
                    <a:cs typeface="Tahoma" panose="020B0604030504040204" pitchFamily="34" charset="0"/>
                  </a:rPr>
                  <a:t>for an MDP </a:t>
                </a:r>
                <a14:m>
                  <m:oMath xmlns:m="http://schemas.openxmlformats.org/officeDocument/2006/math">
                    <m:r>
                      <a:rPr lang="en-US" b="0" i="1" smtClean="0">
                        <a:latin typeface="Cambria Math" panose="02040503050406030204" pitchFamily="18" charset="0"/>
                        <a:ea typeface="Tahoma" panose="020B0604030504040204" pitchFamily="34" charset="0"/>
                        <a:cs typeface="Tahoma" panose="020B0604030504040204" pitchFamily="34" charset="0"/>
                      </a:rPr>
                      <m:t>𝑀</m:t>
                    </m:r>
                    <m:r>
                      <a:rPr lang="en-US" b="0" i="1" smtClean="0">
                        <a:latin typeface="Cambria Math" panose="02040503050406030204" pitchFamily="18" charset="0"/>
                        <a:ea typeface="Tahoma" panose="020B0604030504040204" pitchFamily="34" charset="0"/>
                        <a:cs typeface="Tahoma" panose="020B0604030504040204" pitchFamily="34" charset="0"/>
                      </a:rPr>
                      <m:t>=</m:t>
                    </m:r>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𝑆</m:t>
                        </m:r>
                        <m:r>
                          <a:rPr lang="en-US" b="0" i="1" smtClean="0">
                            <a:latin typeface="Cambria Math" panose="02040503050406030204" pitchFamily="18" charset="0"/>
                            <a:ea typeface="Tahoma" panose="020B0604030504040204" pitchFamily="34" charset="0"/>
                            <a:cs typeface="Tahoma" panose="020B0604030504040204" pitchFamily="34" charset="0"/>
                          </a:rPr>
                          <m:t>, </m:t>
                        </m:r>
                        <m:r>
                          <a:rPr lang="en-US" b="0" i="1" smtClean="0">
                            <a:latin typeface="Cambria Math" panose="02040503050406030204" pitchFamily="18" charset="0"/>
                            <a:ea typeface="Tahoma" panose="020B0604030504040204" pitchFamily="34" charset="0"/>
                            <a:cs typeface="Tahoma" panose="020B0604030504040204" pitchFamily="34" charset="0"/>
                          </a:rPr>
                          <m:t>𝐴</m:t>
                        </m:r>
                        <m:r>
                          <a:rPr lang="en-US" b="0" i="1" smtClean="0">
                            <a:latin typeface="Cambria Math" panose="02040503050406030204" pitchFamily="18" charset="0"/>
                            <a:ea typeface="Tahoma" panose="020B0604030504040204" pitchFamily="34" charset="0"/>
                            <a:cs typeface="Tahoma" panose="020B0604030504040204" pitchFamily="34" charset="0"/>
                          </a:rPr>
                          <m:t>, </m:t>
                        </m:r>
                        <m:r>
                          <a:rPr lang="en-US" b="0" i="1" smtClean="0">
                            <a:latin typeface="Cambria Math" panose="02040503050406030204" pitchFamily="18" charset="0"/>
                            <a:ea typeface="Tahoma" panose="020B0604030504040204" pitchFamily="34" charset="0"/>
                            <a:cs typeface="Tahoma" panose="020B0604030504040204" pitchFamily="34" charset="0"/>
                          </a:rPr>
                          <m:t>𝑃</m:t>
                        </m:r>
                        <m:r>
                          <a:rPr lang="en-US" b="0" i="1" smtClean="0">
                            <a:latin typeface="Cambria Math" panose="02040503050406030204" pitchFamily="18" charset="0"/>
                            <a:ea typeface="Tahoma" panose="020B0604030504040204" pitchFamily="34" charset="0"/>
                            <a:cs typeface="Tahoma" panose="020B0604030504040204" pitchFamily="34" charset="0"/>
                          </a:rPr>
                          <m:t>, </m:t>
                        </m:r>
                        <m:r>
                          <a:rPr lang="en-US" b="0" i="1" smtClean="0">
                            <a:latin typeface="Cambria Math" panose="02040503050406030204" pitchFamily="18" charset="0"/>
                            <a:ea typeface="Tahoma" panose="020B0604030504040204" pitchFamily="34" charset="0"/>
                            <a:cs typeface="Tahoma" panose="020B0604030504040204" pitchFamily="34" charset="0"/>
                          </a:rPr>
                          <m:t>𝑅</m:t>
                        </m:r>
                        <m:r>
                          <a:rPr lang="en-US" b="0" i="1" smtClean="0">
                            <a:latin typeface="Cambria Math" panose="02040503050406030204" pitchFamily="18" charset="0"/>
                            <a:ea typeface="Tahoma" panose="020B0604030504040204" pitchFamily="34" charset="0"/>
                            <a:cs typeface="Tahoma" panose="020B0604030504040204" pitchFamily="34" charset="0"/>
                          </a:rPr>
                          <m:t>, </m:t>
                        </m:r>
                        <m:r>
                          <a:rPr lang="en-US" b="0" i="1" smtClean="0">
                            <a:latin typeface="Cambria Math" panose="02040503050406030204" pitchFamily="18" charset="0"/>
                            <a:ea typeface="Tahoma" panose="020B0604030504040204" pitchFamily="34" charset="0"/>
                            <a:cs typeface="Tahoma" panose="020B0604030504040204" pitchFamily="34" charset="0"/>
                          </a:rPr>
                          <m:t>𝛾</m:t>
                        </m:r>
                      </m:e>
                    </m:d>
                  </m:oMath>
                </a14:m>
                <a:r>
                  <a:rPr lang="en-US" b="0" dirty="0">
                    <a:latin typeface="Tahoma" panose="020B0604030504040204" pitchFamily="34" charset="0"/>
                    <a:ea typeface="Tahoma" panose="020B0604030504040204" pitchFamily="34" charset="0"/>
                    <a:cs typeface="Tahoma" panose="020B0604030504040204" pitchFamily="34" charset="0"/>
                  </a:rPr>
                  <a:t>, and policy </a:t>
                </a:r>
                <a14:m>
                  <m:oMath xmlns:m="http://schemas.openxmlformats.org/officeDocument/2006/math">
                    <m:r>
                      <a:rPr lang="en-US" b="0" i="1" smtClean="0">
                        <a:latin typeface="Cambria Math" panose="02040503050406030204" pitchFamily="18" charset="0"/>
                        <a:ea typeface="Tahoma" panose="020B0604030504040204" pitchFamily="34" charset="0"/>
                        <a:cs typeface="Tahoma" panose="020B0604030504040204" pitchFamily="34" charset="0"/>
                      </a:rPr>
                      <m:t>𝜋</m:t>
                    </m:r>
                  </m:oMath>
                </a14:m>
                <a:r>
                  <a:rPr lang="en-US" b="0" dirty="0">
                    <a:latin typeface="Tahoma" panose="020B0604030504040204" pitchFamily="34" charset="0"/>
                    <a:ea typeface="Tahoma" panose="020B0604030504040204" pitchFamily="34" charset="0"/>
                    <a:cs typeface="Tahoma" panose="020B0604030504040204" pitchFamily="34" charset="0"/>
                  </a:rPr>
                  <a:t> gives the expected return from a state following that policy,</a:t>
                </a:r>
                <a:endParaRPr lang="en-US" sz="1600" b="0" dirty="0">
                  <a:latin typeface="Tahoma" panose="020B0604030504040204" pitchFamily="34" charset="0"/>
                  <a:ea typeface="Tahoma" panose="020B0604030504040204" pitchFamily="34" charset="0"/>
                  <a:cs typeface="Tahoma" panose="020B0604030504040204" pitchFamily="34" charset="0"/>
                </a:endParaRPr>
              </a:p>
              <a:p>
                <a:pPr marL="1203325" indent="-685800">
                  <a:buSzPct val="85000"/>
                  <a:buFont typeface="Wingdings 3" panose="05040102010807070707" pitchFamily="18" charset="2"/>
                  <a:buChar char=""/>
                </a:pPr>
                <a14:m>
                  <m:oMath xmlns:m="http://schemas.openxmlformats.org/officeDocument/2006/math">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𝑣</m:t>
                        </m:r>
                      </m:e>
                      <m:sub>
                        <m:r>
                          <a:rPr lang="en-US" b="0">
                            <a:latin typeface="Cambria Math" panose="02040503050406030204" pitchFamily="18" charset="0"/>
                            <a:ea typeface="Tahoma" panose="020B0604030504040204" pitchFamily="34" charset="0"/>
                            <a:cs typeface="Tahoma" panose="020B0604030504040204" pitchFamily="34" charset="0"/>
                          </a:rPr>
                          <m:t>𝜋</m:t>
                        </m:r>
                      </m:sub>
                    </m:sSub>
                    <m:d>
                      <m:dPr>
                        <m:ctrlPr>
                          <a:rPr lang="en-US" b="0" i="1">
                            <a:latin typeface="Cambria Math" panose="02040503050406030204" pitchFamily="18" charset="0"/>
                            <a:ea typeface="Tahoma" panose="020B0604030504040204" pitchFamily="34" charset="0"/>
                            <a:cs typeface="Tahoma" panose="020B0604030504040204" pitchFamily="34" charset="0"/>
                          </a:rPr>
                        </m:ctrlPr>
                      </m:dPr>
                      <m:e>
                        <m:r>
                          <a:rPr lang="en-US" b="0">
                            <a:latin typeface="Cambria Math" panose="02040503050406030204" pitchFamily="18" charset="0"/>
                            <a:ea typeface="Tahoma" panose="020B0604030504040204" pitchFamily="34" charset="0"/>
                            <a:cs typeface="Tahoma" panose="020B0604030504040204" pitchFamily="34" charset="0"/>
                          </a:rPr>
                          <m:t>𝑠</m:t>
                        </m:r>
                      </m:e>
                    </m:d>
                    <m:r>
                      <a:rPr lang="en-US" b="0">
                        <a:latin typeface="Cambria Math" panose="02040503050406030204" pitchFamily="18" charset="0"/>
                        <a:ea typeface="Tahoma" panose="020B0604030504040204" pitchFamily="34" charset="0"/>
                        <a:cs typeface="Tahoma" panose="020B0604030504040204" pitchFamily="34" charset="0"/>
                      </a:rPr>
                      <m:t>=</m:t>
                    </m:r>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𝔼</m:t>
                        </m:r>
                      </m:e>
                      <m:sub>
                        <m:r>
                          <a:rPr lang="en-US" b="0">
                            <a:latin typeface="Cambria Math" panose="02040503050406030204" pitchFamily="18" charset="0"/>
                            <a:ea typeface="Tahoma" panose="020B0604030504040204" pitchFamily="34" charset="0"/>
                            <a:cs typeface="Tahoma" panose="020B0604030504040204" pitchFamily="34" charset="0"/>
                          </a:rPr>
                          <m:t>𝜋</m:t>
                        </m:r>
                      </m:sub>
                    </m:sSub>
                    <m:d>
                      <m:dPr>
                        <m:begChr m:val="["/>
                        <m:endChr m:val="]"/>
                        <m:ctrlPr>
                          <a:rPr lang="en-US" b="0" i="1">
                            <a:latin typeface="Cambria Math" panose="02040503050406030204" pitchFamily="18" charset="0"/>
                            <a:ea typeface="Tahoma" panose="020B0604030504040204" pitchFamily="34" charset="0"/>
                            <a:cs typeface="Tahoma" panose="020B0604030504040204" pitchFamily="34" charset="0"/>
                          </a:rPr>
                        </m:ctrlPr>
                      </m:dPr>
                      <m:e>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𝐺</m:t>
                            </m:r>
                          </m:e>
                          <m:sub>
                            <m:r>
                              <a:rPr lang="en-US" b="0">
                                <a:latin typeface="Cambria Math" panose="02040503050406030204" pitchFamily="18" charset="0"/>
                                <a:ea typeface="Tahoma" panose="020B0604030504040204" pitchFamily="34" charset="0"/>
                                <a:cs typeface="Tahoma" panose="020B0604030504040204" pitchFamily="34" charset="0"/>
                              </a:rPr>
                              <m:t>𝑡</m:t>
                            </m:r>
                          </m:sub>
                        </m:sSub>
                        <m:r>
                          <a:rPr lang="en-US" b="0">
                            <a:latin typeface="Cambria Math" panose="02040503050406030204" pitchFamily="18" charset="0"/>
                            <a:ea typeface="Tahoma" panose="020B0604030504040204" pitchFamily="34" charset="0"/>
                            <a:cs typeface="Tahoma" panose="020B0604030504040204" pitchFamily="34" charset="0"/>
                          </a:rPr>
                          <m:t>  |  </m:t>
                        </m:r>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𝑆</m:t>
                            </m:r>
                          </m:e>
                          <m:sub>
                            <m:r>
                              <a:rPr lang="en-US" b="0">
                                <a:latin typeface="Cambria Math" panose="02040503050406030204" pitchFamily="18" charset="0"/>
                                <a:ea typeface="Tahoma" panose="020B0604030504040204" pitchFamily="34" charset="0"/>
                                <a:cs typeface="Tahoma" panose="020B0604030504040204" pitchFamily="34" charset="0"/>
                              </a:rPr>
                              <m:t>𝑡</m:t>
                            </m:r>
                          </m:sub>
                        </m:sSub>
                        <m:r>
                          <a:rPr lang="en-US" b="0">
                            <a:latin typeface="Cambria Math" panose="02040503050406030204" pitchFamily="18" charset="0"/>
                            <a:ea typeface="Tahoma" panose="020B0604030504040204" pitchFamily="34" charset="0"/>
                            <a:cs typeface="Tahoma" panose="020B0604030504040204" pitchFamily="34" charset="0"/>
                          </a:rPr>
                          <m:t>=</m:t>
                        </m:r>
                        <m:r>
                          <a:rPr lang="en-US" b="0">
                            <a:latin typeface="Cambria Math" panose="02040503050406030204" pitchFamily="18" charset="0"/>
                            <a:ea typeface="Tahoma" panose="020B0604030504040204" pitchFamily="34" charset="0"/>
                            <a:cs typeface="Tahoma" panose="020B0604030504040204" pitchFamily="34" charset="0"/>
                          </a:rPr>
                          <m:t>𝑠</m:t>
                        </m:r>
                      </m:e>
                    </m:d>
                  </m:oMath>
                </a14:m>
                <a:endParaRPr lang="en-US" b="0" dirty="0">
                  <a:latin typeface="Tahoma" panose="020B0604030504040204" pitchFamily="34" charset="0"/>
                  <a:ea typeface="Tahoma" panose="020B0604030504040204" pitchFamily="34" charset="0"/>
                  <a:cs typeface="Tahoma" panose="020B0604030504040204" pitchFamily="34" charset="0"/>
                </a:endParaRPr>
              </a:p>
              <a:p>
                <a:pPr marL="1203325" indent="-685800">
                  <a:buSzPct val="85000"/>
                  <a:buFont typeface="Wingdings 3" panose="05040102010807070707" pitchFamily="18" charset="2"/>
                  <a:buChar char=""/>
                </a:pPr>
                <a:r>
                  <a:rPr lang="en-US" b="0" dirty="0">
                    <a:latin typeface="Tahoma" panose="020B0604030504040204" pitchFamily="34" charset="0"/>
                    <a:ea typeface="Tahoma" panose="020B0604030504040204" pitchFamily="34" charset="0"/>
                    <a:cs typeface="Tahoma" panose="020B0604030504040204" pitchFamily="34" charset="0"/>
                  </a:rPr>
                  <a:t>with state sequence </a:t>
                </a:r>
                <a14:m>
                  <m:oMath xmlns:m="http://schemas.openxmlformats.org/officeDocument/2006/math">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𝑆</m:t>
                        </m:r>
                      </m:e>
                      <m:sub>
                        <m:r>
                          <a:rPr lang="en-US" b="0">
                            <a:latin typeface="Cambria Math" panose="02040503050406030204" pitchFamily="18" charset="0"/>
                            <a:ea typeface="Tahoma" panose="020B0604030504040204" pitchFamily="34" charset="0"/>
                            <a:cs typeface="Tahoma" panose="020B0604030504040204" pitchFamily="34" charset="0"/>
                          </a:rPr>
                          <m:t>1</m:t>
                        </m:r>
                      </m:sub>
                    </m:sSub>
                    <m:r>
                      <a:rPr lang="en-US" b="0">
                        <a:latin typeface="Cambria Math" panose="02040503050406030204" pitchFamily="18" charset="0"/>
                        <a:ea typeface="Tahoma" panose="020B0604030504040204" pitchFamily="34" charset="0"/>
                        <a:cs typeface="Tahoma" panose="020B0604030504040204" pitchFamily="34" charset="0"/>
                      </a:rPr>
                      <m:t>, </m:t>
                    </m:r>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𝑆</m:t>
                        </m:r>
                      </m:e>
                      <m:sub>
                        <m:r>
                          <a:rPr lang="en-US" b="0">
                            <a:latin typeface="Cambria Math" panose="02040503050406030204" pitchFamily="18" charset="0"/>
                            <a:ea typeface="Tahoma" panose="020B0604030504040204" pitchFamily="34" charset="0"/>
                            <a:cs typeface="Tahoma" panose="020B0604030504040204" pitchFamily="34" charset="0"/>
                          </a:rPr>
                          <m:t>2</m:t>
                        </m:r>
                      </m:sub>
                    </m:sSub>
                    <m:r>
                      <a:rPr lang="en-US" b="0">
                        <a:latin typeface="Cambria Math" panose="02040503050406030204" pitchFamily="18" charset="0"/>
                        <a:ea typeface="Tahoma" panose="020B0604030504040204" pitchFamily="34" charset="0"/>
                        <a:cs typeface="Tahoma" panose="020B0604030504040204" pitchFamily="34" charset="0"/>
                      </a:rPr>
                      <m:t>, …, </m:t>
                    </m:r>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𝑆</m:t>
                        </m:r>
                      </m:e>
                      <m:sub>
                        <m:r>
                          <a:rPr lang="en-US" b="0">
                            <a:latin typeface="Cambria Math" panose="02040503050406030204" pitchFamily="18" charset="0"/>
                            <a:ea typeface="Tahoma" panose="020B0604030504040204" pitchFamily="34" charset="0"/>
                            <a:cs typeface="Tahoma" panose="020B0604030504040204" pitchFamily="34" charset="0"/>
                          </a:rPr>
                          <m:t>𝑛</m:t>
                        </m:r>
                      </m:sub>
                    </m:sSub>
                  </m:oMath>
                </a14:m>
                <a:endParaRPr lang="en-US" b="0" dirty="0">
                  <a:latin typeface="Tahoma" panose="020B0604030504040204" pitchFamily="34" charset="0"/>
                  <a:ea typeface="Tahoma" panose="020B0604030504040204" pitchFamily="34" charset="0"/>
                  <a:cs typeface="Tahoma" panose="020B0604030504040204" pitchFamily="34" charset="0"/>
                </a:endParaRPr>
              </a:p>
              <a:p>
                <a:pPr marL="517525" indent="0">
                  <a:buSzPct val="85000"/>
                  <a:buNone/>
                </a:pPr>
                <a:endParaRPr lang="en-US" b="0" dirty="0">
                  <a:latin typeface="Tahoma" panose="020B0604030504040204" pitchFamily="34" charset="0"/>
                  <a:ea typeface="Tahoma" panose="020B0604030504040204" pitchFamily="34" charset="0"/>
                  <a:cs typeface="Tahoma" panose="020B0604030504040204" pitchFamily="34" charset="0"/>
                </a:endParaRP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The </a:t>
                </a:r>
                <a:r>
                  <a:rPr lang="en-US" b="0" dirty="0">
                    <a:solidFill>
                      <a:srgbClr val="FF0000"/>
                    </a:solidFill>
                    <a:latin typeface="Tahoma" panose="020B0604030504040204" pitchFamily="34" charset="0"/>
                    <a:ea typeface="Tahoma" panose="020B0604030504040204" pitchFamily="34" charset="0"/>
                    <a:cs typeface="Tahoma" panose="020B0604030504040204" pitchFamily="34" charset="0"/>
                  </a:rPr>
                  <a:t>action-state-value function </a:t>
                </a:r>
                <a:r>
                  <a:rPr lang="en-US" b="0" dirty="0">
                    <a:latin typeface="Tahoma" panose="020B0604030504040204" pitchFamily="34" charset="0"/>
                    <a:ea typeface="Tahoma" panose="020B0604030504040204" pitchFamily="34" charset="0"/>
                    <a:cs typeface="Tahoma" panose="020B0604030504040204" pitchFamily="34" charset="0"/>
                  </a:rPr>
                  <a:t>gives the expected return from a state taking action </a:t>
                </a:r>
                <a14:m>
                  <m:oMath xmlns:m="http://schemas.openxmlformats.org/officeDocument/2006/math">
                    <m:r>
                      <a:rPr lang="en-US" b="0" i="1" smtClean="0">
                        <a:latin typeface="Cambria Math" panose="02040503050406030204" pitchFamily="18" charset="0"/>
                        <a:ea typeface="Tahoma" panose="020B0604030504040204" pitchFamily="34" charset="0"/>
                        <a:cs typeface="Tahoma" panose="020B0604030504040204" pitchFamily="34" charset="0"/>
                      </a:rPr>
                      <m:t>𝑎</m:t>
                    </m:r>
                  </m:oMath>
                </a14:m>
                <a:r>
                  <a:rPr lang="en-US" b="0" dirty="0">
                    <a:latin typeface="Tahoma" panose="020B0604030504040204" pitchFamily="34" charset="0"/>
                    <a:ea typeface="Tahoma" panose="020B0604030504040204" pitchFamily="34" charset="0"/>
                    <a:cs typeface="Tahoma" panose="020B0604030504040204" pitchFamily="34" charset="0"/>
                  </a:rPr>
                  <a:t> and then following that policy</a:t>
                </a:r>
                <a:br>
                  <a:rPr lang="en-US" b="0" dirty="0">
                    <a:latin typeface="Tahoma" panose="020B0604030504040204" pitchFamily="34" charset="0"/>
                    <a:ea typeface="Tahoma" panose="020B0604030504040204" pitchFamily="34" charset="0"/>
                    <a:cs typeface="Tahoma" panose="020B0604030504040204" pitchFamily="34" charset="0"/>
                  </a:rPr>
                </a:br>
                <a:endParaRPr lang="en-US" sz="1400" b="0" dirty="0">
                  <a:latin typeface="Tahoma" panose="020B0604030504040204" pitchFamily="34" charset="0"/>
                  <a:ea typeface="Tahoma" panose="020B0604030504040204" pitchFamily="34" charset="0"/>
                  <a:cs typeface="Tahoma" panose="020B0604030504040204" pitchFamily="34" charset="0"/>
                </a:endParaRPr>
              </a:p>
              <a:p>
                <a:pPr marL="1203325" indent="-685800">
                  <a:buSzPct val="85000"/>
                  <a:buFont typeface="Wingdings 3" panose="05040102010807070707" pitchFamily="18" charset="2"/>
                  <a:buChar char=""/>
                </a:pPr>
                <a14:m>
                  <m:oMath xmlns:m="http://schemas.openxmlformats.org/officeDocument/2006/math">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𝑞</m:t>
                        </m:r>
                      </m:e>
                      <m:sub>
                        <m:r>
                          <a:rPr lang="en-US" b="0">
                            <a:latin typeface="Cambria Math" panose="02040503050406030204" pitchFamily="18" charset="0"/>
                            <a:ea typeface="Tahoma" panose="020B0604030504040204" pitchFamily="34" charset="0"/>
                            <a:cs typeface="Tahoma" panose="020B0604030504040204" pitchFamily="34" charset="0"/>
                          </a:rPr>
                          <m:t>𝜋</m:t>
                        </m:r>
                      </m:sub>
                    </m:sSub>
                    <m:d>
                      <m:dPr>
                        <m:ctrlPr>
                          <a:rPr lang="en-US" b="0" i="1">
                            <a:latin typeface="Cambria Math" panose="02040503050406030204" pitchFamily="18" charset="0"/>
                            <a:ea typeface="Tahoma" panose="020B0604030504040204" pitchFamily="34" charset="0"/>
                            <a:cs typeface="Tahoma" panose="020B0604030504040204" pitchFamily="34" charset="0"/>
                          </a:rPr>
                        </m:ctrlPr>
                      </m:dPr>
                      <m:e>
                        <m:r>
                          <a:rPr lang="en-US" b="0">
                            <a:latin typeface="Cambria Math" panose="02040503050406030204" pitchFamily="18" charset="0"/>
                            <a:ea typeface="Tahoma" panose="020B0604030504040204" pitchFamily="34" charset="0"/>
                            <a:cs typeface="Tahoma" panose="020B0604030504040204" pitchFamily="34" charset="0"/>
                          </a:rPr>
                          <m:t>𝑠</m:t>
                        </m:r>
                        <m:r>
                          <a:rPr lang="en-US" b="0">
                            <a:latin typeface="Cambria Math" panose="02040503050406030204" pitchFamily="18" charset="0"/>
                            <a:ea typeface="Tahoma" panose="020B0604030504040204" pitchFamily="34" charset="0"/>
                            <a:cs typeface="Tahoma" panose="020B0604030504040204" pitchFamily="34" charset="0"/>
                          </a:rPr>
                          <m:t>, </m:t>
                        </m:r>
                        <m:r>
                          <a:rPr lang="en-US" b="0">
                            <a:latin typeface="Cambria Math" panose="02040503050406030204" pitchFamily="18" charset="0"/>
                            <a:ea typeface="Tahoma" panose="020B0604030504040204" pitchFamily="34" charset="0"/>
                            <a:cs typeface="Tahoma" panose="020B0604030504040204" pitchFamily="34" charset="0"/>
                          </a:rPr>
                          <m:t>𝑎</m:t>
                        </m:r>
                      </m:e>
                    </m:d>
                    <m:r>
                      <a:rPr lang="en-US" b="0">
                        <a:latin typeface="Cambria Math" panose="02040503050406030204" pitchFamily="18" charset="0"/>
                        <a:ea typeface="Tahoma" panose="020B0604030504040204" pitchFamily="34" charset="0"/>
                        <a:cs typeface="Tahoma" panose="020B0604030504040204" pitchFamily="34" charset="0"/>
                      </a:rPr>
                      <m:t>=</m:t>
                    </m:r>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𝔼</m:t>
                        </m:r>
                      </m:e>
                      <m:sub>
                        <m:r>
                          <a:rPr lang="en-US" b="0">
                            <a:latin typeface="Cambria Math" panose="02040503050406030204" pitchFamily="18" charset="0"/>
                            <a:ea typeface="Tahoma" panose="020B0604030504040204" pitchFamily="34" charset="0"/>
                            <a:cs typeface="Tahoma" panose="020B0604030504040204" pitchFamily="34" charset="0"/>
                          </a:rPr>
                          <m:t>𝜋</m:t>
                        </m:r>
                      </m:sub>
                    </m:sSub>
                    <m:d>
                      <m:dPr>
                        <m:begChr m:val="["/>
                        <m:endChr m:val="]"/>
                        <m:ctrlPr>
                          <a:rPr lang="en-US" b="0" i="1">
                            <a:latin typeface="Cambria Math" panose="02040503050406030204" pitchFamily="18" charset="0"/>
                            <a:ea typeface="Tahoma" panose="020B0604030504040204" pitchFamily="34" charset="0"/>
                            <a:cs typeface="Tahoma" panose="020B0604030504040204" pitchFamily="34" charset="0"/>
                          </a:rPr>
                        </m:ctrlPr>
                      </m:dPr>
                      <m:e>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𝐺</m:t>
                            </m:r>
                          </m:e>
                          <m:sub>
                            <m:r>
                              <a:rPr lang="en-US" b="0">
                                <a:latin typeface="Cambria Math" panose="02040503050406030204" pitchFamily="18" charset="0"/>
                                <a:ea typeface="Tahoma" panose="020B0604030504040204" pitchFamily="34" charset="0"/>
                                <a:cs typeface="Tahoma" panose="020B0604030504040204" pitchFamily="34" charset="0"/>
                              </a:rPr>
                              <m:t>𝑡</m:t>
                            </m:r>
                          </m:sub>
                        </m:sSub>
                        <m:r>
                          <a:rPr lang="en-US" b="0">
                            <a:latin typeface="Cambria Math" panose="02040503050406030204" pitchFamily="18" charset="0"/>
                            <a:ea typeface="Tahoma" panose="020B0604030504040204" pitchFamily="34" charset="0"/>
                            <a:cs typeface="Tahoma" panose="020B0604030504040204" pitchFamily="34" charset="0"/>
                          </a:rPr>
                          <m:t>  |  </m:t>
                        </m:r>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𝑆</m:t>
                            </m:r>
                          </m:e>
                          <m:sub>
                            <m:r>
                              <a:rPr lang="en-US" b="0">
                                <a:latin typeface="Cambria Math" panose="02040503050406030204" pitchFamily="18" charset="0"/>
                                <a:ea typeface="Tahoma" panose="020B0604030504040204" pitchFamily="34" charset="0"/>
                                <a:cs typeface="Tahoma" panose="020B0604030504040204" pitchFamily="34" charset="0"/>
                              </a:rPr>
                              <m:t>𝑡</m:t>
                            </m:r>
                          </m:sub>
                        </m:sSub>
                        <m:r>
                          <a:rPr lang="en-US" b="0">
                            <a:latin typeface="Cambria Math" panose="02040503050406030204" pitchFamily="18" charset="0"/>
                            <a:ea typeface="Tahoma" panose="020B0604030504040204" pitchFamily="34" charset="0"/>
                            <a:cs typeface="Tahoma" panose="020B0604030504040204" pitchFamily="34" charset="0"/>
                          </a:rPr>
                          <m:t>=</m:t>
                        </m:r>
                        <m:r>
                          <a:rPr lang="en-US" b="0">
                            <a:latin typeface="Cambria Math" panose="02040503050406030204" pitchFamily="18" charset="0"/>
                            <a:ea typeface="Tahoma" panose="020B0604030504040204" pitchFamily="34" charset="0"/>
                            <a:cs typeface="Tahoma" panose="020B0604030504040204" pitchFamily="34" charset="0"/>
                          </a:rPr>
                          <m:t>𝑠</m:t>
                        </m:r>
                        <m:r>
                          <a:rPr lang="en-US" b="0">
                            <a:latin typeface="Cambria Math" panose="02040503050406030204" pitchFamily="18" charset="0"/>
                            <a:ea typeface="Tahoma" panose="020B0604030504040204" pitchFamily="34" charset="0"/>
                            <a:cs typeface="Tahoma" panose="020B0604030504040204" pitchFamily="34" charset="0"/>
                          </a:rPr>
                          <m:t>, </m:t>
                        </m:r>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𝐴</m:t>
                            </m:r>
                          </m:e>
                          <m:sub>
                            <m:r>
                              <a:rPr lang="en-US" b="0">
                                <a:latin typeface="Cambria Math" panose="02040503050406030204" pitchFamily="18" charset="0"/>
                                <a:ea typeface="Tahoma" panose="020B0604030504040204" pitchFamily="34" charset="0"/>
                                <a:cs typeface="Tahoma" panose="020B0604030504040204" pitchFamily="34" charset="0"/>
                              </a:rPr>
                              <m:t>𝑡</m:t>
                            </m:r>
                          </m:sub>
                        </m:sSub>
                        <m:r>
                          <a:rPr lang="en-US" b="0">
                            <a:latin typeface="Cambria Math" panose="02040503050406030204" pitchFamily="18" charset="0"/>
                            <a:ea typeface="Tahoma" panose="020B0604030504040204" pitchFamily="34" charset="0"/>
                            <a:cs typeface="Tahoma" panose="020B0604030504040204" pitchFamily="34" charset="0"/>
                          </a:rPr>
                          <m:t>=</m:t>
                        </m:r>
                        <m:r>
                          <a:rPr lang="en-US" b="0">
                            <a:latin typeface="Cambria Math" panose="02040503050406030204" pitchFamily="18" charset="0"/>
                            <a:ea typeface="Tahoma" panose="020B0604030504040204" pitchFamily="34" charset="0"/>
                            <a:cs typeface="Tahoma" panose="020B0604030504040204" pitchFamily="34" charset="0"/>
                          </a:rPr>
                          <m:t>𝑎</m:t>
                        </m:r>
                      </m:e>
                    </m:d>
                  </m:oMath>
                </a14:m>
                <a:endParaRPr lang="en-US" b="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2" name="Text Placeholder 11">
                <a:extLst>
                  <a:ext uri="{FF2B5EF4-FFF2-40B4-BE49-F238E27FC236}">
                    <a16:creationId xmlns:a16="http://schemas.microsoft.com/office/drawing/2014/main" id="{D9B4FA66-70DB-AA66-E0B4-617169B6E814}"/>
                  </a:ext>
                </a:extLst>
              </p:cNvPr>
              <p:cNvSpPr>
                <a:spLocks noGrp="1" noRot="1" noChangeAspect="1" noMove="1" noResize="1" noEditPoints="1" noAdjustHandles="1" noChangeArrowheads="1" noChangeShapeType="1" noTextEdit="1"/>
              </p:cNvSpPr>
              <p:nvPr>
                <p:ph type="body" idx="1"/>
              </p:nvPr>
            </p:nvSpPr>
            <p:spPr>
              <a:xfrm>
                <a:off x="291403" y="1312351"/>
                <a:ext cx="8839898" cy="5013325"/>
              </a:xfrm>
              <a:blipFill>
                <a:blip r:embed="rId3"/>
                <a:stretch>
                  <a:fillRect l="-138" t="-1094"/>
                </a:stretch>
              </a:blipFill>
            </p:spPr>
            <p:txBody>
              <a:bodyPr/>
              <a:lstStyle/>
              <a:p>
                <a:r>
                  <a:rPr lang="en-US">
                    <a:noFill/>
                  </a:rPr>
                  <a:t> </a:t>
                </a:r>
              </a:p>
            </p:txBody>
          </p:sp>
        </mc:Fallback>
      </mc:AlternateContent>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Value Functions</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sp>
        <p:nvSpPr>
          <p:cNvPr id="2" name="Slide Number Placeholder 1">
            <a:extLst>
              <a:ext uri="{FF2B5EF4-FFF2-40B4-BE49-F238E27FC236}">
                <a16:creationId xmlns:a16="http://schemas.microsoft.com/office/drawing/2014/main" id="{5A2A0E75-36BE-64B5-BD0D-E0803F116436}"/>
              </a:ext>
            </a:extLst>
          </p:cNvPr>
          <p:cNvSpPr>
            <a:spLocks noGrp="1"/>
          </p:cNvSpPr>
          <p:nvPr>
            <p:ph type="sldNum" sz="quarter" idx="2"/>
          </p:nvPr>
        </p:nvSpPr>
        <p:spPr/>
        <p:txBody>
          <a:bodyPr/>
          <a:lstStyle/>
          <a:p>
            <a:fld id="{86CB4B4D-7CA3-9044-876B-883B54F8677D}" type="slidenum">
              <a:rPr lang="en-US" smtClean="0"/>
              <a:t>38</a:t>
            </a:fld>
            <a:endParaRPr lang="en-US"/>
          </a:p>
        </p:txBody>
      </p:sp>
      <p:sp>
        <p:nvSpPr>
          <p:cNvPr id="3" name="Date Placeholder 3">
            <a:extLst>
              <a:ext uri="{FF2B5EF4-FFF2-40B4-BE49-F238E27FC236}">
                <a16:creationId xmlns:a16="http://schemas.microsoft.com/office/drawing/2014/main" id="{9C44FDF4-48DA-B838-836B-DB58F04818C1}"/>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183AD9A1-8C7E-81E4-6757-7B0BE430F4A6}"/>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5D0D5514-FFB0-17A3-99B8-D2F0BBE17D13}"/>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38</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839170747"/>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grpSp>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Example: The 7 lives of cats (state-value)</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sp>
        <p:nvSpPr>
          <p:cNvPr id="2" name="Slide Number Placeholder 1">
            <a:extLst>
              <a:ext uri="{FF2B5EF4-FFF2-40B4-BE49-F238E27FC236}">
                <a16:creationId xmlns:a16="http://schemas.microsoft.com/office/drawing/2014/main" id="{ED476008-20B6-D979-5184-71A98811697B}"/>
              </a:ext>
            </a:extLst>
          </p:cNvPr>
          <p:cNvSpPr>
            <a:spLocks noGrp="1"/>
          </p:cNvSpPr>
          <p:nvPr>
            <p:ph type="sldNum" sz="quarter" idx="2"/>
          </p:nvPr>
        </p:nvSpPr>
        <p:spPr/>
        <p:txBody>
          <a:bodyPr/>
          <a:lstStyle/>
          <a:p>
            <a:fld id="{86CB4B4D-7CA3-9044-876B-883B54F8677D}" type="slidenum">
              <a:rPr lang="en-US" smtClean="0"/>
              <a:t>39</a:t>
            </a:fld>
            <a:endParaRPr lang="en-US"/>
          </a:p>
        </p:txBody>
      </p:sp>
      <p:sp>
        <p:nvSpPr>
          <p:cNvPr id="8" name="Date Placeholder 3">
            <a:extLst>
              <a:ext uri="{FF2B5EF4-FFF2-40B4-BE49-F238E27FC236}">
                <a16:creationId xmlns:a16="http://schemas.microsoft.com/office/drawing/2014/main" id="{A89EAB4C-5AD4-C1BD-A78C-4BC90311291B}"/>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Footer Placeholder 5">
            <a:extLst>
              <a:ext uri="{FF2B5EF4-FFF2-40B4-BE49-F238E27FC236}">
                <a16:creationId xmlns:a16="http://schemas.microsoft.com/office/drawing/2014/main" id="{485BF520-1866-6A92-31D8-112A0CB8F10D}"/>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01570D6C-03D4-2A47-5A35-AE29A1C51255}"/>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39</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grpSp>
        <p:nvGrpSpPr>
          <p:cNvPr id="15" name="Group 14">
            <a:extLst>
              <a:ext uri="{FF2B5EF4-FFF2-40B4-BE49-F238E27FC236}">
                <a16:creationId xmlns:a16="http://schemas.microsoft.com/office/drawing/2014/main" id="{56518513-B072-6BE4-208E-D9D99BE0CBE4}"/>
              </a:ext>
            </a:extLst>
          </p:cNvPr>
          <p:cNvGrpSpPr/>
          <p:nvPr/>
        </p:nvGrpSpPr>
        <p:grpSpPr>
          <a:xfrm>
            <a:off x="1442929" y="1252220"/>
            <a:ext cx="6242055" cy="5244874"/>
            <a:chOff x="1442929" y="1252220"/>
            <a:chExt cx="6242055" cy="5244874"/>
          </a:xfrm>
        </p:grpSpPr>
        <p:pic>
          <p:nvPicPr>
            <p:cNvPr id="3" name="Picture 2">
              <a:extLst>
                <a:ext uri="{FF2B5EF4-FFF2-40B4-BE49-F238E27FC236}">
                  <a16:creationId xmlns:a16="http://schemas.microsoft.com/office/drawing/2014/main" id="{02A66829-CE3E-6453-DBFF-C3E1839E9B35}"/>
                </a:ext>
              </a:extLst>
            </p:cNvPr>
            <p:cNvPicPr>
              <a:picLocks noChangeAspect="1"/>
            </p:cNvPicPr>
            <p:nvPr/>
          </p:nvPicPr>
          <p:blipFill rotWithShape="1">
            <a:blip r:embed="rId3"/>
            <a:srcRect b="10889"/>
            <a:stretch/>
          </p:blipFill>
          <p:spPr>
            <a:xfrm>
              <a:off x="1442929" y="1252220"/>
              <a:ext cx="6242055" cy="4812104"/>
            </a:xfrm>
            <a:prstGeom prst="rect">
              <a:avLst/>
            </a:prstGeom>
          </p:spPr>
        </p:pic>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600A52B6-D445-BB00-E1D5-B4600448EC56}"/>
                    </a:ext>
                  </a:extLst>
                </p:cNvPr>
                <p:cNvSpPr txBox="1"/>
                <p:nvPr/>
              </p:nvSpPr>
              <p:spPr>
                <a:xfrm>
                  <a:off x="1442929" y="5963615"/>
                  <a:ext cx="6242055" cy="533479"/>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8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ctrlPr>
                          </m:sSubPr>
                          <m:e>
                            <m:r>
                              <a:rPr kumimoji="0" lang="en-US" sz="28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𝑣</m:t>
                            </m:r>
                          </m:e>
                          <m:sub>
                            <m:r>
                              <a:rPr kumimoji="0" lang="en-US" sz="28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𝜋</m:t>
                            </m:r>
                          </m:sub>
                        </m:sSub>
                        <m:d>
                          <m:dPr>
                            <m:ctrlPr>
                              <a:rPr kumimoji="0" lang="en-US" sz="28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ctrlPr>
                          </m:dPr>
                          <m:e>
                            <m:r>
                              <a:rPr kumimoji="0" lang="en-US" sz="28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𝑠</m:t>
                            </m:r>
                          </m:e>
                        </m:d>
                        <m:r>
                          <a:rPr kumimoji="0" lang="en-US" sz="2800" b="0" i="0"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 </m:t>
                        </m:r>
                        <m:r>
                          <m:rPr>
                            <m:sty m:val="p"/>
                          </m:rPr>
                          <a:rPr kumimoji="0" lang="en-US" sz="2800" b="0" i="0"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for</m:t>
                        </m:r>
                        <m:r>
                          <a:rPr kumimoji="0" lang="en-US" sz="2800" b="0" i="0"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 </m:t>
                        </m:r>
                        <m:r>
                          <a:rPr kumimoji="0" lang="en-US" sz="28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 </m:t>
                        </m:r>
                        <m:r>
                          <a:rPr kumimoji="0" lang="en-US" sz="28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𝜋</m:t>
                        </m:r>
                        <m:d>
                          <m:dPr>
                            <m:ctrlPr>
                              <a:rPr kumimoji="0" lang="en-US" sz="28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ctrlPr>
                          </m:dPr>
                          <m:e>
                            <m:r>
                              <a:rPr kumimoji="0" lang="en-US" sz="28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𝑎</m:t>
                            </m:r>
                            <m:r>
                              <a:rPr kumimoji="0" lang="en-US" sz="28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m:t>
                            </m:r>
                            <m:r>
                              <a:rPr kumimoji="0" lang="en-US" sz="28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𝑠</m:t>
                            </m:r>
                          </m:e>
                        </m:d>
                        <m:r>
                          <a:rPr kumimoji="0" lang="en-US" sz="28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=0.5,  </m:t>
                        </m:r>
                        <m:r>
                          <a:rPr kumimoji="0" lang="en-US" sz="28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𝛾</m:t>
                        </m:r>
                        <m:r>
                          <a:rPr kumimoji="0" lang="en-US" sz="28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=0.95</m:t>
                        </m:r>
                      </m:oMath>
                    </m:oMathPara>
                  </a14:m>
                  <a:endParaRPr kumimoji="0" lang="en-MY" sz="2800" b="0" i="0" u="none" strike="noStrike" cap="none" spc="0" normalizeH="0" baseline="0" dirty="0">
                    <a:ln>
                      <a:noFill/>
                    </a:ln>
                    <a:solidFill>
                      <a:srgbClr val="000000"/>
                    </a:solidFill>
                    <a:effectLst/>
                    <a:uFillTx/>
                    <a:latin typeface="+mj-lt"/>
                    <a:ea typeface="+mj-ea"/>
                    <a:cs typeface="+mj-cs"/>
                    <a:sym typeface="Gill Sans"/>
                  </a:endParaRPr>
                </a:p>
              </p:txBody>
            </p:sp>
          </mc:Choice>
          <mc:Fallback>
            <p:sp>
              <p:nvSpPr>
                <p:cNvPr id="14" name="TextBox 13">
                  <a:extLst>
                    <a:ext uri="{FF2B5EF4-FFF2-40B4-BE49-F238E27FC236}">
                      <a16:creationId xmlns:a16="http://schemas.microsoft.com/office/drawing/2014/main" id="{600A52B6-D445-BB00-E1D5-B4600448EC56}"/>
                    </a:ext>
                  </a:extLst>
                </p:cNvPr>
                <p:cNvSpPr txBox="1">
                  <a:spLocks noRot="1" noChangeAspect="1" noMove="1" noResize="1" noEditPoints="1" noAdjustHandles="1" noChangeArrowheads="1" noChangeShapeType="1" noTextEdit="1"/>
                </p:cNvSpPr>
                <p:nvPr/>
              </p:nvSpPr>
              <p:spPr>
                <a:xfrm>
                  <a:off x="1442929" y="5963615"/>
                  <a:ext cx="6242055" cy="533479"/>
                </a:xfrm>
                <a:prstGeom prst="rect">
                  <a:avLst/>
                </a:prstGeom>
                <a:blipFill>
                  <a:blip r:embed="rId4"/>
                  <a:stretch>
                    <a:fillRect/>
                  </a:stretch>
                </a:blipFill>
                <a:ln w="12700" cap="flat">
                  <a:noFill/>
                  <a:miter lim="400000"/>
                </a:ln>
                <a:effectLst/>
              </p:spPr>
              <p:txBody>
                <a:bodyPr/>
                <a:lstStyle/>
                <a:p>
                  <a:r>
                    <a:rPr lang="en-MY">
                      <a:noFill/>
                    </a:rPr>
                    <a:t> </a:t>
                  </a:r>
                </a:p>
              </p:txBody>
            </p:sp>
          </mc:Fallback>
        </mc:AlternateContent>
      </p:grpSp>
    </p:spTree>
    <p:extLst>
      <p:ext uri="{BB962C8B-B14F-4D97-AF65-F5344CB8AC3E}">
        <p14:creationId xmlns:p14="http://schemas.microsoft.com/office/powerpoint/2010/main" val="116990782"/>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2" name="Value">
            <a:extLst>
              <a:ext uri="{FF2B5EF4-FFF2-40B4-BE49-F238E27FC236}">
                <a16:creationId xmlns:a16="http://schemas.microsoft.com/office/drawing/2014/main" id="{2A2D1240-04DC-5CEB-1298-5FD10453BD0D}"/>
              </a:ext>
            </a:extLst>
          </p:cNvPr>
          <p:cNvSpPr txBox="1">
            <a:spLocks noGrp="1"/>
          </p:cNvSpPr>
          <p:nvPr>
            <p:ph type="title"/>
          </p:nvPr>
        </p:nvSpPr>
        <p:spPr>
          <a:xfrm>
            <a:off x="344487" y="-254000"/>
            <a:ext cx="8229601" cy="1535113"/>
          </a:xfrm>
          <a:prstGeom prst="rect">
            <a:avLst/>
          </a:prstGeom>
        </p:spPr>
        <p:txBody>
          <a:bodyPr>
            <a:normAutofit/>
          </a:bodyPr>
          <a:lstStyle/>
          <a:p>
            <a:pPr marL="121602" marR="40639" indent="-80962" algn="l" defTabSz="914400"/>
            <a:r>
              <a:rPr lang="en-MY" sz="3200" b="0" dirty="0">
                <a:uFill>
                  <a:solidFill>
                    <a:srgbClr val="000000"/>
                  </a:solidFill>
                </a:uFill>
                <a:latin typeface="+mn-lt"/>
                <a:ea typeface="+mn-ea"/>
                <a:cs typeface="+mn-cs"/>
                <a:sym typeface="Arial"/>
              </a:rPr>
              <a:t>Reminder: </a:t>
            </a:r>
            <a:r>
              <a:rPr sz="3200" b="0" dirty="0">
                <a:uFill>
                  <a:solidFill>
                    <a:srgbClr val="000000"/>
                  </a:solidFill>
                </a:uFill>
                <a:latin typeface="+mn-lt"/>
                <a:ea typeface="+mn-ea"/>
                <a:cs typeface="+mn-cs"/>
                <a:sym typeface="Arial"/>
              </a:rPr>
              <a:t>Value</a:t>
            </a:r>
          </a:p>
        </p:txBody>
      </p:sp>
      <mc:AlternateContent xmlns:mc="http://schemas.openxmlformats.org/markup-compatibility/2006" xmlns:a14="http://schemas.microsoft.com/office/drawing/2010/main">
        <mc:Choice Requires="a14">
          <p:sp>
            <p:nvSpPr>
              <p:cNvPr id="3" name="object 11">
                <a:extLst>
                  <a:ext uri="{FF2B5EF4-FFF2-40B4-BE49-F238E27FC236}">
                    <a16:creationId xmlns:a16="http://schemas.microsoft.com/office/drawing/2014/main" id="{8534CC45-6CCF-1EDA-4E38-BB353A57680C}"/>
                  </a:ext>
                </a:extLst>
              </p:cNvPr>
              <p:cNvSpPr txBox="1"/>
              <p:nvPr/>
            </p:nvSpPr>
            <p:spPr>
              <a:xfrm>
                <a:off x="400689" y="1540848"/>
                <a:ext cx="8730612" cy="4692310"/>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wrap="square" lIns="50800" tIns="50800" rIns="50800" bIns="50800" anchor="ctr">
                <a:spAutoFit/>
              </a:bodyPr>
              <a:lstStyle/>
              <a:p>
                <a:pPr marL="0" marR="0" lvl="0" indent="0" algn="l" defTabSz="406400" rtl="0" eaLnBrk="1" fontAlgn="auto" latinLnBrk="0" hangingPunct="0">
                  <a:lnSpc>
                    <a:spcPct val="150000"/>
                  </a:lnSpc>
                  <a:spcBef>
                    <a:spcPts val="0"/>
                  </a:spcBef>
                  <a:spcAft>
                    <a:spcPts val="0"/>
                  </a:spcAft>
                  <a:buClrTx/>
                  <a:buSzTx/>
                  <a:buFontTx/>
                  <a:buNone/>
                  <a:tabLst/>
                  <a:defRPr/>
                </a:pPr>
                <a:r>
                  <a:rPr kumimoji="0" sz="2800" b="0" i="0" u="none" strike="noStrike" kern="0" cap="none" spc="0" normalizeH="0" baseline="0" noProof="0" dirty="0">
                    <a:ln>
                      <a:noFill/>
                    </a:ln>
                    <a:solidFill>
                      <a:srgbClr val="000000"/>
                    </a:solidFill>
                    <a:effectLst/>
                    <a:uLnTx/>
                    <a:uFillTx/>
                    <a:latin typeface="Gill Sans"/>
                    <a:sym typeface="Gill Sans"/>
                  </a:rPr>
                  <a:t>The value of a state is the </a:t>
                </a:r>
                <a:r>
                  <a:rPr kumimoji="0" sz="2800" b="0" i="1" u="none" strike="noStrike" kern="0" cap="none" spc="0" normalizeH="0" baseline="0" noProof="0" dirty="0">
                    <a:ln>
                      <a:noFill/>
                    </a:ln>
                    <a:solidFill>
                      <a:srgbClr val="000000"/>
                    </a:solidFill>
                    <a:effectLst/>
                    <a:uLnTx/>
                    <a:uFillTx/>
                    <a:latin typeface="Gill Sans"/>
                    <a:sym typeface="Gill Sans"/>
                  </a:rPr>
                  <a:t>expected return </a:t>
                </a:r>
                <a:r>
                  <a:rPr kumimoji="0" sz="2800" b="0" i="0" u="none" strike="noStrike" kern="0" cap="none" spc="0" normalizeH="0" baseline="0" noProof="0" dirty="0">
                    <a:ln>
                      <a:noFill/>
                    </a:ln>
                    <a:solidFill>
                      <a:srgbClr val="000000"/>
                    </a:solidFill>
                    <a:effectLst/>
                    <a:uLnTx/>
                    <a:uFillTx/>
                    <a:latin typeface="Gill Sans"/>
                    <a:sym typeface="Gill Sans"/>
                  </a:rPr>
                  <a:t>from this state</a:t>
                </a:r>
                <a:endParaRPr kumimoji="0" lang="en-US" sz="2800" b="0" i="1"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endParaRPr kumimoji="0" lang="en-US" sz="1400" b="0" i="1"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𝑣</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𝔼</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𝐺</m:t>
                          </m:r>
                        </m:e>
                        <m: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e>
                        <m: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335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m:oMathPara>
                </a14:m>
                <a:endParaRPr kumimoji="0" lang="en-US" sz="2800" b="0" i="1"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00000"/>
                  </a:lnSpc>
                  <a:spcBef>
                    <a:spcPts val="0"/>
                  </a:spcBef>
                  <a:spcAft>
                    <a:spcPts val="0"/>
                  </a:spcAft>
                  <a:buClrTx/>
                  <a:buSzTx/>
                  <a:buFontTx/>
                  <a:buNone/>
                  <a:tabLst/>
                  <a:defRPr/>
                </a:pPr>
                <a:endParaRPr kumimoji="0" lang="en-US" sz="1400" b="0" i="1" u="none" strike="noStrike" kern="0" cap="none" spc="0" normalizeH="0" baseline="0" noProof="0" dirty="0">
                  <a:ln>
                    <a:noFill/>
                  </a:ln>
                  <a:solidFill>
                    <a:srgbClr val="000000"/>
                  </a:solidFill>
                  <a:effectLst/>
                  <a:uLnTx/>
                  <a:uFillTx/>
                  <a:latin typeface="Gill Sans"/>
                  <a:sym typeface="Gill Sans"/>
                </a:endParaRPr>
              </a:p>
              <a:p>
                <a:pPr marL="0" marR="0" lvl="0" indent="0" algn="l" defTabSz="406400" rtl="0" eaLnBrk="1" fontAlgn="auto" latinLnBrk="0" hangingPunct="0">
                  <a:lnSpc>
                    <a:spcPct val="150000"/>
                  </a:lnSpc>
                  <a:spcBef>
                    <a:spcPts val="0"/>
                  </a:spcBef>
                  <a:spcAft>
                    <a:spcPts val="0"/>
                  </a:spcAft>
                  <a:buClrTx/>
                  <a:buSzTx/>
                  <a:buFontTx/>
                  <a:buNone/>
                  <a:tabLst/>
                  <a:defRPr/>
                </a:pPr>
                <a:r>
                  <a:rPr kumimoji="0" sz="2800" b="0" i="0" u="none" strike="noStrike" kern="0" cap="none" spc="0" normalizeH="0" baseline="0" noProof="0" dirty="0">
                    <a:ln>
                      <a:noFill/>
                    </a:ln>
                    <a:solidFill>
                      <a:srgbClr val="000000"/>
                    </a:solidFill>
                    <a:effectLst/>
                    <a:uLnTx/>
                    <a:uFillTx/>
                    <a:latin typeface="Gill Sans"/>
                    <a:sym typeface="Gill Sans"/>
                  </a:rPr>
                  <a:t>Reminder: the value function of an agent predicts the future reward in a state given a policy (but we have no policy yet, i</a:t>
                </a:r>
                <a:r>
                  <a:rPr kumimoji="0" lang="en-US" sz="2800" b="0" i="0" u="none" strike="noStrike" kern="0" cap="none" spc="0" normalizeH="0" baseline="0" noProof="0" dirty="0">
                    <a:ln>
                      <a:noFill/>
                    </a:ln>
                    <a:solidFill>
                      <a:srgbClr val="000000"/>
                    </a:solidFill>
                    <a:effectLst/>
                    <a:uLnTx/>
                    <a:uFillTx/>
                    <a:latin typeface="Gill Sans"/>
                    <a:sym typeface="Gill Sans"/>
                  </a:rPr>
                  <a:t>.</a:t>
                </a:r>
                <a:r>
                  <a:rPr kumimoji="0" sz="2800" b="0" i="0" u="none" strike="noStrike" kern="0" cap="none" spc="0" normalizeH="0" baseline="0" noProof="0" dirty="0">
                    <a:ln>
                      <a:noFill/>
                    </a:ln>
                    <a:solidFill>
                      <a:srgbClr val="000000"/>
                    </a:solidFill>
                    <a:effectLst/>
                    <a:uLnTx/>
                    <a:uFillTx/>
                    <a:latin typeface="Gill Sans"/>
                    <a:sym typeface="Gill Sans"/>
                  </a:rPr>
                  <a:t>e.</a:t>
                </a:r>
                <a:r>
                  <a:rPr kumimoji="0" lang="en-US" sz="2800" b="0" i="0" u="none" strike="noStrike" kern="0" cap="none" spc="0" normalizeH="0" baseline="0" noProof="0" dirty="0">
                    <a:ln>
                      <a:noFill/>
                    </a:ln>
                    <a:solidFill>
                      <a:srgbClr val="000000"/>
                    </a:solidFill>
                    <a:effectLst/>
                    <a:uLnTx/>
                    <a:uFillTx/>
                    <a:latin typeface="Gill Sans"/>
                    <a:sym typeface="Gill Sans"/>
                  </a:rPr>
                  <a:t>,</a:t>
                </a:r>
                <a:r>
                  <a:rPr kumimoji="0" sz="2800" b="0" i="0" u="none" strike="noStrike" kern="0" cap="none" spc="0" normalizeH="0" baseline="0" noProof="0" dirty="0">
                    <a:ln>
                      <a:noFill/>
                    </a:ln>
                    <a:solidFill>
                      <a:srgbClr val="000000"/>
                    </a:solidFill>
                    <a:effectLst/>
                    <a:uLnTx/>
                    <a:uFillTx/>
                    <a:latin typeface="Gill Sans"/>
                    <a:sym typeface="Gill Sans"/>
                  </a:rPr>
                  <a:t> no influence on the environment)</a:t>
                </a:r>
              </a:p>
              <a:p>
                <a:pPr marL="0" marR="0" lvl="0" indent="0" algn="l" defTabSz="406400" rtl="0" eaLnBrk="1" fontAlgn="auto" latinLnBrk="0" hangingPunct="0">
                  <a:lnSpc>
                    <a:spcPct val="100000"/>
                  </a:lnSpc>
                  <a:spcBef>
                    <a:spcPts val="0"/>
                  </a:spcBef>
                  <a:spcAft>
                    <a:spcPts val="0"/>
                  </a:spcAft>
                  <a:buClrTx/>
                  <a:buSzTx/>
                  <a:buFontTx/>
                  <a:buNone/>
                  <a:tabLst/>
                  <a:defRPr/>
                </a:pPr>
                <a:br>
                  <a:rPr kumimoji="0" sz="2800" b="0" i="0" u="none" strike="noStrike" kern="0" cap="none" spc="0" normalizeH="0" baseline="0" noProof="0" dirty="0">
                    <a:ln>
                      <a:noFill/>
                    </a:ln>
                    <a:solidFill>
                      <a:srgbClr val="000000"/>
                    </a:solidFill>
                    <a:effectLst/>
                    <a:uLnTx/>
                    <a:uFillTx/>
                    <a:latin typeface="Gill Sans"/>
                    <a:sym typeface="Gill Sans"/>
                  </a:rPr>
                </a:br>
                <a14:m>
                  <m:oMathPara xmlns:m="http://schemas.openxmlformats.org/officeDocument/2006/math">
                    <m:oMathParaPr>
                      <m:jc m:val="centerGroup"/>
                    </m:oMathParaPr>
                    <m:oMath xmlns:m="http://schemas.openxmlformats.org/officeDocument/2006/math">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𝑣</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𝜋</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𝔼</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𝜋</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+1</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𝛾</m:t>
                      </m:r>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+2</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p>
                        <m:sSup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p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𝛾</m:t>
                          </m:r>
                        </m:e>
                        <m:sup>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2</m:t>
                          </m:r>
                        </m:sup>
                      </m:sSup>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+3</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p>
                        <m:sSup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p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𝛾</m:t>
                          </m:r>
                        </m:e>
                        <m:sup>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up>
                      </m:sSup>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𝑅</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sSub>
                        <m:sSubPr>
                          <m:ctrlP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ctrlPr>
                        </m:sSubPr>
                        <m:e>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𝑆</m:t>
                          </m:r>
                        </m:e>
                        <m: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𝑡</m:t>
                          </m:r>
                        </m:sub>
                      </m:sSub>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𝑠</m:t>
                      </m:r>
                      <m:r>
                        <a:rPr kumimoji="0" sz="2400" b="0" i="1" u="none" strike="noStrike" kern="0" cap="none" spc="0" normalizeH="0" baseline="0" noProof="0">
                          <a:ln>
                            <a:noFill/>
                          </a:ln>
                          <a:solidFill>
                            <a:srgbClr val="000000"/>
                          </a:solidFill>
                          <a:effectLst/>
                          <a:uLnTx/>
                          <a:uFillTx/>
                          <a:latin typeface="Cambria Math" panose="02040503050406030204" pitchFamily="18" charset="0"/>
                          <a:sym typeface="Gill Sans"/>
                        </a:rPr>
                        <m:t>]</m:t>
                      </m:r>
                    </m:oMath>
                  </m:oMathPara>
                </a14:m>
                <a:endParaRPr kumimoji="0" sz="2800" b="0" i="0" u="none" strike="noStrike" kern="0" cap="none" spc="0" normalizeH="0" baseline="0" noProof="0" dirty="0">
                  <a:ln>
                    <a:noFill/>
                  </a:ln>
                  <a:solidFill>
                    <a:srgbClr val="000000"/>
                  </a:solidFill>
                  <a:effectLst/>
                  <a:uLnTx/>
                  <a:uFillTx/>
                  <a:latin typeface="Gill Sans"/>
                  <a:sym typeface="Gill Sans"/>
                </a:endParaRPr>
              </a:p>
            </p:txBody>
          </p:sp>
        </mc:Choice>
        <mc:Fallback xmlns="">
          <p:sp>
            <p:nvSpPr>
              <p:cNvPr id="3" name="object 11">
                <a:extLst>
                  <a:ext uri="{FF2B5EF4-FFF2-40B4-BE49-F238E27FC236}">
                    <a16:creationId xmlns:a16="http://schemas.microsoft.com/office/drawing/2014/main" id="{8534CC45-6CCF-1EDA-4E38-BB353A57680C}"/>
                  </a:ext>
                </a:extLst>
              </p:cNvPr>
              <p:cNvSpPr txBox="1">
                <a:spLocks noRot="1" noChangeAspect="1" noMove="1" noResize="1" noEditPoints="1" noAdjustHandles="1" noChangeArrowheads="1" noChangeShapeType="1" noTextEdit="1"/>
              </p:cNvSpPr>
              <p:nvPr/>
            </p:nvSpPr>
            <p:spPr>
              <a:xfrm>
                <a:off x="400689" y="1540848"/>
                <a:ext cx="8730612" cy="4692310"/>
              </a:xfrm>
              <a:prstGeom prst="rect">
                <a:avLst/>
              </a:prstGeom>
              <a:blipFill>
                <a:blip r:embed="rId3"/>
                <a:stretch>
                  <a:fillRect l="-1885" b="-1300"/>
                </a:stretch>
              </a:blipFill>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val="1"/>
                </a:ext>
              </a:extLst>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AF417516-C204-B967-6C00-6513926AE00D}"/>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AA1F606C-738B-2391-2837-5486EAC594D1}"/>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929D1E75-7252-0FA9-8242-EFE49EAD4BD6}"/>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40</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3406747932"/>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mc:AlternateContent xmlns:mc="http://schemas.openxmlformats.org/markup-compatibility/2006" xmlns:a14="http://schemas.microsoft.com/office/drawing/2010/main">
        <mc:Choice Requires="a14">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455414" y="1312351"/>
                <a:ext cx="8574286" cy="5013325"/>
              </a:xfrm>
            </p:spPr>
            <p:txBody>
              <a:bodyPr/>
              <a:lstStyle/>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The state value function can recursively be decomposed into </a:t>
                </a:r>
              </a:p>
              <a:p>
                <a:pPr marL="1203325" indent="-685800">
                  <a:buSzPct val="85000"/>
                  <a:buFont typeface="Wingdings 3" panose="05040102010807070707" pitchFamily="18" charset="2"/>
                  <a:buChar char=""/>
                </a:pPr>
                <a:r>
                  <a:rPr lang="en-US" b="0" dirty="0">
                    <a:latin typeface="Tahoma" panose="020B0604030504040204" pitchFamily="34" charset="0"/>
                    <a:ea typeface="Tahoma" panose="020B0604030504040204" pitchFamily="34" charset="0"/>
                    <a:cs typeface="Tahoma" panose="020B0604030504040204" pitchFamily="34" charset="0"/>
                  </a:rPr>
                  <a:t>immediate reward and </a:t>
                </a:r>
              </a:p>
              <a:p>
                <a:pPr marL="1203325" indent="-685800">
                  <a:buSzPct val="85000"/>
                  <a:buFont typeface="Wingdings 3" panose="05040102010807070707" pitchFamily="18" charset="2"/>
                  <a:buChar char=""/>
                </a:pPr>
                <a:r>
                  <a:rPr lang="en-US" b="0" dirty="0">
                    <a:latin typeface="Tahoma" panose="020B0604030504040204" pitchFamily="34" charset="0"/>
                    <a:ea typeface="Tahoma" panose="020B0604030504040204" pitchFamily="34" charset="0"/>
                    <a:cs typeface="Tahoma" panose="020B0604030504040204" pitchFamily="34" charset="0"/>
                  </a:rPr>
                  <a:t>discounted future reward</a:t>
                </a:r>
              </a:p>
              <a:p>
                <a:pPr marL="1203325" indent="-685800">
                  <a:buSzPct val="85000"/>
                  <a:buFont typeface="Wingdings 3" panose="05040102010807070707" pitchFamily="18" charset="2"/>
                  <a:buChar char=""/>
                </a:pPr>
                <a:endParaRPr lang="en-US" b="0" dirty="0">
                  <a:latin typeface="Tahoma" panose="020B0604030504040204" pitchFamily="34" charset="0"/>
                  <a:ea typeface="Tahoma" panose="020B0604030504040204" pitchFamily="34" charset="0"/>
                  <a:cs typeface="Tahoma" panose="020B0604030504040204" pitchFamily="34" charset="0"/>
                </a:endParaRPr>
              </a:p>
              <a:p>
                <a:pPr marL="114300" indent="0">
                  <a:buSzPct val="8500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smtClean="0">
                              <a:latin typeface="Cambria Math" panose="02040503050406030204" pitchFamily="18" charset="0"/>
                              <a:ea typeface="Tahoma" panose="020B0604030504040204" pitchFamily="34" charset="0"/>
                              <a:cs typeface="Tahoma" panose="020B0604030504040204" pitchFamily="34" charset="0"/>
                            </a:rPr>
                            <m:t>𝜋</m:t>
                          </m:r>
                        </m:sub>
                      </m:sSub>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𝑠</m:t>
                          </m:r>
                        </m:e>
                      </m:d>
                      <m:r>
                        <a:rPr lang="en-US" b="0" i="1" smtClean="0">
                          <a:latin typeface="Cambria Math" panose="02040503050406030204" pitchFamily="18" charset="0"/>
                          <a:ea typeface="Tahoma" panose="020B0604030504040204" pitchFamily="34"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𝔼</m:t>
                      </m:r>
                      <m:d>
                        <m:dPr>
                          <m:begChr m:val="["/>
                          <m:endChr m:val="]"/>
                          <m:ctrlPr>
                            <a:rPr lang="en-US" b="0" i="1" smtClean="0">
                              <a:latin typeface="Cambria Math" panose="02040503050406030204" pitchFamily="18" charset="0"/>
                              <a:ea typeface="Cambria Math" panose="02040503050406030204" pitchFamily="18" charset="0"/>
                              <a:cs typeface="Tahoma" panose="020B0604030504040204" pitchFamily="34" charset="0"/>
                            </a:rPr>
                          </m:ctrlPr>
                        </m:dPr>
                        <m:e>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𝑅</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r>
                                <a:rPr lang="en-US" b="0" i="1" smtClean="0">
                                  <a:latin typeface="Cambria Math" panose="02040503050406030204" pitchFamily="18" charset="0"/>
                                  <a:ea typeface="Cambria Math" panose="02040503050406030204" pitchFamily="18" charset="0"/>
                                  <a:cs typeface="Tahoma" panose="020B0604030504040204" pitchFamily="34" charset="0"/>
                                </a:rPr>
                                <m:t>+1</m:t>
                              </m:r>
                            </m:sub>
                          </m:sSub>
                          <m:r>
                            <a:rPr lang="en-US" b="0" i="1" smtClean="0">
                              <a:latin typeface="Cambria Math" panose="02040503050406030204" pitchFamily="18" charset="0"/>
                              <a:ea typeface="Cambria Math" panose="02040503050406030204" pitchFamily="18"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𝛾</m:t>
                          </m:r>
                          <m:sSub>
                            <m:sSubPr>
                              <m:ctrlPr>
                                <a:rPr lang="en-US" b="0" i="1">
                                  <a:latin typeface="Cambria Math" panose="02040503050406030204" pitchFamily="18" charset="0"/>
                                  <a:ea typeface="Cambria Math" panose="02040503050406030204" pitchFamily="18" charset="0"/>
                                  <a:cs typeface="Tahoma" panose="020B0604030504040204" pitchFamily="34" charset="0"/>
                                </a:rPr>
                              </m:ctrlPr>
                            </m:sSubPr>
                            <m:e>
                              <m:r>
                                <a:rPr lang="en-US" b="0" i="1">
                                  <a:latin typeface="Cambria Math" panose="02040503050406030204" pitchFamily="18" charset="0"/>
                                  <a:ea typeface="Cambria Math" panose="02040503050406030204" pitchFamily="18" charset="0"/>
                                  <a:cs typeface="Tahoma" panose="020B0604030504040204" pitchFamily="34" charset="0"/>
                                </a:rPr>
                                <m:t>𝑅</m:t>
                              </m:r>
                            </m:e>
                            <m:sub>
                              <m:r>
                                <a:rPr lang="en-US" b="0" i="1">
                                  <a:latin typeface="Cambria Math" panose="02040503050406030204" pitchFamily="18" charset="0"/>
                                  <a:ea typeface="Cambria Math" panose="02040503050406030204" pitchFamily="18" charset="0"/>
                                  <a:cs typeface="Tahoma" panose="020B0604030504040204" pitchFamily="34" charset="0"/>
                                </a:rPr>
                                <m:t>𝑡</m:t>
                              </m:r>
                              <m:r>
                                <a:rPr lang="en-US" b="0" i="1">
                                  <a:latin typeface="Cambria Math" panose="02040503050406030204" pitchFamily="18" charset="0"/>
                                  <a:ea typeface="Cambria Math" panose="02040503050406030204" pitchFamily="18" charset="0"/>
                                  <a:cs typeface="Tahoma" panose="020B0604030504040204" pitchFamily="34" charset="0"/>
                                </a:rPr>
                                <m:t>+2</m:t>
                              </m:r>
                            </m:sub>
                          </m:sSub>
                          <m:r>
                            <a:rPr lang="en-US" b="0" i="1">
                              <a:latin typeface="Cambria Math" panose="02040503050406030204" pitchFamily="18" charset="0"/>
                              <a:ea typeface="Cambria Math" panose="02040503050406030204" pitchFamily="18" charset="0"/>
                              <a:cs typeface="Tahoma" panose="020B0604030504040204" pitchFamily="34" charset="0"/>
                            </a:rPr>
                            <m:t>+</m:t>
                          </m:r>
                          <m:sSup>
                            <m:sSupPr>
                              <m:ctrlPr>
                                <a:rPr lang="en-US" b="0" i="1">
                                  <a:latin typeface="Cambria Math" panose="02040503050406030204" pitchFamily="18" charset="0"/>
                                  <a:ea typeface="Cambria Math" panose="02040503050406030204" pitchFamily="18" charset="0"/>
                                  <a:cs typeface="Tahoma" panose="020B0604030504040204" pitchFamily="34" charset="0"/>
                                </a:rPr>
                              </m:ctrlPr>
                            </m:sSupPr>
                            <m:e>
                              <m:r>
                                <a:rPr lang="en-US" b="0" i="1">
                                  <a:latin typeface="Cambria Math" panose="02040503050406030204" pitchFamily="18" charset="0"/>
                                  <a:ea typeface="Cambria Math" panose="02040503050406030204" pitchFamily="18" charset="0"/>
                                  <a:cs typeface="Tahoma" panose="020B0604030504040204" pitchFamily="34" charset="0"/>
                                </a:rPr>
                                <m:t>𝛾</m:t>
                              </m:r>
                            </m:e>
                            <m:sup>
                              <m:r>
                                <a:rPr lang="en-US" b="0" i="1">
                                  <a:latin typeface="Cambria Math" panose="02040503050406030204" pitchFamily="18" charset="0"/>
                                  <a:ea typeface="Cambria Math" panose="02040503050406030204" pitchFamily="18" charset="0"/>
                                  <a:cs typeface="Tahoma" panose="020B0604030504040204" pitchFamily="34" charset="0"/>
                                </a:rPr>
                                <m:t>2</m:t>
                              </m:r>
                            </m:sup>
                          </m:sSup>
                          <m:sSub>
                            <m:sSubPr>
                              <m:ctrlPr>
                                <a:rPr lang="en-US" b="0" i="1">
                                  <a:latin typeface="Cambria Math" panose="02040503050406030204" pitchFamily="18" charset="0"/>
                                  <a:ea typeface="Cambria Math" panose="02040503050406030204" pitchFamily="18" charset="0"/>
                                  <a:cs typeface="Tahoma" panose="020B0604030504040204" pitchFamily="34" charset="0"/>
                                </a:rPr>
                              </m:ctrlPr>
                            </m:sSubPr>
                            <m:e>
                              <m:r>
                                <a:rPr lang="en-US" b="0" i="1">
                                  <a:latin typeface="Cambria Math" panose="02040503050406030204" pitchFamily="18" charset="0"/>
                                  <a:ea typeface="Cambria Math" panose="02040503050406030204" pitchFamily="18" charset="0"/>
                                  <a:cs typeface="Tahoma" panose="020B0604030504040204" pitchFamily="34" charset="0"/>
                                </a:rPr>
                                <m:t>𝑅</m:t>
                              </m:r>
                            </m:e>
                            <m:sub>
                              <m:r>
                                <a:rPr lang="en-US" b="0" i="1">
                                  <a:latin typeface="Cambria Math" panose="02040503050406030204" pitchFamily="18" charset="0"/>
                                  <a:ea typeface="Cambria Math" panose="02040503050406030204" pitchFamily="18" charset="0"/>
                                  <a:cs typeface="Tahoma" panose="020B0604030504040204" pitchFamily="34" charset="0"/>
                                </a:rPr>
                                <m:t>𝑡</m:t>
                              </m:r>
                              <m:r>
                                <a:rPr lang="en-US" b="0" i="1">
                                  <a:latin typeface="Cambria Math" panose="02040503050406030204" pitchFamily="18" charset="0"/>
                                  <a:ea typeface="Cambria Math" panose="02040503050406030204" pitchFamily="18" charset="0"/>
                                  <a:cs typeface="Tahoma" panose="020B0604030504040204" pitchFamily="34" charset="0"/>
                                </a:rPr>
                                <m:t>+3</m:t>
                              </m:r>
                            </m:sub>
                          </m:sSub>
                          <m:r>
                            <a:rPr lang="en-US" b="0" i="1">
                              <a:latin typeface="Cambria Math" panose="02040503050406030204" pitchFamily="18" charset="0"/>
                              <a:ea typeface="Cambria Math" panose="02040503050406030204" pitchFamily="18" charset="0"/>
                              <a:cs typeface="Tahoma" panose="020B0604030504040204" pitchFamily="34" charset="0"/>
                            </a:rPr>
                            <m:t>+…+</m:t>
                          </m:r>
                          <m:sSup>
                            <m:sSupPr>
                              <m:ctrlPr>
                                <a:rPr lang="en-US" b="0" i="1">
                                  <a:latin typeface="Cambria Math" panose="02040503050406030204" pitchFamily="18" charset="0"/>
                                  <a:ea typeface="Cambria Math" panose="02040503050406030204" pitchFamily="18" charset="0"/>
                                  <a:cs typeface="Tahoma" panose="020B0604030504040204" pitchFamily="34" charset="0"/>
                                </a:rPr>
                              </m:ctrlPr>
                            </m:sSupPr>
                            <m:e>
                              <m:r>
                                <a:rPr lang="en-US" b="0" i="1">
                                  <a:latin typeface="Cambria Math" panose="02040503050406030204" pitchFamily="18" charset="0"/>
                                  <a:ea typeface="Cambria Math" panose="02040503050406030204" pitchFamily="18" charset="0"/>
                                  <a:cs typeface="Tahoma" panose="020B0604030504040204" pitchFamily="34" charset="0"/>
                                </a:rPr>
                                <m:t>𝛾</m:t>
                              </m:r>
                            </m:e>
                            <m:sup>
                              <m:r>
                                <a:rPr lang="en-US" b="0" i="1">
                                  <a:latin typeface="Cambria Math" panose="02040503050406030204" pitchFamily="18" charset="0"/>
                                  <a:ea typeface="Cambria Math" panose="02040503050406030204" pitchFamily="18" charset="0"/>
                                  <a:cs typeface="Tahoma" panose="020B0604030504040204" pitchFamily="34" charset="0"/>
                                </a:rPr>
                                <m:t>∞</m:t>
                              </m:r>
                            </m:sup>
                          </m:sSup>
                          <m:sSub>
                            <m:sSubPr>
                              <m:ctrlPr>
                                <a:rPr lang="en-US" b="0" i="1">
                                  <a:latin typeface="Cambria Math" panose="02040503050406030204" pitchFamily="18" charset="0"/>
                                  <a:ea typeface="Cambria Math" panose="02040503050406030204" pitchFamily="18" charset="0"/>
                                  <a:cs typeface="Tahoma" panose="020B0604030504040204" pitchFamily="34" charset="0"/>
                                </a:rPr>
                              </m:ctrlPr>
                            </m:sSubPr>
                            <m:e>
                              <m:r>
                                <a:rPr lang="en-US" b="0" i="1">
                                  <a:latin typeface="Cambria Math" panose="02040503050406030204" pitchFamily="18" charset="0"/>
                                  <a:ea typeface="Cambria Math" panose="02040503050406030204" pitchFamily="18" charset="0"/>
                                  <a:cs typeface="Tahoma" panose="020B0604030504040204" pitchFamily="34" charset="0"/>
                                </a:rPr>
                                <m:t>𝑅</m:t>
                              </m:r>
                            </m:e>
                            <m:sub>
                              <m:r>
                                <a:rPr lang="en-US" b="0" i="1">
                                  <a:latin typeface="Cambria Math" panose="02040503050406030204" pitchFamily="18" charset="0"/>
                                  <a:ea typeface="Cambria Math" panose="02040503050406030204" pitchFamily="18" charset="0"/>
                                  <a:cs typeface="Tahoma" panose="020B0604030504040204" pitchFamily="34" charset="0"/>
                                </a:rPr>
                                <m:t>𝑡</m:t>
                              </m:r>
                              <m:r>
                                <a:rPr lang="en-US" b="0" i="1">
                                  <a:latin typeface="Cambria Math" panose="02040503050406030204" pitchFamily="18" charset="0"/>
                                  <a:ea typeface="Cambria Math" panose="02040503050406030204" pitchFamily="18" charset="0"/>
                                  <a:cs typeface="Tahoma" panose="020B0604030504040204" pitchFamily="34" charset="0"/>
                                </a:rPr>
                                <m:t>+∞</m:t>
                              </m:r>
                            </m:sub>
                          </m:sSub>
                          <m:r>
                            <a:rPr lang="en-US" b="0" i="1" smtClean="0">
                              <a:latin typeface="Cambria Math" panose="02040503050406030204" pitchFamily="18" charset="0"/>
                              <a:ea typeface="Cambria Math" panose="02040503050406030204" pitchFamily="18" charset="0"/>
                              <a:cs typeface="Tahoma" panose="020B0604030504040204" pitchFamily="34" charset="0"/>
                            </a:rPr>
                            <m:t>|  </m:t>
                          </m:r>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𝑆</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sub>
                          </m:sSub>
                          <m:r>
                            <a:rPr lang="en-US" b="0" i="1" smtClean="0">
                              <a:latin typeface="Cambria Math" panose="02040503050406030204" pitchFamily="18" charset="0"/>
                              <a:ea typeface="Cambria Math" panose="02040503050406030204" pitchFamily="18"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𝑠</m:t>
                          </m:r>
                        </m:e>
                      </m:d>
                    </m:oMath>
                  </m:oMathPara>
                </a14:m>
                <a:endParaRPr lang="en-US" b="0" dirty="0">
                  <a:latin typeface="Tahoma" panose="020B0604030504040204" pitchFamily="34" charset="0"/>
                  <a:ea typeface="Cambria Math" panose="02040503050406030204" pitchFamily="18" charset="0"/>
                  <a:cs typeface="Tahoma" panose="020B0604030504040204" pitchFamily="34" charset="0"/>
                </a:endParaRPr>
              </a:p>
              <a:p>
                <a:pPr marL="517525" indent="0">
                  <a:buSzPct val="85000"/>
                  <a:buNone/>
                </a:pPr>
                <a:endParaRPr lang="en-US" b="0" dirty="0">
                  <a:latin typeface="Tahoma" panose="020B0604030504040204" pitchFamily="34" charset="0"/>
                  <a:ea typeface="Tahoma" panose="020B0604030504040204" pitchFamily="34" charset="0"/>
                  <a:cs typeface="Tahoma" panose="020B0604030504040204" pitchFamily="34" charset="0"/>
                </a:endParaRPr>
              </a:p>
              <a:p>
                <a:pPr marL="517525" indent="0">
                  <a:buSzPct val="8500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smtClean="0">
                              <a:latin typeface="Cambria Math" panose="02040503050406030204" pitchFamily="18" charset="0"/>
                              <a:ea typeface="Tahoma" panose="020B0604030504040204" pitchFamily="34" charset="0"/>
                              <a:cs typeface="Tahoma" panose="020B0604030504040204" pitchFamily="34" charset="0"/>
                            </a:rPr>
                            <m:t>𝜋</m:t>
                          </m:r>
                        </m:sub>
                      </m:sSub>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𝑠</m:t>
                          </m:r>
                        </m:e>
                      </m:d>
                      <m:r>
                        <a:rPr lang="en-US" b="0" i="1" smtClean="0">
                          <a:latin typeface="Cambria Math" panose="02040503050406030204" pitchFamily="18" charset="0"/>
                          <a:ea typeface="Tahoma" panose="020B0604030504040204" pitchFamily="34"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𝔼</m:t>
                      </m:r>
                      <m:d>
                        <m:dPr>
                          <m:begChr m:val="["/>
                          <m:endChr m:val="]"/>
                          <m:ctrlPr>
                            <a:rPr lang="en-US" b="0" i="1" smtClean="0">
                              <a:latin typeface="Cambria Math" panose="02040503050406030204" pitchFamily="18" charset="0"/>
                              <a:ea typeface="Cambria Math" panose="02040503050406030204" pitchFamily="18" charset="0"/>
                              <a:cs typeface="Tahoma" panose="020B0604030504040204" pitchFamily="34" charset="0"/>
                            </a:rPr>
                          </m:ctrlPr>
                        </m:dPr>
                        <m:e>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𝑅</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r>
                                <a:rPr lang="en-US" b="0" i="1" smtClean="0">
                                  <a:latin typeface="Cambria Math" panose="02040503050406030204" pitchFamily="18" charset="0"/>
                                  <a:ea typeface="Cambria Math" panose="02040503050406030204" pitchFamily="18" charset="0"/>
                                  <a:cs typeface="Tahoma" panose="020B0604030504040204" pitchFamily="34" charset="0"/>
                                </a:rPr>
                                <m:t>+1</m:t>
                              </m:r>
                            </m:sub>
                          </m:sSub>
                          <m:r>
                            <a:rPr lang="en-US" b="0" i="1" smtClean="0">
                              <a:latin typeface="Cambria Math" panose="02040503050406030204" pitchFamily="18" charset="0"/>
                              <a:ea typeface="Cambria Math" panose="02040503050406030204" pitchFamily="18"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𝛾</m:t>
                          </m:r>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𝑣</m:t>
                              </m:r>
                            </m:e>
                            <m:sub>
                              <m:r>
                                <a:rPr lang="en-US" b="0" i="1" smtClean="0">
                                  <a:latin typeface="Cambria Math" panose="02040503050406030204" pitchFamily="18" charset="0"/>
                                  <a:ea typeface="Cambria Math" panose="02040503050406030204" pitchFamily="18" charset="0"/>
                                  <a:cs typeface="Tahoma" panose="020B0604030504040204" pitchFamily="34" charset="0"/>
                                </a:rPr>
                                <m:t>𝜋</m:t>
                              </m:r>
                            </m:sub>
                          </m:sSub>
                          <m:d>
                            <m:dPr>
                              <m:ctrlPr>
                                <a:rPr lang="en-US" b="0" i="1" smtClean="0">
                                  <a:latin typeface="Cambria Math" panose="02040503050406030204" pitchFamily="18" charset="0"/>
                                  <a:ea typeface="Cambria Math" panose="02040503050406030204" pitchFamily="18" charset="0"/>
                                  <a:cs typeface="Tahoma" panose="020B0604030504040204" pitchFamily="34" charset="0"/>
                                </a:rPr>
                              </m:ctrlPr>
                            </m:dPr>
                            <m:e>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𝑠</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r>
                                    <a:rPr lang="en-US" b="0" i="1" smtClean="0">
                                      <a:latin typeface="Cambria Math" panose="02040503050406030204" pitchFamily="18" charset="0"/>
                                      <a:ea typeface="Cambria Math" panose="02040503050406030204" pitchFamily="18" charset="0"/>
                                      <a:cs typeface="Tahoma" panose="020B0604030504040204" pitchFamily="34" charset="0"/>
                                    </a:rPr>
                                    <m:t>+1</m:t>
                                  </m:r>
                                </m:sub>
                              </m:sSub>
                            </m:e>
                          </m:d>
                          <m:r>
                            <a:rPr lang="en-US" b="0" i="1" smtClean="0">
                              <a:latin typeface="Cambria Math" panose="02040503050406030204" pitchFamily="18" charset="0"/>
                              <a:ea typeface="Cambria Math" panose="02040503050406030204" pitchFamily="18" charset="0"/>
                              <a:cs typeface="Tahoma" panose="020B0604030504040204" pitchFamily="34" charset="0"/>
                            </a:rPr>
                            <m:t>  |  </m:t>
                          </m:r>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𝑆</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sub>
                          </m:sSub>
                          <m:r>
                            <a:rPr lang="en-US" b="0" i="1" smtClean="0">
                              <a:latin typeface="Cambria Math" panose="02040503050406030204" pitchFamily="18" charset="0"/>
                              <a:ea typeface="Cambria Math" panose="02040503050406030204" pitchFamily="18"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𝑠</m:t>
                          </m:r>
                        </m:e>
                      </m:d>
                    </m:oMath>
                  </m:oMathPara>
                </a14:m>
                <a:endParaRPr lang="en-US" b="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2" name="Text Placeholder 11">
                <a:extLst>
                  <a:ext uri="{FF2B5EF4-FFF2-40B4-BE49-F238E27FC236}">
                    <a16:creationId xmlns:a16="http://schemas.microsoft.com/office/drawing/2014/main" id="{D9B4FA66-70DB-AA66-E0B4-617169B6E814}"/>
                  </a:ext>
                </a:extLst>
              </p:cNvPr>
              <p:cNvSpPr>
                <a:spLocks noGrp="1" noRot="1" noChangeAspect="1" noMove="1" noResize="1" noEditPoints="1" noAdjustHandles="1" noChangeArrowheads="1" noChangeShapeType="1" noTextEdit="1"/>
              </p:cNvSpPr>
              <p:nvPr>
                <p:ph type="body" idx="1"/>
              </p:nvPr>
            </p:nvSpPr>
            <p:spPr>
              <a:xfrm>
                <a:off x="455414" y="1312351"/>
                <a:ext cx="8574286" cy="5013325"/>
              </a:xfrm>
              <a:blipFill>
                <a:blip r:embed="rId3"/>
                <a:stretch>
                  <a:fillRect l="-142" t="-972"/>
                </a:stretch>
              </a:blipFill>
            </p:spPr>
            <p:txBody>
              <a:bodyPr/>
              <a:lstStyle/>
              <a:p>
                <a:r>
                  <a:rPr lang="en-MY">
                    <a:noFill/>
                  </a:rPr>
                  <a:t> </a:t>
                </a:r>
              </a:p>
            </p:txBody>
          </p:sp>
        </mc:Fallback>
      </mc:AlternateContent>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Bellman Equation (Expectation)</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sp>
        <p:nvSpPr>
          <p:cNvPr id="2" name="Slide Number Placeholder 1">
            <a:extLst>
              <a:ext uri="{FF2B5EF4-FFF2-40B4-BE49-F238E27FC236}">
                <a16:creationId xmlns:a16="http://schemas.microsoft.com/office/drawing/2014/main" id="{827E12FF-A039-C989-C00D-EF4D81FD512C}"/>
              </a:ext>
            </a:extLst>
          </p:cNvPr>
          <p:cNvSpPr>
            <a:spLocks noGrp="1"/>
          </p:cNvSpPr>
          <p:nvPr>
            <p:ph type="sldNum" sz="quarter" idx="2"/>
          </p:nvPr>
        </p:nvSpPr>
        <p:spPr/>
        <p:txBody>
          <a:bodyPr/>
          <a:lstStyle/>
          <a:p>
            <a:fld id="{86CB4B4D-7CA3-9044-876B-883B54F8677D}" type="slidenum">
              <a:rPr lang="en-US" smtClean="0"/>
              <a:t>41</a:t>
            </a:fld>
            <a:endParaRPr lang="en-US"/>
          </a:p>
        </p:txBody>
      </p:sp>
      <p:sp>
        <p:nvSpPr>
          <p:cNvPr id="3" name="Date Placeholder 3">
            <a:extLst>
              <a:ext uri="{FF2B5EF4-FFF2-40B4-BE49-F238E27FC236}">
                <a16:creationId xmlns:a16="http://schemas.microsoft.com/office/drawing/2014/main" id="{421BABE6-B74A-2FC4-5EE3-88BB875C8639}"/>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46F1F7D8-BB98-EF8D-B398-BDA99AE3C128}"/>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B15F84F0-30B0-A9D1-F96C-8F139A38AC30}"/>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41</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881333"/>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mc:AlternateContent xmlns:mc="http://schemas.openxmlformats.org/markup-compatibility/2006">
        <mc:Choice xmlns:a14="http://schemas.microsoft.com/office/drawing/2010/main" Requires="a14">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455414" y="1312351"/>
                <a:ext cx="8399025" cy="5013325"/>
              </a:xfrm>
            </p:spPr>
            <p:txBody>
              <a:bodyPr/>
              <a:lstStyle/>
              <a:p>
                <a:pPr>
                  <a:spcAft>
                    <a:spcPts val="600"/>
                  </a:spcAft>
                </a:pPr>
                <a:r>
                  <a:rPr lang="en-US" b="0" dirty="0">
                    <a:solidFill>
                      <a:schemeClr val="accent5"/>
                    </a:solidFill>
                    <a:latin typeface="Tahoma" panose="020B0604030504040204" pitchFamily="34" charset="0"/>
                    <a:ea typeface="Tahoma" panose="020B0604030504040204" pitchFamily="34" charset="0"/>
                    <a:cs typeface="Tahoma" panose="020B0604030504040204" pitchFamily="34" charset="0"/>
                  </a:rPr>
                  <a:t>Both</a:t>
                </a:r>
                <a:r>
                  <a:rPr lang="en-US" b="0" dirty="0">
                    <a:latin typeface="Tahoma" panose="020B0604030504040204" pitchFamily="34" charset="0"/>
                    <a:ea typeface="Tahoma" panose="020B0604030504040204" pitchFamily="34" charset="0"/>
                    <a:cs typeface="Tahoma" panose="020B0604030504040204" pitchFamily="34" charset="0"/>
                  </a:rPr>
                  <a:t> value functions can recursively be decomposed in the same way, into </a:t>
                </a:r>
              </a:p>
              <a:p>
                <a:pPr marL="1203325" indent="-685800">
                  <a:buSzPct val="85000"/>
                  <a:buFont typeface="Wingdings 3" panose="05040102010807070707" pitchFamily="18" charset="2"/>
                  <a:buChar char=""/>
                </a:pPr>
                <a:r>
                  <a:rPr lang="en-US" b="0" dirty="0">
                    <a:latin typeface="Tahoma" panose="020B0604030504040204" pitchFamily="34" charset="0"/>
                    <a:ea typeface="Tahoma" panose="020B0604030504040204" pitchFamily="34" charset="0"/>
                    <a:cs typeface="Tahoma" panose="020B0604030504040204" pitchFamily="34" charset="0"/>
                  </a:rPr>
                  <a:t>immediate reward and </a:t>
                </a:r>
              </a:p>
              <a:p>
                <a:pPr marL="1203325" indent="-685800">
                  <a:buSzPct val="85000"/>
                  <a:buFont typeface="Wingdings 3" panose="05040102010807070707" pitchFamily="18" charset="2"/>
                  <a:buChar char=""/>
                </a:pPr>
                <a:r>
                  <a:rPr lang="en-US" b="0" dirty="0">
                    <a:latin typeface="Tahoma" panose="020B0604030504040204" pitchFamily="34" charset="0"/>
                    <a:ea typeface="Tahoma" panose="020B0604030504040204" pitchFamily="34" charset="0"/>
                    <a:cs typeface="Tahoma" panose="020B0604030504040204" pitchFamily="34" charset="0"/>
                  </a:rPr>
                  <a:t>discounted future reward</a:t>
                </a:r>
              </a:p>
              <a:p>
                <a:pPr marL="1203325" indent="-685800">
                  <a:buSzPct val="85000"/>
                  <a:buFont typeface="Wingdings 3" panose="05040102010807070707" pitchFamily="18" charset="2"/>
                  <a:buChar char=""/>
                </a:pPr>
                <a:endParaRPr lang="en-US" b="0" dirty="0">
                  <a:latin typeface="Tahoma" panose="020B0604030504040204" pitchFamily="34" charset="0"/>
                  <a:ea typeface="Tahoma" panose="020B0604030504040204" pitchFamily="34" charset="0"/>
                  <a:cs typeface="Tahoma" panose="020B0604030504040204" pitchFamily="34" charset="0"/>
                </a:endParaRPr>
              </a:p>
              <a:p>
                <a:pPr marL="1203325" indent="-685800">
                  <a:buSzPct val="85000"/>
                  <a:buFont typeface="Wingdings 3" panose="05040102010807070707" pitchFamily="18" charset="2"/>
                  <a:buChar char=""/>
                </a:pPr>
                <a:endParaRPr lang="en-US" b="0" dirty="0">
                  <a:latin typeface="Tahoma" panose="020B0604030504040204" pitchFamily="34" charset="0"/>
                  <a:ea typeface="Tahoma" panose="020B0604030504040204" pitchFamily="34" charset="0"/>
                  <a:cs typeface="Tahoma" panose="020B0604030504040204" pitchFamily="34" charset="0"/>
                </a:endParaRPr>
              </a:p>
              <a:p>
                <a:pPr marL="517525" indent="0">
                  <a:buSzPct val="8500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smtClean="0">
                              <a:latin typeface="Cambria Math" panose="02040503050406030204" pitchFamily="18" charset="0"/>
                              <a:ea typeface="Tahoma" panose="020B0604030504040204" pitchFamily="34" charset="0"/>
                              <a:cs typeface="Tahoma" panose="020B0604030504040204" pitchFamily="34" charset="0"/>
                            </a:rPr>
                            <m:t>𝜋</m:t>
                          </m:r>
                        </m:sub>
                      </m:sSub>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𝑠</m:t>
                          </m:r>
                        </m:e>
                      </m:d>
                      <m:r>
                        <a:rPr lang="en-US" b="0" i="1" smtClean="0">
                          <a:latin typeface="Cambria Math" panose="02040503050406030204" pitchFamily="18" charset="0"/>
                          <a:ea typeface="Tahoma" panose="020B0604030504040204" pitchFamily="34"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𝔼</m:t>
                      </m:r>
                      <m:d>
                        <m:dPr>
                          <m:begChr m:val="["/>
                          <m:endChr m:val="]"/>
                          <m:ctrlPr>
                            <a:rPr lang="en-US" b="0" i="1" smtClean="0">
                              <a:latin typeface="Cambria Math" panose="02040503050406030204" pitchFamily="18" charset="0"/>
                              <a:ea typeface="Cambria Math" panose="02040503050406030204" pitchFamily="18" charset="0"/>
                              <a:cs typeface="Tahoma" panose="020B0604030504040204" pitchFamily="34" charset="0"/>
                            </a:rPr>
                          </m:ctrlPr>
                        </m:dPr>
                        <m:e>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𝑅</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r>
                                <a:rPr lang="en-US" b="0" i="1" smtClean="0">
                                  <a:latin typeface="Cambria Math" panose="02040503050406030204" pitchFamily="18" charset="0"/>
                                  <a:ea typeface="Cambria Math" panose="02040503050406030204" pitchFamily="18" charset="0"/>
                                  <a:cs typeface="Tahoma" panose="020B0604030504040204" pitchFamily="34" charset="0"/>
                                </a:rPr>
                                <m:t>+1</m:t>
                              </m:r>
                            </m:sub>
                          </m:sSub>
                          <m:r>
                            <a:rPr lang="en-US" b="0" i="1" smtClean="0">
                              <a:latin typeface="Cambria Math" panose="02040503050406030204" pitchFamily="18" charset="0"/>
                              <a:ea typeface="Cambria Math" panose="02040503050406030204" pitchFamily="18"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𝛾</m:t>
                          </m:r>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𝑣</m:t>
                              </m:r>
                            </m:e>
                            <m:sub>
                              <m:r>
                                <a:rPr lang="en-US" b="0" i="1" smtClean="0">
                                  <a:latin typeface="Cambria Math" panose="02040503050406030204" pitchFamily="18" charset="0"/>
                                  <a:ea typeface="Cambria Math" panose="02040503050406030204" pitchFamily="18" charset="0"/>
                                  <a:cs typeface="Tahoma" panose="020B0604030504040204" pitchFamily="34" charset="0"/>
                                </a:rPr>
                                <m:t>𝜋</m:t>
                              </m:r>
                            </m:sub>
                          </m:sSub>
                          <m:d>
                            <m:dPr>
                              <m:ctrlPr>
                                <a:rPr lang="en-US" b="0" i="1" smtClean="0">
                                  <a:latin typeface="Cambria Math" panose="02040503050406030204" pitchFamily="18" charset="0"/>
                                  <a:ea typeface="Cambria Math" panose="02040503050406030204" pitchFamily="18" charset="0"/>
                                  <a:cs typeface="Tahoma" panose="020B0604030504040204" pitchFamily="34" charset="0"/>
                                </a:rPr>
                              </m:ctrlPr>
                            </m:dPr>
                            <m:e>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𝑆</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r>
                                    <a:rPr lang="en-US" b="0" i="1" smtClean="0">
                                      <a:latin typeface="Cambria Math" panose="02040503050406030204" pitchFamily="18" charset="0"/>
                                      <a:ea typeface="Cambria Math" panose="02040503050406030204" pitchFamily="18" charset="0"/>
                                      <a:cs typeface="Tahoma" panose="020B0604030504040204" pitchFamily="34" charset="0"/>
                                    </a:rPr>
                                    <m:t>+1</m:t>
                                  </m:r>
                                </m:sub>
                              </m:sSub>
                            </m:e>
                          </m:d>
                          <m:r>
                            <a:rPr lang="en-US" b="0" i="1" smtClean="0">
                              <a:latin typeface="Cambria Math" panose="02040503050406030204" pitchFamily="18" charset="0"/>
                              <a:ea typeface="Cambria Math" panose="02040503050406030204" pitchFamily="18" charset="0"/>
                              <a:cs typeface="Tahoma" panose="020B0604030504040204" pitchFamily="34" charset="0"/>
                            </a:rPr>
                            <m:t>  |  </m:t>
                          </m:r>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𝑆</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sub>
                          </m:sSub>
                          <m:r>
                            <a:rPr lang="en-US" b="0" i="1" smtClean="0">
                              <a:latin typeface="Cambria Math" panose="02040503050406030204" pitchFamily="18" charset="0"/>
                              <a:ea typeface="Cambria Math" panose="02040503050406030204" pitchFamily="18"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𝑠</m:t>
                          </m:r>
                        </m:e>
                      </m:d>
                    </m:oMath>
                  </m:oMathPara>
                </a14:m>
                <a:endParaRPr lang="en-US" b="0" dirty="0">
                  <a:latin typeface="Tahoma" panose="020B0604030504040204" pitchFamily="34" charset="0"/>
                  <a:ea typeface="Cambria Math" panose="02040503050406030204" pitchFamily="18" charset="0"/>
                  <a:cs typeface="Tahoma" panose="020B0604030504040204" pitchFamily="34" charset="0"/>
                </a:endParaRPr>
              </a:p>
              <a:p>
                <a:pPr marL="517525" indent="0">
                  <a:buSzPct val="85000"/>
                  <a:buNone/>
                </a:pPr>
                <a:endParaRPr lang="en-US" b="0" dirty="0">
                  <a:latin typeface="Tahoma" panose="020B0604030504040204" pitchFamily="34" charset="0"/>
                  <a:ea typeface="Cambria Math" panose="02040503050406030204" pitchFamily="18" charset="0"/>
                  <a:cs typeface="Tahoma" panose="020B0604030504040204" pitchFamily="34" charset="0"/>
                </a:endParaRPr>
              </a:p>
              <a:p>
                <a:pPr marL="517525" indent="0">
                  <a:buSzPct val="85000"/>
                  <a:buNone/>
                </a:pPr>
                <a:endParaRPr lang="en-US" b="0" dirty="0">
                  <a:latin typeface="Tahoma" panose="020B0604030504040204" pitchFamily="34" charset="0"/>
                  <a:ea typeface="Tahoma" panose="020B0604030504040204" pitchFamily="34" charset="0"/>
                  <a:cs typeface="Tahoma" panose="020B0604030504040204" pitchFamily="34" charset="0"/>
                </a:endParaRPr>
              </a:p>
              <a:p>
                <a:pPr marL="517525" indent="0">
                  <a:buSzPct val="8500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𝑞</m:t>
                          </m:r>
                        </m:e>
                        <m:sub>
                          <m:r>
                            <a:rPr lang="en-US" b="0" i="1" smtClean="0">
                              <a:latin typeface="Cambria Math" panose="02040503050406030204" pitchFamily="18" charset="0"/>
                              <a:ea typeface="Tahoma" panose="020B0604030504040204" pitchFamily="34" charset="0"/>
                              <a:cs typeface="Tahoma" panose="020B0604030504040204" pitchFamily="34" charset="0"/>
                            </a:rPr>
                            <m:t>𝜋</m:t>
                          </m:r>
                        </m:sub>
                      </m:sSub>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𝑠</m:t>
                          </m:r>
                          <m:r>
                            <a:rPr lang="en-US" b="0" i="1" smtClean="0">
                              <a:latin typeface="Cambria Math" panose="02040503050406030204" pitchFamily="18" charset="0"/>
                              <a:ea typeface="Tahoma" panose="020B0604030504040204" pitchFamily="34" charset="0"/>
                              <a:cs typeface="Tahoma" panose="020B0604030504040204" pitchFamily="34" charset="0"/>
                            </a:rPr>
                            <m:t>, </m:t>
                          </m:r>
                          <m:r>
                            <a:rPr lang="en-US" b="0" i="1" smtClean="0">
                              <a:latin typeface="Cambria Math" panose="02040503050406030204" pitchFamily="18" charset="0"/>
                              <a:ea typeface="Tahoma" panose="020B0604030504040204" pitchFamily="34" charset="0"/>
                              <a:cs typeface="Tahoma" panose="020B0604030504040204" pitchFamily="34" charset="0"/>
                            </a:rPr>
                            <m:t>𝑎</m:t>
                          </m:r>
                        </m:e>
                      </m:d>
                      <m:r>
                        <a:rPr lang="en-US" b="0" i="1" smtClean="0">
                          <a:latin typeface="Cambria Math" panose="02040503050406030204" pitchFamily="18" charset="0"/>
                          <a:ea typeface="Tahoma" panose="020B0604030504040204" pitchFamily="34"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𝔼</m:t>
                      </m:r>
                      <m:d>
                        <m:dPr>
                          <m:begChr m:val="["/>
                          <m:endChr m:val="]"/>
                          <m:ctrlPr>
                            <a:rPr lang="en-US" b="0" i="1" smtClean="0">
                              <a:latin typeface="Cambria Math" panose="02040503050406030204" pitchFamily="18" charset="0"/>
                              <a:ea typeface="Cambria Math" panose="02040503050406030204" pitchFamily="18" charset="0"/>
                              <a:cs typeface="Tahoma" panose="020B0604030504040204" pitchFamily="34" charset="0"/>
                            </a:rPr>
                          </m:ctrlPr>
                        </m:dPr>
                        <m:e>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𝑅</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r>
                                <a:rPr lang="en-US" b="0" i="1" smtClean="0">
                                  <a:latin typeface="Cambria Math" panose="02040503050406030204" pitchFamily="18" charset="0"/>
                                  <a:ea typeface="Cambria Math" panose="02040503050406030204" pitchFamily="18" charset="0"/>
                                  <a:cs typeface="Tahoma" panose="020B0604030504040204" pitchFamily="34" charset="0"/>
                                </a:rPr>
                                <m:t>+1</m:t>
                              </m:r>
                            </m:sub>
                          </m:sSub>
                          <m:r>
                            <a:rPr lang="en-US" b="0" i="1" smtClean="0">
                              <a:latin typeface="Cambria Math" panose="02040503050406030204" pitchFamily="18" charset="0"/>
                              <a:ea typeface="Cambria Math" panose="02040503050406030204" pitchFamily="18"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𝛾</m:t>
                          </m:r>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𝑞</m:t>
                              </m:r>
                            </m:e>
                            <m:sub>
                              <m:r>
                                <a:rPr lang="en-US" b="0" i="1" smtClean="0">
                                  <a:latin typeface="Cambria Math" panose="02040503050406030204" pitchFamily="18" charset="0"/>
                                  <a:ea typeface="Cambria Math" panose="02040503050406030204" pitchFamily="18" charset="0"/>
                                  <a:cs typeface="Tahoma" panose="020B0604030504040204" pitchFamily="34" charset="0"/>
                                </a:rPr>
                                <m:t>𝜋</m:t>
                              </m:r>
                            </m:sub>
                          </m:sSub>
                          <m:d>
                            <m:dPr>
                              <m:ctrlPr>
                                <a:rPr lang="en-US" b="0" i="1" smtClean="0">
                                  <a:latin typeface="Cambria Math" panose="02040503050406030204" pitchFamily="18" charset="0"/>
                                  <a:ea typeface="Cambria Math" panose="02040503050406030204" pitchFamily="18" charset="0"/>
                                  <a:cs typeface="Tahoma" panose="020B0604030504040204" pitchFamily="34" charset="0"/>
                                </a:rPr>
                              </m:ctrlPr>
                            </m:dPr>
                            <m:e>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𝑠</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r>
                                    <a:rPr lang="en-US" b="0" i="1" smtClean="0">
                                      <a:latin typeface="Cambria Math" panose="02040503050406030204" pitchFamily="18" charset="0"/>
                                      <a:ea typeface="Cambria Math" panose="02040503050406030204" pitchFamily="18" charset="0"/>
                                      <a:cs typeface="Tahoma" panose="020B0604030504040204" pitchFamily="34" charset="0"/>
                                    </a:rPr>
                                    <m:t>+1</m:t>
                                  </m:r>
                                </m:sub>
                              </m:sSub>
                              <m:r>
                                <a:rPr lang="en-US" b="0" i="1" smtClean="0">
                                  <a:latin typeface="Cambria Math" panose="02040503050406030204" pitchFamily="18" charset="0"/>
                                  <a:ea typeface="Cambria Math" panose="02040503050406030204" pitchFamily="18" charset="0"/>
                                  <a:cs typeface="Tahoma" panose="020B0604030504040204" pitchFamily="34" charset="0"/>
                                </a:rPr>
                                <m:t>, </m:t>
                              </m:r>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𝑎</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r>
                                    <a:rPr lang="en-US" b="0" i="1" smtClean="0">
                                      <a:latin typeface="Cambria Math" panose="02040503050406030204" pitchFamily="18" charset="0"/>
                                      <a:ea typeface="Cambria Math" panose="02040503050406030204" pitchFamily="18" charset="0"/>
                                      <a:cs typeface="Tahoma" panose="020B0604030504040204" pitchFamily="34" charset="0"/>
                                    </a:rPr>
                                    <m:t>+1</m:t>
                                  </m:r>
                                </m:sub>
                              </m:sSub>
                            </m:e>
                          </m:d>
                          <m:r>
                            <a:rPr lang="en-US" b="0" i="1" smtClean="0">
                              <a:latin typeface="Cambria Math" panose="02040503050406030204" pitchFamily="18" charset="0"/>
                              <a:ea typeface="Cambria Math" panose="02040503050406030204" pitchFamily="18" charset="0"/>
                              <a:cs typeface="Tahoma" panose="020B0604030504040204" pitchFamily="34" charset="0"/>
                            </a:rPr>
                            <m:t>  |  </m:t>
                          </m:r>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𝑆</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sub>
                          </m:sSub>
                          <m:r>
                            <a:rPr lang="en-US" b="0" i="1" smtClean="0">
                              <a:latin typeface="Cambria Math" panose="02040503050406030204" pitchFamily="18" charset="0"/>
                              <a:ea typeface="Cambria Math" panose="02040503050406030204" pitchFamily="18"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𝑠</m:t>
                          </m:r>
                          <m:r>
                            <a:rPr lang="en-US" b="0" i="1" smtClean="0">
                              <a:latin typeface="Cambria Math" panose="02040503050406030204" pitchFamily="18" charset="0"/>
                              <a:ea typeface="Cambria Math" panose="02040503050406030204" pitchFamily="18" charset="0"/>
                              <a:cs typeface="Tahoma" panose="020B0604030504040204" pitchFamily="34" charset="0"/>
                            </a:rPr>
                            <m:t>, </m:t>
                          </m:r>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𝐴</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sub>
                          </m:sSub>
                          <m:r>
                            <a:rPr lang="en-US" b="0" i="1" smtClean="0">
                              <a:latin typeface="Cambria Math" panose="02040503050406030204" pitchFamily="18" charset="0"/>
                              <a:ea typeface="Cambria Math" panose="02040503050406030204" pitchFamily="18"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𝑎</m:t>
                          </m:r>
                        </m:e>
                      </m:d>
                    </m:oMath>
                  </m:oMathPara>
                </a14:m>
                <a:endParaRPr lang="en-US" b="0" dirty="0">
                  <a:latin typeface="Tahoma" panose="020B0604030504040204" pitchFamily="34" charset="0"/>
                  <a:ea typeface="Tahoma" panose="020B0604030504040204" pitchFamily="34" charset="0"/>
                  <a:cs typeface="Tahoma" panose="020B0604030504040204" pitchFamily="34" charset="0"/>
                </a:endParaRPr>
              </a:p>
            </p:txBody>
          </p:sp>
        </mc:Choice>
        <mc:Fallback>
          <p:sp>
            <p:nvSpPr>
              <p:cNvPr id="12" name="Text Placeholder 11">
                <a:extLst>
                  <a:ext uri="{FF2B5EF4-FFF2-40B4-BE49-F238E27FC236}">
                    <a16:creationId xmlns:a16="http://schemas.microsoft.com/office/drawing/2014/main" id="{D9B4FA66-70DB-AA66-E0B4-617169B6E814}"/>
                  </a:ext>
                </a:extLst>
              </p:cNvPr>
              <p:cNvSpPr>
                <a:spLocks noGrp="1" noRot="1" noChangeAspect="1" noMove="1" noResize="1" noEditPoints="1" noAdjustHandles="1" noChangeArrowheads="1" noChangeShapeType="1" noTextEdit="1"/>
              </p:cNvSpPr>
              <p:nvPr>
                <p:ph type="body" idx="1"/>
              </p:nvPr>
            </p:nvSpPr>
            <p:spPr>
              <a:xfrm>
                <a:off x="455414" y="1312351"/>
                <a:ext cx="8399025" cy="5013325"/>
              </a:xfrm>
              <a:blipFill>
                <a:blip r:embed="rId3"/>
                <a:stretch>
                  <a:fillRect l="-145" t="-972" r="-581"/>
                </a:stretch>
              </a:blipFill>
            </p:spPr>
            <p:txBody>
              <a:bodyPr/>
              <a:lstStyle/>
              <a:p>
                <a:r>
                  <a:rPr lang="en-MY">
                    <a:noFill/>
                  </a:rPr>
                  <a:t> </a:t>
                </a:r>
              </a:p>
            </p:txBody>
          </p:sp>
        </mc:Fallback>
      </mc:AlternateContent>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Bellman Equation (Expectation)</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sp>
        <p:nvSpPr>
          <p:cNvPr id="2" name="Slide Number Placeholder 1">
            <a:extLst>
              <a:ext uri="{FF2B5EF4-FFF2-40B4-BE49-F238E27FC236}">
                <a16:creationId xmlns:a16="http://schemas.microsoft.com/office/drawing/2014/main" id="{827E12FF-A039-C989-C00D-EF4D81FD512C}"/>
              </a:ext>
            </a:extLst>
          </p:cNvPr>
          <p:cNvSpPr>
            <a:spLocks noGrp="1"/>
          </p:cNvSpPr>
          <p:nvPr>
            <p:ph type="sldNum" sz="quarter" idx="2"/>
          </p:nvPr>
        </p:nvSpPr>
        <p:spPr/>
        <p:txBody>
          <a:bodyPr/>
          <a:lstStyle/>
          <a:p>
            <a:fld id="{86CB4B4D-7CA3-9044-876B-883B54F8677D}" type="slidenum">
              <a:rPr lang="en-US" smtClean="0"/>
              <a:t>42</a:t>
            </a:fld>
            <a:endParaRPr lang="en-US"/>
          </a:p>
        </p:txBody>
      </p:sp>
      <p:sp>
        <p:nvSpPr>
          <p:cNvPr id="3" name="Date Placeholder 3">
            <a:extLst>
              <a:ext uri="{FF2B5EF4-FFF2-40B4-BE49-F238E27FC236}">
                <a16:creationId xmlns:a16="http://schemas.microsoft.com/office/drawing/2014/main" id="{421BABE6-B74A-2FC4-5EE3-88BB875C8639}"/>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46F1F7D8-BB98-EF8D-B398-BDA99AE3C128}"/>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B15F84F0-30B0-A9D1-F96C-8F139A38AC30}"/>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42</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
        <p:nvSpPr>
          <p:cNvPr id="15" name="TextBox 14">
            <a:extLst>
              <a:ext uri="{FF2B5EF4-FFF2-40B4-BE49-F238E27FC236}">
                <a16:creationId xmlns:a16="http://schemas.microsoft.com/office/drawing/2014/main" id="{688D1ABB-08BD-6CF2-6674-14AAE85390B8}"/>
              </a:ext>
            </a:extLst>
          </p:cNvPr>
          <p:cNvSpPr txBox="1"/>
          <p:nvPr/>
        </p:nvSpPr>
        <p:spPr>
          <a:xfrm>
            <a:off x="622136" y="3680389"/>
            <a:ext cx="2394040"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MY" sz="2000" dirty="0">
                <a:solidFill>
                  <a:srgbClr val="002060"/>
                </a:solidFill>
              </a:rPr>
              <a:t>State Value Function</a:t>
            </a:r>
          </a:p>
        </p:txBody>
      </p:sp>
      <p:sp>
        <p:nvSpPr>
          <p:cNvPr id="17" name="TextBox 16">
            <a:extLst>
              <a:ext uri="{FF2B5EF4-FFF2-40B4-BE49-F238E27FC236}">
                <a16:creationId xmlns:a16="http://schemas.microsoft.com/office/drawing/2014/main" id="{0CA5B263-C2EA-B8DC-4D1F-0900EE3648DF}"/>
              </a:ext>
            </a:extLst>
          </p:cNvPr>
          <p:cNvSpPr txBox="1"/>
          <p:nvPr/>
        </p:nvSpPr>
        <p:spPr>
          <a:xfrm>
            <a:off x="286039" y="5057116"/>
            <a:ext cx="4665784" cy="3995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MY" sz="2000" dirty="0">
                <a:solidFill>
                  <a:srgbClr val="002060"/>
                </a:solidFill>
              </a:rPr>
              <a:t>Action-Value Function (state-action)</a:t>
            </a:r>
          </a:p>
        </p:txBody>
      </p:sp>
    </p:spTree>
    <p:extLst>
      <p:ext uri="{BB962C8B-B14F-4D97-AF65-F5344CB8AC3E}">
        <p14:creationId xmlns:p14="http://schemas.microsoft.com/office/powerpoint/2010/main" val="1066042869"/>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mc:AlternateContent xmlns:mc="http://schemas.openxmlformats.org/markup-compatibility/2006" xmlns:a14="http://schemas.microsoft.com/office/drawing/2010/main">
        <mc:Choice Requires="a14">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783313" y="1312351"/>
                <a:ext cx="7607301" cy="5013325"/>
              </a:xfrm>
            </p:spPr>
            <p:txBody>
              <a:bodyPr/>
              <a:lstStyle/>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The Bellman equation can be compactly written via the induced MRP in matrix form as </a:t>
                </a:r>
              </a:p>
              <a:p>
                <a:pPr>
                  <a:spcAft>
                    <a:spcPts val="600"/>
                  </a:spcAft>
                </a:pPr>
                <a:endParaRPr lang="en-US" b="0" dirty="0">
                  <a:latin typeface="Tahoma" panose="020B0604030504040204" pitchFamily="34" charset="0"/>
                  <a:ea typeface="Tahoma" panose="020B0604030504040204" pitchFamily="34" charset="0"/>
                  <a:cs typeface="Tahoma" panose="020B0604030504040204" pitchFamily="34" charset="0"/>
                </a:endParaRPr>
              </a:p>
              <a:p>
                <a:pPr marL="139065" indent="0">
                  <a:spcAft>
                    <a:spcPts val="600"/>
                  </a:spcAft>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smtClean="0">
                              <a:latin typeface="Cambria Math" panose="02040503050406030204" pitchFamily="18" charset="0"/>
                              <a:ea typeface="Tahoma" panose="020B0604030504040204" pitchFamily="34" charset="0"/>
                              <a:cs typeface="Tahoma" panose="020B0604030504040204" pitchFamily="34" charset="0"/>
                            </a:rPr>
                            <m:t>𝜋</m:t>
                          </m:r>
                        </m:sub>
                      </m:sSub>
                      <m:r>
                        <a:rPr lang="en-US" b="0" i="1" smtClean="0">
                          <a:latin typeface="Cambria Math" panose="02040503050406030204" pitchFamily="18" charset="0"/>
                          <a:ea typeface="Tahoma" panose="020B0604030504040204" pitchFamily="34" charset="0"/>
                          <a:cs typeface="Tahoma" panose="020B0604030504040204" pitchFamily="34" charset="0"/>
                        </a:rPr>
                        <m:t>=</m:t>
                      </m:r>
                      <m:sSup>
                        <m:sSupPr>
                          <m:ctrlPr>
                            <a:rPr lang="en-US" b="0" i="1" smtClean="0">
                              <a:latin typeface="Cambria Math" panose="02040503050406030204" pitchFamily="18" charset="0"/>
                              <a:ea typeface="Tahoma" panose="020B0604030504040204" pitchFamily="34" charset="0"/>
                              <a:cs typeface="Tahoma" panose="020B0604030504040204" pitchFamily="34" charset="0"/>
                            </a:rPr>
                          </m:ctrlPr>
                        </m:sSupPr>
                        <m:e>
                          <m:r>
                            <a:rPr lang="en-US" b="0" i="1" smtClean="0">
                              <a:latin typeface="Cambria Math" panose="02040503050406030204" pitchFamily="18" charset="0"/>
                              <a:ea typeface="Tahoma" panose="020B0604030504040204" pitchFamily="34" charset="0"/>
                              <a:cs typeface="Tahoma" panose="020B0604030504040204" pitchFamily="34" charset="0"/>
                            </a:rPr>
                            <m:t>𝑅</m:t>
                          </m:r>
                        </m:e>
                        <m:sup>
                          <m:r>
                            <a:rPr lang="en-US" b="0" i="1" smtClean="0">
                              <a:latin typeface="Cambria Math" panose="02040503050406030204" pitchFamily="18" charset="0"/>
                              <a:ea typeface="Tahoma" panose="020B0604030504040204" pitchFamily="34" charset="0"/>
                              <a:cs typeface="Tahoma" panose="020B0604030504040204" pitchFamily="34" charset="0"/>
                            </a:rPr>
                            <m:t>𝜋</m:t>
                          </m:r>
                        </m:sup>
                      </m:sSup>
                      <m:r>
                        <a:rPr lang="en-US" b="0" i="1" smtClean="0">
                          <a:latin typeface="Cambria Math" panose="02040503050406030204" pitchFamily="18" charset="0"/>
                          <a:ea typeface="Tahoma" panose="020B0604030504040204" pitchFamily="34" charset="0"/>
                          <a:cs typeface="Tahoma" panose="020B0604030504040204" pitchFamily="34" charset="0"/>
                        </a:rPr>
                        <m:t>+</m:t>
                      </m:r>
                      <m:r>
                        <a:rPr lang="en-US" b="0" i="1" smtClean="0">
                          <a:latin typeface="Cambria Math" panose="02040503050406030204" pitchFamily="18" charset="0"/>
                          <a:ea typeface="Tahoma" panose="020B0604030504040204" pitchFamily="34" charset="0"/>
                          <a:cs typeface="Tahoma" panose="020B0604030504040204" pitchFamily="34" charset="0"/>
                        </a:rPr>
                        <m:t>𝛾</m:t>
                      </m:r>
                      <m:sSup>
                        <m:sSupPr>
                          <m:ctrlPr>
                            <a:rPr lang="en-US" b="0" i="1" smtClean="0">
                              <a:latin typeface="Cambria Math" panose="02040503050406030204" pitchFamily="18" charset="0"/>
                              <a:ea typeface="Tahoma" panose="020B0604030504040204" pitchFamily="34" charset="0"/>
                              <a:cs typeface="Tahoma" panose="020B0604030504040204" pitchFamily="34" charset="0"/>
                            </a:rPr>
                          </m:ctrlPr>
                        </m:sSupPr>
                        <m:e>
                          <m:r>
                            <a:rPr lang="en-US" b="0" i="1" smtClean="0">
                              <a:latin typeface="Cambria Math" panose="02040503050406030204" pitchFamily="18" charset="0"/>
                              <a:ea typeface="Tahoma" panose="020B0604030504040204" pitchFamily="34" charset="0"/>
                              <a:cs typeface="Tahoma" panose="020B0604030504040204" pitchFamily="34" charset="0"/>
                            </a:rPr>
                            <m:t>𝑃</m:t>
                          </m:r>
                        </m:e>
                        <m:sup>
                          <m:r>
                            <a:rPr lang="en-US" b="0" i="1" smtClean="0">
                              <a:latin typeface="Cambria Math" panose="02040503050406030204" pitchFamily="18" charset="0"/>
                              <a:ea typeface="Tahoma" panose="020B0604030504040204" pitchFamily="34" charset="0"/>
                              <a:cs typeface="Tahoma" panose="020B0604030504040204" pitchFamily="34" charset="0"/>
                            </a:rPr>
                            <m:t>𝜋</m:t>
                          </m:r>
                        </m:sup>
                      </m:sSup>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smtClean="0">
                              <a:latin typeface="Cambria Math" panose="02040503050406030204" pitchFamily="18" charset="0"/>
                              <a:ea typeface="Tahoma" panose="020B0604030504040204" pitchFamily="34" charset="0"/>
                              <a:cs typeface="Tahoma" panose="020B0604030504040204" pitchFamily="34" charset="0"/>
                            </a:rPr>
                            <m:t>𝜋</m:t>
                          </m:r>
                        </m:sub>
                      </m:sSub>
                    </m:oMath>
                  </m:oMathPara>
                </a14:m>
                <a:endParaRPr lang="en-US" b="0" dirty="0">
                  <a:latin typeface="Tahoma" panose="020B0604030504040204" pitchFamily="34" charset="0"/>
                  <a:ea typeface="Tahoma" panose="020B0604030504040204" pitchFamily="34" charset="0"/>
                  <a:cs typeface="Tahoma" panose="020B0604030504040204" pitchFamily="34" charset="0"/>
                </a:endParaRPr>
              </a:p>
              <a:p>
                <a:pPr marL="139065" indent="0">
                  <a:spcAft>
                    <a:spcPts val="600"/>
                  </a:spcAft>
                  <a:buNone/>
                </a:pPr>
                <a:endParaRPr lang="en-US" b="0" dirty="0">
                  <a:latin typeface="Tahoma" panose="020B0604030504040204" pitchFamily="34" charset="0"/>
                  <a:ea typeface="Tahoma" panose="020B0604030504040204" pitchFamily="34" charset="0"/>
                  <a:cs typeface="Tahoma" panose="020B0604030504040204" pitchFamily="34" charset="0"/>
                </a:endParaRPr>
              </a:p>
              <a:p>
                <a:pPr marL="139065" indent="0">
                  <a:spcAft>
                    <a:spcPts val="600"/>
                  </a:spcAft>
                  <a:buNone/>
                </a:pPr>
                <a:r>
                  <a:rPr lang="en-US" b="0" dirty="0">
                    <a:latin typeface="Tahoma" panose="020B0604030504040204" pitchFamily="34" charset="0"/>
                    <a:ea typeface="Tahoma" panose="020B0604030504040204" pitchFamily="34" charset="0"/>
                    <a:cs typeface="Tahoma" panose="020B0604030504040204" pitchFamily="34" charset="0"/>
                  </a:rPr>
                  <a:t>With closed-form solution</a:t>
                </a:r>
              </a:p>
              <a:p>
                <a:pPr marL="139065" indent="0">
                  <a:spcAft>
                    <a:spcPts val="600"/>
                  </a:spcAft>
                  <a:buNone/>
                </a:pPr>
                <a:endParaRPr lang="en-US" b="0" dirty="0">
                  <a:latin typeface="Tahoma" panose="020B0604030504040204" pitchFamily="34" charset="0"/>
                  <a:ea typeface="Tahoma" panose="020B0604030504040204" pitchFamily="34" charset="0"/>
                  <a:cs typeface="Tahoma" panose="020B0604030504040204" pitchFamily="34" charset="0"/>
                </a:endParaRPr>
              </a:p>
              <a:p>
                <a:pPr marL="139065" indent="0">
                  <a:spcAft>
                    <a:spcPts val="600"/>
                  </a:spcAft>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smtClean="0">
                              <a:latin typeface="Cambria Math" panose="02040503050406030204" pitchFamily="18" charset="0"/>
                              <a:ea typeface="Tahoma" panose="020B0604030504040204" pitchFamily="34" charset="0"/>
                              <a:cs typeface="Tahoma" panose="020B0604030504040204" pitchFamily="34" charset="0"/>
                            </a:rPr>
                            <m:t>𝜋</m:t>
                          </m:r>
                        </m:sub>
                      </m:sSub>
                      <m:r>
                        <a:rPr lang="en-US" b="0" i="1" smtClean="0">
                          <a:latin typeface="Cambria Math" panose="02040503050406030204" pitchFamily="18" charset="0"/>
                          <a:ea typeface="Tahoma" panose="020B0604030504040204" pitchFamily="34" charset="0"/>
                          <a:cs typeface="Tahoma" panose="020B0604030504040204" pitchFamily="34" charset="0"/>
                        </a:rPr>
                        <m:t>=</m:t>
                      </m:r>
                      <m:sSup>
                        <m:sSupPr>
                          <m:ctrlPr>
                            <a:rPr lang="en-US" b="0" i="1" smtClean="0">
                              <a:latin typeface="Cambria Math" panose="02040503050406030204" pitchFamily="18" charset="0"/>
                              <a:ea typeface="Tahoma" panose="020B0604030504040204" pitchFamily="34" charset="0"/>
                              <a:cs typeface="Tahoma" panose="020B0604030504040204" pitchFamily="34" charset="0"/>
                            </a:rPr>
                          </m:ctrlPr>
                        </m:sSupPr>
                        <m:e>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1−</m:t>
                              </m:r>
                              <m:r>
                                <a:rPr lang="en-US" b="0" i="1" smtClean="0">
                                  <a:latin typeface="Cambria Math" panose="02040503050406030204" pitchFamily="18" charset="0"/>
                                  <a:ea typeface="Tahoma" panose="020B0604030504040204" pitchFamily="34" charset="0"/>
                                  <a:cs typeface="Tahoma" panose="020B0604030504040204" pitchFamily="34" charset="0"/>
                                </a:rPr>
                                <m:t>𝛾</m:t>
                              </m:r>
                              <m:r>
                                <a:rPr lang="en-US" b="0" i="1" smtClean="0">
                                  <a:latin typeface="Cambria Math" panose="02040503050406030204" pitchFamily="18" charset="0"/>
                                  <a:ea typeface="Tahoma" panose="020B0604030504040204" pitchFamily="34" charset="0"/>
                                  <a:cs typeface="Tahoma" panose="020B0604030504040204" pitchFamily="34" charset="0"/>
                                </a:rPr>
                                <m:t> </m:t>
                              </m:r>
                              <m:sSup>
                                <m:sSupPr>
                                  <m:ctrlPr>
                                    <a:rPr lang="en-US" b="0" i="1" smtClean="0">
                                      <a:latin typeface="Cambria Math" panose="02040503050406030204" pitchFamily="18" charset="0"/>
                                      <a:ea typeface="Tahoma" panose="020B0604030504040204" pitchFamily="34" charset="0"/>
                                      <a:cs typeface="Tahoma" panose="020B0604030504040204" pitchFamily="34" charset="0"/>
                                    </a:rPr>
                                  </m:ctrlPr>
                                </m:sSupPr>
                                <m:e>
                                  <m:r>
                                    <a:rPr lang="en-US" b="0" i="1" smtClean="0">
                                      <a:latin typeface="Cambria Math" panose="02040503050406030204" pitchFamily="18" charset="0"/>
                                      <a:ea typeface="Tahoma" panose="020B0604030504040204" pitchFamily="34" charset="0"/>
                                      <a:cs typeface="Tahoma" panose="020B0604030504040204" pitchFamily="34" charset="0"/>
                                    </a:rPr>
                                    <m:t>𝑃</m:t>
                                  </m:r>
                                </m:e>
                                <m:sup>
                                  <m:r>
                                    <a:rPr lang="en-US" b="0" i="1" smtClean="0">
                                      <a:latin typeface="Cambria Math" panose="02040503050406030204" pitchFamily="18" charset="0"/>
                                      <a:ea typeface="Tahoma" panose="020B0604030504040204" pitchFamily="34" charset="0"/>
                                      <a:cs typeface="Tahoma" panose="020B0604030504040204" pitchFamily="34" charset="0"/>
                                    </a:rPr>
                                    <m:t>𝜋</m:t>
                                  </m:r>
                                </m:sup>
                              </m:sSup>
                            </m:e>
                          </m:d>
                        </m:e>
                        <m:sup>
                          <m:r>
                            <a:rPr lang="en-US" b="0" i="1" smtClean="0">
                              <a:latin typeface="Cambria Math" panose="02040503050406030204" pitchFamily="18" charset="0"/>
                              <a:ea typeface="Tahoma" panose="020B0604030504040204" pitchFamily="34" charset="0"/>
                              <a:cs typeface="Tahoma" panose="020B0604030504040204" pitchFamily="34" charset="0"/>
                            </a:rPr>
                            <m:t>−1</m:t>
                          </m:r>
                        </m:sup>
                      </m:sSup>
                      <m:sSup>
                        <m:sSupPr>
                          <m:ctrlPr>
                            <a:rPr lang="en-US" b="0" i="1" smtClean="0">
                              <a:latin typeface="Cambria Math" panose="02040503050406030204" pitchFamily="18" charset="0"/>
                              <a:ea typeface="Tahoma" panose="020B0604030504040204" pitchFamily="34" charset="0"/>
                              <a:cs typeface="Tahoma" panose="020B0604030504040204" pitchFamily="34" charset="0"/>
                            </a:rPr>
                          </m:ctrlPr>
                        </m:sSupPr>
                        <m:e>
                          <m:r>
                            <a:rPr lang="en-US" b="0" i="1" smtClean="0">
                              <a:latin typeface="Cambria Math" panose="02040503050406030204" pitchFamily="18" charset="0"/>
                              <a:ea typeface="Tahoma" panose="020B0604030504040204" pitchFamily="34" charset="0"/>
                              <a:cs typeface="Tahoma" panose="020B0604030504040204" pitchFamily="34" charset="0"/>
                            </a:rPr>
                            <m:t>𝑅</m:t>
                          </m:r>
                        </m:e>
                        <m:sup>
                          <m:r>
                            <a:rPr lang="en-US" b="0" i="1" smtClean="0">
                              <a:latin typeface="Cambria Math" panose="02040503050406030204" pitchFamily="18" charset="0"/>
                              <a:ea typeface="Tahoma" panose="020B0604030504040204" pitchFamily="34" charset="0"/>
                              <a:cs typeface="Tahoma" panose="020B0604030504040204" pitchFamily="34" charset="0"/>
                            </a:rPr>
                            <m:t>𝜋</m:t>
                          </m:r>
                        </m:sup>
                      </m:sSup>
                    </m:oMath>
                  </m:oMathPara>
                </a14:m>
                <a:endParaRPr lang="en-US" b="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2" name="Text Placeholder 11">
                <a:extLst>
                  <a:ext uri="{FF2B5EF4-FFF2-40B4-BE49-F238E27FC236}">
                    <a16:creationId xmlns:a16="http://schemas.microsoft.com/office/drawing/2014/main" id="{D9B4FA66-70DB-AA66-E0B4-617169B6E814}"/>
                  </a:ext>
                </a:extLst>
              </p:cNvPr>
              <p:cNvSpPr>
                <a:spLocks noGrp="1" noRot="1" noChangeAspect="1" noMove="1" noResize="1" noEditPoints="1" noAdjustHandles="1" noChangeArrowheads="1" noChangeShapeType="1" noTextEdit="1"/>
              </p:cNvSpPr>
              <p:nvPr>
                <p:ph type="body" idx="1"/>
              </p:nvPr>
            </p:nvSpPr>
            <p:spPr>
              <a:xfrm>
                <a:off x="783313" y="1312351"/>
                <a:ext cx="7607301" cy="5013325"/>
              </a:xfrm>
              <a:blipFill>
                <a:blip r:embed="rId3"/>
                <a:stretch>
                  <a:fillRect l="-80" t="-972" r="-2003"/>
                </a:stretch>
              </a:blipFill>
            </p:spPr>
            <p:txBody>
              <a:bodyPr/>
              <a:lstStyle/>
              <a:p>
                <a:r>
                  <a:rPr lang="en-US">
                    <a:noFill/>
                  </a:rPr>
                  <a:t> </a:t>
                </a:r>
              </a:p>
            </p:txBody>
          </p:sp>
        </mc:Fallback>
      </mc:AlternateContent>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Direct Solution for Bellman Equation</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sp>
        <p:nvSpPr>
          <p:cNvPr id="2" name="Slide Number Placeholder 1">
            <a:extLst>
              <a:ext uri="{FF2B5EF4-FFF2-40B4-BE49-F238E27FC236}">
                <a16:creationId xmlns:a16="http://schemas.microsoft.com/office/drawing/2014/main" id="{0A120890-9BE9-EE22-8344-5C16B5941F05}"/>
              </a:ext>
            </a:extLst>
          </p:cNvPr>
          <p:cNvSpPr>
            <a:spLocks noGrp="1"/>
          </p:cNvSpPr>
          <p:nvPr>
            <p:ph type="sldNum" sz="quarter" idx="2"/>
          </p:nvPr>
        </p:nvSpPr>
        <p:spPr/>
        <p:txBody>
          <a:bodyPr/>
          <a:lstStyle/>
          <a:p>
            <a:fld id="{86CB4B4D-7CA3-9044-876B-883B54F8677D}" type="slidenum">
              <a:rPr lang="en-US" smtClean="0"/>
              <a:t>43</a:t>
            </a:fld>
            <a:endParaRPr lang="en-US"/>
          </a:p>
        </p:txBody>
      </p:sp>
      <p:sp>
        <p:nvSpPr>
          <p:cNvPr id="3" name="Date Placeholder 3">
            <a:extLst>
              <a:ext uri="{FF2B5EF4-FFF2-40B4-BE49-F238E27FC236}">
                <a16:creationId xmlns:a16="http://schemas.microsoft.com/office/drawing/2014/main" id="{1892CC5C-3DC6-14F0-BD86-D10D36A7D9F8}"/>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D4B174B2-70D1-A1D7-2E4E-3A40C66BC0B1}"/>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3031ABCD-24CF-653F-08C9-58C627C7D875}"/>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43</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1159819151"/>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mc:AlternateContent xmlns:mc="http://schemas.openxmlformats.org/markup-compatibility/2006" xmlns:a14="http://schemas.microsoft.com/office/drawing/2010/main">
        <mc:Choice Requires="a14">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384305" y="1312351"/>
                <a:ext cx="8343461" cy="5332289"/>
              </a:xfrm>
            </p:spPr>
            <p:txBody>
              <a:bodyPr/>
              <a:lstStyle/>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Problem: evaluate a given policy </a:t>
                </a:r>
                <a14:m>
                  <m:oMath xmlns:m="http://schemas.openxmlformats.org/officeDocument/2006/math">
                    <m:r>
                      <a:rPr lang="en-US" b="0" i="1" smtClean="0">
                        <a:latin typeface="Cambria Math" panose="02040503050406030204" pitchFamily="18" charset="0"/>
                        <a:ea typeface="Tahoma" panose="020B0604030504040204" pitchFamily="34" charset="0"/>
                        <a:cs typeface="Tahoma" panose="020B0604030504040204" pitchFamily="34" charset="0"/>
                      </a:rPr>
                      <m:t>𝜋</m:t>
                    </m:r>
                  </m:oMath>
                </a14:m>
                <a:r>
                  <a:rPr lang="en-US" b="0" dirty="0">
                    <a:latin typeface="Tahoma" panose="020B0604030504040204" pitchFamily="34" charset="0"/>
                    <a:ea typeface="Tahoma" panose="020B0604030504040204" pitchFamily="34" charset="0"/>
                    <a:cs typeface="Tahoma" panose="020B0604030504040204" pitchFamily="34" charset="0"/>
                  </a:rPr>
                  <a:t> </a:t>
                </a: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Solution: iterative application of Bellman expectation</a:t>
                </a:r>
              </a:p>
              <a:p>
                <a:pPr marL="139065" indent="0">
                  <a:spcAft>
                    <a:spcPts val="600"/>
                  </a:spcAft>
                  <a:buNone/>
                </a:pPr>
                <a:endParaRPr lang="en-US" sz="100" b="0" i="1" dirty="0">
                  <a:solidFill>
                    <a:srgbClr val="FF0000"/>
                  </a:solidFill>
                  <a:latin typeface="Cambria Math" panose="02040503050406030204" pitchFamily="18" charset="0"/>
                  <a:ea typeface="Tahoma" panose="020B0604030504040204" pitchFamily="34" charset="0"/>
                  <a:cs typeface="Tahoma" panose="020B0604030504040204" pitchFamily="34" charset="0"/>
                </a:endParaRPr>
              </a:p>
              <a:p>
                <a:pPr marL="139065" indent="0">
                  <a:spcAft>
                    <a:spcPts val="600"/>
                  </a:spcAft>
                  <a:buNone/>
                </a:pPr>
                <a14:m>
                  <m:oMathPara xmlns:m="http://schemas.openxmlformats.org/officeDocument/2006/math">
                    <m:oMathParaPr>
                      <m:jc m:val="centerGroup"/>
                    </m:oMathParaPr>
                    <m:oMath xmlns:m="http://schemas.openxmlformats.org/officeDocument/2006/math">
                      <m:sSub>
                        <m:sSubPr>
                          <m:ctrlP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ctrlPr>
                        </m:sSubPr>
                        <m:e>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𝑣</m:t>
                          </m:r>
                        </m:e>
                        <m:sub>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1</m:t>
                          </m:r>
                        </m:sub>
                      </m:sSub>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m:t>
                      </m:r>
                      <m:sSub>
                        <m:sSubPr>
                          <m:ctrlP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ctrlPr>
                        </m:sSubPr>
                        <m:e>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𝑣</m:t>
                          </m:r>
                        </m:e>
                        <m:sub>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2</m:t>
                          </m:r>
                        </m:sub>
                      </m:sSub>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m:t>
                      </m:r>
                      <m:sSub>
                        <m:sSubPr>
                          <m:ctrlP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ctrlPr>
                        </m:sSubPr>
                        <m:e>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𝑣</m:t>
                          </m:r>
                        </m:e>
                        <m:sub>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𝑛</m:t>
                          </m:r>
                        </m:sub>
                      </m:sSub>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m:t>
                      </m:r>
                      <m:sSub>
                        <m:sSubPr>
                          <m:ctrlP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ctrlPr>
                        </m:sSubPr>
                        <m:e>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𝑣</m:t>
                          </m:r>
                        </m:e>
                        <m:sub>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𝜋</m:t>
                          </m:r>
                        </m:sub>
                      </m:sSub>
                    </m:oMath>
                  </m:oMathPara>
                </a14:m>
                <a:endParaRPr lang="en-US" b="0" dirty="0">
                  <a:latin typeface="Tahoma" panose="020B0604030504040204" pitchFamily="34" charset="0"/>
                  <a:ea typeface="Tahoma" panose="020B0604030504040204" pitchFamily="34" charset="0"/>
                  <a:cs typeface="Tahoma" panose="020B0604030504040204" pitchFamily="34" charset="0"/>
                </a:endParaRPr>
              </a:p>
              <a:p>
                <a:pPr marL="139065" indent="0">
                  <a:spcAft>
                    <a:spcPts val="600"/>
                  </a:spcAft>
                  <a:buNone/>
                </a:pPr>
                <a:endParaRPr lang="en-US" sz="700" b="0" dirty="0">
                  <a:latin typeface="Tahoma" panose="020B0604030504040204" pitchFamily="34" charset="0"/>
                  <a:ea typeface="Tahoma" panose="020B0604030504040204" pitchFamily="34" charset="0"/>
                  <a:cs typeface="Tahoma" panose="020B0604030504040204" pitchFamily="34" charset="0"/>
                </a:endParaRP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Update </a:t>
                </a:r>
                <a14:m>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smtClean="0">
                            <a:latin typeface="Cambria Math" panose="02040503050406030204" pitchFamily="18" charset="0"/>
                            <a:ea typeface="Tahoma" panose="020B0604030504040204" pitchFamily="34" charset="0"/>
                            <a:cs typeface="Tahoma" panose="020B0604030504040204" pitchFamily="34" charset="0"/>
                          </a:rPr>
                          <m:t>𝑘</m:t>
                        </m:r>
                        <m:r>
                          <a:rPr lang="en-US" b="0" i="1" smtClean="0">
                            <a:latin typeface="Cambria Math" panose="02040503050406030204" pitchFamily="18" charset="0"/>
                            <a:ea typeface="Tahoma" panose="020B0604030504040204" pitchFamily="34" charset="0"/>
                            <a:cs typeface="Tahoma" panose="020B0604030504040204" pitchFamily="34" charset="0"/>
                          </a:rPr>
                          <m:t>+1</m:t>
                        </m:r>
                      </m:sub>
                    </m:sSub>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𝑠</m:t>
                        </m:r>
                      </m:e>
                    </m:d>
                  </m:oMath>
                </a14:m>
                <a:r>
                  <a:rPr lang="en-US" b="0" dirty="0">
                    <a:latin typeface="Tahoma" panose="020B0604030504040204" pitchFamily="34" charset="0"/>
                    <a:ea typeface="Tahoma" panose="020B0604030504040204" pitchFamily="34" charset="0"/>
                    <a:cs typeface="Tahoma" panose="020B0604030504040204" pitchFamily="34" charset="0"/>
                  </a:rPr>
                  <a:t> from </a:t>
                </a:r>
                <a14:m>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smtClean="0">
                            <a:latin typeface="Cambria Math" panose="02040503050406030204" pitchFamily="18" charset="0"/>
                            <a:ea typeface="Tahoma" panose="020B0604030504040204" pitchFamily="34" charset="0"/>
                            <a:cs typeface="Tahoma" panose="020B0604030504040204" pitchFamily="34" charset="0"/>
                          </a:rPr>
                          <m:t>𝑘</m:t>
                        </m:r>
                      </m:sub>
                    </m:sSub>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sSup>
                          <m:sSupPr>
                            <m:ctrlPr>
                              <a:rPr lang="en-US" b="0" i="1" smtClean="0">
                                <a:latin typeface="Cambria Math" panose="02040503050406030204" pitchFamily="18" charset="0"/>
                                <a:ea typeface="Tahoma" panose="020B0604030504040204" pitchFamily="34" charset="0"/>
                                <a:cs typeface="Tahoma" panose="020B0604030504040204" pitchFamily="34" charset="0"/>
                              </a:rPr>
                            </m:ctrlPr>
                          </m:sSupPr>
                          <m:e>
                            <m:r>
                              <a:rPr lang="en-US" b="0" i="1" smtClean="0">
                                <a:latin typeface="Cambria Math" panose="02040503050406030204" pitchFamily="18" charset="0"/>
                                <a:ea typeface="Tahoma" panose="020B0604030504040204" pitchFamily="34" charset="0"/>
                                <a:cs typeface="Tahoma" panose="020B0604030504040204" pitchFamily="34" charset="0"/>
                              </a:rPr>
                              <m:t>𝑠</m:t>
                            </m:r>
                          </m:e>
                          <m:sup>
                            <m:r>
                              <a:rPr lang="en-US" b="0" i="1" smtClean="0">
                                <a:latin typeface="Cambria Math" panose="02040503050406030204" pitchFamily="18" charset="0"/>
                                <a:ea typeface="Tahoma" panose="020B0604030504040204" pitchFamily="34" charset="0"/>
                                <a:cs typeface="Tahoma" panose="020B0604030504040204" pitchFamily="34" charset="0"/>
                              </a:rPr>
                              <m:t>′</m:t>
                            </m:r>
                          </m:sup>
                        </m:sSup>
                      </m:e>
                    </m:d>
                  </m:oMath>
                </a14:m>
                <a:r>
                  <a:rPr lang="en-US" b="0" dirty="0">
                    <a:latin typeface="Tahoma" panose="020B0604030504040204" pitchFamily="34" charset="0"/>
                    <a:ea typeface="Tahoma" panose="020B0604030504040204" pitchFamily="34" charset="0"/>
                    <a:cs typeface="Tahoma" panose="020B0604030504040204" pitchFamily="34" charset="0"/>
                  </a:rPr>
                  <a:t> where </a:t>
                </a:r>
                <a14:m>
                  <m:oMath xmlns:m="http://schemas.openxmlformats.org/officeDocument/2006/math">
                    <m:sSup>
                      <m:sSupPr>
                        <m:ctrlPr>
                          <a:rPr lang="en-US" b="0" i="1" smtClean="0">
                            <a:latin typeface="Cambria Math" panose="02040503050406030204" pitchFamily="18" charset="0"/>
                            <a:ea typeface="Tahoma" panose="020B0604030504040204" pitchFamily="34" charset="0"/>
                            <a:cs typeface="Tahoma" panose="020B0604030504040204" pitchFamily="34" charset="0"/>
                          </a:rPr>
                        </m:ctrlPr>
                      </m:sSupPr>
                      <m:e>
                        <m:r>
                          <a:rPr lang="en-US" b="0" i="1" smtClean="0">
                            <a:latin typeface="Cambria Math" panose="02040503050406030204" pitchFamily="18" charset="0"/>
                            <a:ea typeface="Tahoma" panose="020B0604030504040204" pitchFamily="34" charset="0"/>
                            <a:cs typeface="Tahoma" panose="020B0604030504040204" pitchFamily="34" charset="0"/>
                          </a:rPr>
                          <m:t>𝑠</m:t>
                        </m:r>
                      </m:e>
                      <m:sup>
                        <m:r>
                          <a:rPr lang="en-US" b="0" i="1" smtClean="0">
                            <a:latin typeface="Cambria Math" panose="02040503050406030204" pitchFamily="18" charset="0"/>
                            <a:ea typeface="Tahoma" panose="020B0604030504040204" pitchFamily="34" charset="0"/>
                            <a:cs typeface="Tahoma" panose="020B0604030504040204" pitchFamily="34" charset="0"/>
                          </a:rPr>
                          <m:t>′</m:t>
                        </m:r>
                      </m:sup>
                    </m:sSup>
                  </m:oMath>
                </a14:m>
                <a:r>
                  <a:rPr lang="en-US" b="0" dirty="0">
                    <a:latin typeface="Tahoma" panose="020B0604030504040204" pitchFamily="34" charset="0"/>
                    <a:ea typeface="Tahoma" panose="020B0604030504040204" pitchFamily="34" charset="0"/>
                    <a:cs typeface="Tahoma" panose="020B0604030504040204" pitchFamily="34" charset="0"/>
                  </a:rPr>
                  <a:t> is a successor state of </a:t>
                </a:r>
                <a14:m>
                  <m:oMath xmlns:m="http://schemas.openxmlformats.org/officeDocument/2006/math">
                    <m:r>
                      <a:rPr lang="en-US" b="0" i="1" smtClean="0">
                        <a:latin typeface="Cambria Math" panose="02040503050406030204" pitchFamily="18" charset="0"/>
                        <a:ea typeface="Tahoma" panose="020B0604030504040204" pitchFamily="34" charset="0"/>
                        <a:cs typeface="Tahoma" panose="020B0604030504040204" pitchFamily="34" charset="0"/>
                      </a:rPr>
                      <m:t>𝑠</m:t>
                    </m:r>
                  </m:oMath>
                </a14:m>
                <a:r>
                  <a:rPr lang="en-US" b="0" dirty="0">
                    <a:latin typeface="Tahoma" panose="020B0604030504040204" pitchFamily="34" charset="0"/>
                    <a:ea typeface="Tahoma" panose="020B0604030504040204" pitchFamily="34" charset="0"/>
                    <a:cs typeface="Tahoma" panose="020B0604030504040204" pitchFamily="34" charset="0"/>
                  </a:rPr>
                  <a:t> according to Bellman Expectation equation</a:t>
                </a:r>
              </a:p>
              <a:p>
                <a:pPr marL="1082675" indent="-396875">
                  <a:spcAft>
                    <a:spcPts val="600"/>
                  </a:spcAft>
                </a:pPr>
                <a:r>
                  <a:rPr lang="en-US" sz="2000" b="0" i="1" dirty="0">
                    <a:latin typeface="Tahoma" panose="020B0604030504040204" pitchFamily="34" charset="0"/>
                    <a:ea typeface="Tahoma" panose="020B0604030504040204" pitchFamily="34" charset="0"/>
                    <a:cs typeface="Tahoma" panose="020B0604030504040204" pitchFamily="34" charset="0"/>
                  </a:rPr>
                  <a:t>note: subscript </a:t>
                </a:r>
                <a14:m>
                  <m:oMath xmlns:m="http://schemas.openxmlformats.org/officeDocument/2006/math">
                    <m:r>
                      <a:rPr lang="en-US" sz="2000" b="0" i="1" dirty="0" smtClean="0">
                        <a:latin typeface="Cambria Math" panose="02040503050406030204" pitchFamily="18" charset="0"/>
                        <a:ea typeface="Tahoma" panose="020B0604030504040204" pitchFamily="34" charset="0"/>
                        <a:cs typeface="Tahoma" panose="020B0604030504040204" pitchFamily="34" charset="0"/>
                      </a:rPr>
                      <m:t>𝑘</m:t>
                    </m:r>
                  </m:oMath>
                </a14:m>
                <a:r>
                  <a:rPr lang="en-US" sz="2000" b="0" i="1" dirty="0">
                    <a:latin typeface="Tahoma" panose="020B0604030504040204" pitchFamily="34" charset="0"/>
                    <a:ea typeface="Tahoma" panose="020B0604030504040204" pitchFamily="34" charset="0"/>
                    <a:cs typeface="Tahoma" panose="020B0604030504040204" pitchFamily="34" charset="0"/>
                  </a:rPr>
                  <a:t> is the iteration of the evaluation, not the step number</a:t>
                </a: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Evaluate for all states, at each iteration</a:t>
                </a: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Convergence to </a:t>
                </a:r>
                <a14:m>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smtClean="0">
                            <a:latin typeface="Cambria Math" panose="02040503050406030204" pitchFamily="18" charset="0"/>
                            <a:ea typeface="Tahoma" panose="020B0604030504040204" pitchFamily="34" charset="0"/>
                            <a:cs typeface="Tahoma" panose="020B0604030504040204" pitchFamily="34" charset="0"/>
                          </a:rPr>
                          <m:t>𝜋</m:t>
                        </m:r>
                      </m:sub>
                    </m:sSub>
                  </m:oMath>
                </a14:m>
                <a:r>
                  <a:rPr lang="en-US" b="0" dirty="0">
                    <a:latin typeface="Tahoma" panose="020B0604030504040204" pitchFamily="34" charset="0"/>
                    <a:ea typeface="Tahoma" panose="020B0604030504040204" pitchFamily="34" charset="0"/>
                    <a:cs typeface="Tahoma" panose="020B0604030504040204" pitchFamily="34" charset="0"/>
                  </a:rPr>
                  <a:t> can be proven</a:t>
                </a:r>
              </a:p>
            </p:txBody>
          </p:sp>
        </mc:Choice>
        <mc:Fallback xmlns="">
          <p:sp>
            <p:nvSpPr>
              <p:cNvPr id="12" name="Text Placeholder 11">
                <a:extLst>
                  <a:ext uri="{FF2B5EF4-FFF2-40B4-BE49-F238E27FC236}">
                    <a16:creationId xmlns:a16="http://schemas.microsoft.com/office/drawing/2014/main" id="{D9B4FA66-70DB-AA66-E0B4-617169B6E814}"/>
                  </a:ext>
                </a:extLst>
              </p:cNvPr>
              <p:cNvSpPr>
                <a:spLocks noGrp="1" noRot="1" noChangeAspect="1" noMove="1" noResize="1" noEditPoints="1" noAdjustHandles="1" noChangeArrowheads="1" noChangeShapeType="1" noTextEdit="1"/>
              </p:cNvSpPr>
              <p:nvPr>
                <p:ph type="body" idx="1"/>
              </p:nvPr>
            </p:nvSpPr>
            <p:spPr>
              <a:xfrm>
                <a:off x="384305" y="1312351"/>
                <a:ext cx="8343461" cy="5332289"/>
              </a:xfrm>
              <a:blipFill>
                <a:blip r:embed="rId3"/>
                <a:stretch>
                  <a:fillRect l="-146" t="-1029" r="-1169"/>
                </a:stretch>
              </a:blipFill>
            </p:spPr>
            <p:txBody>
              <a:bodyPr/>
              <a:lstStyle/>
              <a:p>
                <a:r>
                  <a:rPr lang="en-US">
                    <a:noFill/>
                  </a:rPr>
                  <a:t> </a:t>
                </a:r>
              </a:p>
            </p:txBody>
          </p:sp>
        </mc:Fallback>
      </mc:AlternateContent>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Iterative Policy Evaluation</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sp>
        <p:nvSpPr>
          <p:cNvPr id="2" name="Slide Number Placeholder 1">
            <a:extLst>
              <a:ext uri="{FF2B5EF4-FFF2-40B4-BE49-F238E27FC236}">
                <a16:creationId xmlns:a16="http://schemas.microsoft.com/office/drawing/2014/main" id="{8E5ABF46-8116-D886-52BF-470D24CA6BE5}"/>
              </a:ext>
            </a:extLst>
          </p:cNvPr>
          <p:cNvSpPr>
            <a:spLocks noGrp="1"/>
          </p:cNvSpPr>
          <p:nvPr>
            <p:ph type="sldNum" sz="quarter" idx="2"/>
          </p:nvPr>
        </p:nvSpPr>
        <p:spPr/>
        <p:txBody>
          <a:bodyPr/>
          <a:lstStyle/>
          <a:p>
            <a:fld id="{86CB4B4D-7CA3-9044-876B-883B54F8677D}" type="slidenum">
              <a:rPr lang="en-US" smtClean="0"/>
              <a:t>44</a:t>
            </a:fld>
            <a:endParaRPr lang="en-US"/>
          </a:p>
        </p:txBody>
      </p:sp>
      <p:sp>
        <p:nvSpPr>
          <p:cNvPr id="3" name="Date Placeholder 3">
            <a:extLst>
              <a:ext uri="{FF2B5EF4-FFF2-40B4-BE49-F238E27FC236}">
                <a16:creationId xmlns:a16="http://schemas.microsoft.com/office/drawing/2014/main" id="{D310D681-5770-BCC1-E66D-5B6EFF70250B}"/>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5BECD00A-74C0-D908-768B-AFC965DED1D2}"/>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F119DF31-17EF-460E-59DC-DD5AAE707CBF}"/>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44</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2201979453"/>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mc:AlternateContent xmlns:mc="http://schemas.openxmlformats.org/markup-compatibility/2006" xmlns:a14="http://schemas.microsoft.com/office/drawing/2010/main">
        <mc:Choice Requires="a14">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489906" y="2980249"/>
                <a:ext cx="8410254" cy="3727407"/>
              </a:xfrm>
            </p:spPr>
            <p:txBody>
              <a:bodyPr/>
              <a:lstStyle/>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Undiscounted episodic MDP </a:t>
                </a:r>
                <a14:m>
                  <m:oMath xmlns:m="http://schemas.openxmlformats.org/officeDocument/2006/math">
                    <m:r>
                      <a:rPr lang="en-US" b="0" i="1" dirty="0" smtClean="0">
                        <a:latin typeface="Cambria Math" panose="02040503050406030204" pitchFamily="18" charset="0"/>
                        <a:ea typeface="Tahoma" panose="020B0604030504040204" pitchFamily="34" charset="0"/>
                        <a:cs typeface="Tahoma" panose="020B0604030504040204" pitchFamily="34" charset="0"/>
                      </a:rPr>
                      <m:t>(</m:t>
                    </m:r>
                    <m:r>
                      <a:rPr lang="en-US" b="0" i="1" dirty="0" smtClean="0">
                        <a:latin typeface="Cambria Math" panose="02040503050406030204" pitchFamily="18" charset="0"/>
                        <a:ea typeface="Tahoma" panose="020B0604030504040204" pitchFamily="34" charset="0"/>
                        <a:cs typeface="Tahoma" panose="020B0604030504040204" pitchFamily="34" charset="0"/>
                      </a:rPr>
                      <m:t>𝛾</m:t>
                    </m:r>
                    <m:r>
                      <a:rPr lang="en-US" b="0" i="1" dirty="0" smtClean="0">
                        <a:latin typeface="Cambria Math" panose="02040503050406030204" pitchFamily="18" charset="0"/>
                        <a:ea typeface="Tahoma" panose="020B0604030504040204" pitchFamily="34" charset="0"/>
                        <a:cs typeface="Tahoma" panose="020B0604030504040204" pitchFamily="34" charset="0"/>
                      </a:rPr>
                      <m:t>=1)</m:t>
                    </m:r>
                  </m:oMath>
                </a14:m>
                <a:endParaRPr lang="en-US" b="0" dirty="0">
                  <a:latin typeface="Tahoma" panose="020B0604030504040204" pitchFamily="34" charset="0"/>
                  <a:ea typeface="Tahoma" panose="020B0604030504040204" pitchFamily="34" charset="0"/>
                  <a:cs typeface="Tahoma" panose="020B0604030504040204" pitchFamily="34" charset="0"/>
                </a:endParaRP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Nonterminal states </a:t>
                </a:r>
                <a14:m>
                  <m:oMath xmlns:m="http://schemas.openxmlformats.org/officeDocument/2006/math">
                    <m:r>
                      <a:rPr lang="en-US" b="0" i="1" dirty="0" smtClean="0">
                        <a:latin typeface="Cambria Math" panose="02040503050406030204" pitchFamily="18" charset="0"/>
                        <a:ea typeface="Tahoma" panose="020B0604030504040204" pitchFamily="34" charset="0"/>
                        <a:cs typeface="Tahoma" panose="020B0604030504040204" pitchFamily="34" charset="0"/>
                      </a:rPr>
                      <m:t>1, …, 14</m:t>
                    </m:r>
                  </m:oMath>
                </a14:m>
                <a:endParaRPr lang="en-US" b="0" dirty="0">
                  <a:latin typeface="Tahoma" panose="020B0604030504040204" pitchFamily="34" charset="0"/>
                  <a:ea typeface="Tahoma" panose="020B0604030504040204" pitchFamily="34" charset="0"/>
                  <a:cs typeface="Tahoma" panose="020B0604030504040204" pitchFamily="34" charset="0"/>
                </a:endParaRP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One terminal state (shown twice as shaded squares) </a:t>
                </a: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Actions leading out of the grid leave state unchanged </a:t>
                </a: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Reward is </a:t>
                </a:r>
                <a14:m>
                  <m:oMath xmlns:m="http://schemas.openxmlformats.org/officeDocument/2006/math">
                    <m:r>
                      <a:rPr lang="en-US" b="0" i="1" dirty="0" smtClean="0">
                        <a:latin typeface="Cambria Math" panose="02040503050406030204" pitchFamily="18" charset="0"/>
                        <a:ea typeface="Tahoma" panose="020B0604030504040204" pitchFamily="34" charset="0"/>
                        <a:cs typeface="Tahoma" panose="020B0604030504040204" pitchFamily="34" charset="0"/>
                      </a:rPr>
                      <m:t>−1 </m:t>
                    </m:r>
                  </m:oMath>
                </a14:m>
                <a:r>
                  <a:rPr lang="en-US" b="0" dirty="0">
                    <a:latin typeface="Tahoma" panose="020B0604030504040204" pitchFamily="34" charset="0"/>
                    <a:ea typeface="Tahoma" panose="020B0604030504040204" pitchFamily="34" charset="0"/>
                    <a:cs typeface="Tahoma" panose="020B0604030504040204" pitchFamily="34" charset="0"/>
                  </a:rPr>
                  <a:t>until the terminal state is reached</a:t>
                </a: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 Agent follows uniform random policy</a:t>
                </a:r>
                <a:br>
                  <a:rPr lang="en-US" b="0" dirty="0">
                    <a:latin typeface="Tahoma" panose="020B0604030504040204" pitchFamily="34" charset="0"/>
                    <a:ea typeface="Tahoma" panose="020B0604030504040204" pitchFamily="34" charset="0"/>
                    <a:cs typeface="Tahoma" panose="020B0604030504040204" pitchFamily="34" charset="0"/>
                  </a:rPr>
                </a:br>
                <a14:m>
                  <m:oMath xmlns:m="http://schemas.openxmlformats.org/officeDocument/2006/math">
                    <m:r>
                      <a:rPr lang="en-US" b="0" i="1" smtClean="0">
                        <a:latin typeface="Cambria Math" panose="02040503050406030204" pitchFamily="18" charset="0"/>
                        <a:ea typeface="Tahoma" panose="020B0604030504040204" pitchFamily="34" charset="0"/>
                        <a:cs typeface="Tahoma" panose="020B0604030504040204" pitchFamily="34" charset="0"/>
                      </a:rPr>
                      <m:t>𝜋</m:t>
                    </m:r>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𝑠</m:t>
                        </m:r>
                        <m:r>
                          <a:rPr lang="en-US" b="0" i="1" smtClean="0">
                            <a:latin typeface="Cambria Math" panose="02040503050406030204" pitchFamily="18" charset="0"/>
                            <a:ea typeface="Tahoma" panose="020B0604030504040204" pitchFamily="34" charset="0"/>
                            <a:cs typeface="Tahoma" panose="020B0604030504040204" pitchFamily="34" charset="0"/>
                          </a:rPr>
                          <m:t>, _</m:t>
                        </m:r>
                      </m:e>
                    </m:d>
                    <m:r>
                      <a:rPr lang="en-US" b="0" i="1" smtClean="0">
                        <a:latin typeface="Cambria Math" panose="02040503050406030204" pitchFamily="18" charset="0"/>
                        <a:ea typeface="Tahoma" panose="020B0604030504040204" pitchFamily="34" charset="0"/>
                        <a:cs typeface="Tahoma" panose="020B0604030504040204" pitchFamily="34" charset="0"/>
                      </a:rPr>
                      <m:t>=</m:t>
                    </m:r>
                    <m:r>
                      <a:rPr lang="en-US" b="0" i="1" smtClean="0">
                        <a:latin typeface="Cambria Math" panose="02040503050406030204" pitchFamily="18" charset="0"/>
                        <a:ea typeface="Tahoma" panose="020B0604030504040204" pitchFamily="34" charset="0"/>
                        <a:cs typeface="Tahoma" panose="020B0604030504040204" pitchFamily="34" charset="0"/>
                      </a:rPr>
                      <m:t>𝜋</m:t>
                    </m:r>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𝑛</m:t>
                        </m:r>
                        <m:r>
                          <a:rPr lang="en-US" b="0" i="1" smtClean="0">
                            <a:latin typeface="Cambria Math" panose="02040503050406030204" pitchFamily="18" charset="0"/>
                            <a:ea typeface="Tahoma" panose="020B0604030504040204" pitchFamily="34" charset="0"/>
                            <a:cs typeface="Tahoma" panose="020B0604030504040204" pitchFamily="34" charset="0"/>
                          </a:rPr>
                          <m:t>, _</m:t>
                        </m:r>
                      </m:e>
                    </m:d>
                    <m:r>
                      <a:rPr lang="en-US" b="0" i="1">
                        <a:latin typeface="Cambria Math" panose="02040503050406030204" pitchFamily="18" charset="0"/>
                        <a:ea typeface="Tahoma" panose="020B0604030504040204" pitchFamily="34" charset="0"/>
                        <a:cs typeface="Tahoma" panose="020B0604030504040204" pitchFamily="34" charset="0"/>
                      </a:rPr>
                      <m:t>=</m:t>
                    </m:r>
                    <m:r>
                      <a:rPr lang="en-US" b="0" i="1">
                        <a:latin typeface="Cambria Math" panose="02040503050406030204" pitchFamily="18" charset="0"/>
                        <a:ea typeface="Tahoma" panose="020B0604030504040204" pitchFamily="34" charset="0"/>
                        <a:cs typeface="Tahoma" panose="020B0604030504040204" pitchFamily="34" charset="0"/>
                      </a:rPr>
                      <m:t>𝜋</m:t>
                    </m:r>
                    <m:d>
                      <m:dPr>
                        <m:ctrlPr>
                          <a:rPr lang="en-US" b="0" i="1">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𝑤</m:t>
                        </m:r>
                        <m:r>
                          <a:rPr lang="en-US" b="0" i="1" smtClean="0">
                            <a:latin typeface="Cambria Math" panose="02040503050406030204" pitchFamily="18" charset="0"/>
                            <a:ea typeface="Tahoma" panose="020B0604030504040204" pitchFamily="34" charset="0"/>
                            <a:cs typeface="Tahoma" panose="020B0604030504040204" pitchFamily="34" charset="0"/>
                          </a:rPr>
                          <m:t>, _</m:t>
                        </m:r>
                      </m:e>
                    </m:d>
                    <m:r>
                      <a:rPr lang="en-US" b="0" i="0" smtClean="0">
                        <a:latin typeface="Cambria Math" panose="02040503050406030204" pitchFamily="18" charset="0"/>
                        <a:ea typeface="Tahoma" panose="020B0604030504040204" pitchFamily="34" charset="0"/>
                        <a:cs typeface="Tahoma" panose="020B0604030504040204" pitchFamily="34" charset="0"/>
                      </a:rPr>
                      <m:t>=</m:t>
                    </m:r>
                    <m:r>
                      <a:rPr lang="en-US" b="0" i="1">
                        <a:latin typeface="Cambria Math" panose="02040503050406030204" pitchFamily="18" charset="0"/>
                        <a:ea typeface="Tahoma" panose="020B0604030504040204" pitchFamily="34" charset="0"/>
                        <a:cs typeface="Tahoma" panose="020B0604030504040204" pitchFamily="34" charset="0"/>
                      </a:rPr>
                      <m:t>𝜋</m:t>
                    </m:r>
                    <m:d>
                      <m:dPr>
                        <m:ctrlPr>
                          <a:rPr lang="en-US" b="0" i="1">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𝑒</m:t>
                        </m:r>
                        <m:r>
                          <a:rPr lang="en-US" b="0" i="1">
                            <a:latin typeface="Cambria Math" panose="02040503050406030204" pitchFamily="18" charset="0"/>
                            <a:ea typeface="Tahoma" panose="020B0604030504040204" pitchFamily="34" charset="0"/>
                            <a:cs typeface="Tahoma" panose="020B0604030504040204" pitchFamily="34" charset="0"/>
                          </a:rPr>
                          <m:t>, _</m:t>
                        </m:r>
                      </m:e>
                    </m:d>
                    <m:r>
                      <a:rPr lang="en-US" b="0" i="0" smtClean="0">
                        <a:latin typeface="Cambria Math" panose="02040503050406030204" pitchFamily="18" charset="0"/>
                        <a:ea typeface="Tahoma" panose="020B0604030504040204" pitchFamily="34" charset="0"/>
                        <a:cs typeface="Tahoma" panose="020B0604030504040204" pitchFamily="34" charset="0"/>
                      </a:rPr>
                      <m:t>=0.25</m:t>
                    </m:r>
                  </m:oMath>
                </a14:m>
                <a:endParaRPr lang="en-US" b="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2" name="Text Placeholder 11">
                <a:extLst>
                  <a:ext uri="{FF2B5EF4-FFF2-40B4-BE49-F238E27FC236}">
                    <a16:creationId xmlns:a16="http://schemas.microsoft.com/office/drawing/2014/main" id="{D9B4FA66-70DB-AA66-E0B4-617169B6E814}"/>
                  </a:ext>
                </a:extLst>
              </p:cNvPr>
              <p:cNvSpPr>
                <a:spLocks noGrp="1" noRot="1" noChangeAspect="1" noMove="1" noResize="1" noEditPoints="1" noAdjustHandles="1" noChangeArrowheads="1" noChangeShapeType="1" noTextEdit="1"/>
              </p:cNvSpPr>
              <p:nvPr>
                <p:ph type="body" idx="1"/>
              </p:nvPr>
            </p:nvSpPr>
            <p:spPr>
              <a:xfrm>
                <a:off x="489906" y="2980249"/>
                <a:ext cx="8410254" cy="3727407"/>
              </a:xfrm>
              <a:blipFill>
                <a:blip r:embed="rId2"/>
                <a:stretch>
                  <a:fillRect l="-72" t="-1637" r="-2246"/>
                </a:stretch>
              </a:blipFill>
            </p:spPr>
            <p:txBody>
              <a:bodyPr/>
              <a:lstStyle/>
              <a:p>
                <a:r>
                  <a:rPr lang="en-US">
                    <a:noFill/>
                  </a:rPr>
                  <a:t> </a:t>
                </a:r>
              </a:p>
            </p:txBody>
          </p:sp>
        </mc:Fallback>
      </mc:AlternateContent>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78426" y="21375"/>
            <a:ext cx="8551426" cy="981075"/>
          </a:xfrm>
          <a:prstGeom prst="rect">
            <a:avLst/>
          </a:prstGeom>
        </p:spPr>
        <p:txBody>
          <a:bodyPr>
            <a:normAutofit fontScale="90000"/>
          </a:bodyPr>
          <a:lstStyle>
            <a:lvl1pPr indent="0"/>
          </a:lstStyle>
          <a:p>
            <a:pPr marL="121602" marR="40639" algn="l" defTabSz="914400"/>
            <a:r>
              <a:rPr lang="en-US" sz="3200" b="0" dirty="0">
                <a:uFill>
                  <a:solidFill>
                    <a:srgbClr val="000000"/>
                  </a:solidFill>
                </a:uFill>
                <a:latin typeface="+mn-lt"/>
                <a:ea typeface="+mn-ea"/>
                <a:cs typeface="+mn-cs"/>
                <a:sym typeface="Arial"/>
              </a:rPr>
              <a:t>Evaluating a Policy: Computing the Value Function</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pic>
        <p:nvPicPr>
          <p:cNvPr id="3" name="Picture 2">
            <a:extLst>
              <a:ext uri="{FF2B5EF4-FFF2-40B4-BE49-F238E27FC236}">
                <a16:creationId xmlns:a16="http://schemas.microsoft.com/office/drawing/2014/main" id="{C3845241-84CD-7A3B-9DC9-4DABAF07A581}"/>
              </a:ext>
            </a:extLst>
          </p:cNvPr>
          <p:cNvPicPr>
            <a:picLocks noChangeAspect="1"/>
          </p:cNvPicPr>
          <p:nvPr/>
        </p:nvPicPr>
        <p:blipFill>
          <a:blip r:embed="rId3"/>
          <a:stretch>
            <a:fillRect/>
          </a:stretch>
        </p:blipFill>
        <p:spPr>
          <a:xfrm>
            <a:off x="2727959" y="1194654"/>
            <a:ext cx="4552015" cy="1530983"/>
          </a:xfrm>
          <a:prstGeom prst="rect">
            <a:avLst/>
          </a:prstGeom>
        </p:spPr>
      </p:pic>
      <p:sp>
        <p:nvSpPr>
          <p:cNvPr id="2" name="Slide Number Placeholder 1">
            <a:extLst>
              <a:ext uri="{FF2B5EF4-FFF2-40B4-BE49-F238E27FC236}">
                <a16:creationId xmlns:a16="http://schemas.microsoft.com/office/drawing/2014/main" id="{C63E5E74-2B35-272E-8B11-9E69BFF4DAD3}"/>
              </a:ext>
            </a:extLst>
          </p:cNvPr>
          <p:cNvSpPr>
            <a:spLocks noGrp="1"/>
          </p:cNvSpPr>
          <p:nvPr>
            <p:ph type="sldNum" sz="quarter" idx="2"/>
          </p:nvPr>
        </p:nvSpPr>
        <p:spPr/>
        <p:txBody>
          <a:bodyPr/>
          <a:lstStyle/>
          <a:p>
            <a:fld id="{86CB4B4D-7CA3-9044-876B-883B54F8677D}" type="slidenum">
              <a:rPr lang="en-US" smtClean="0"/>
              <a:t>45</a:t>
            </a:fld>
            <a:endParaRPr lang="en-US"/>
          </a:p>
        </p:txBody>
      </p:sp>
      <p:sp>
        <p:nvSpPr>
          <p:cNvPr id="8" name="Date Placeholder 3">
            <a:extLst>
              <a:ext uri="{FF2B5EF4-FFF2-40B4-BE49-F238E27FC236}">
                <a16:creationId xmlns:a16="http://schemas.microsoft.com/office/drawing/2014/main" id="{E0532FA6-027E-2B26-C561-9AE6100B0764}"/>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Footer Placeholder 5">
            <a:extLst>
              <a:ext uri="{FF2B5EF4-FFF2-40B4-BE49-F238E27FC236}">
                <a16:creationId xmlns:a16="http://schemas.microsoft.com/office/drawing/2014/main" id="{11445C8A-FBAC-4D1B-4819-586DC107567A}"/>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4" name="Slide Number Placeholder 7">
            <a:extLst>
              <a:ext uri="{FF2B5EF4-FFF2-40B4-BE49-F238E27FC236}">
                <a16:creationId xmlns:a16="http://schemas.microsoft.com/office/drawing/2014/main" id="{DA7B162E-E20D-3E48-6BCE-B87B8290900A}"/>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45</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1916732446"/>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Iterative Policy Evaluation for </a:t>
            </a:r>
            <a:r>
              <a:rPr lang="en-US" sz="3200" b="0" dirty="0" err="1">
                <a:uFill>
                  <a:solidFill>
                    <a:srgbClr val="000000"/>
                  </a:solidFill>
                </a:uFill>
                <a:latin typeface="+mn-lt"/>
                <a:ea typeface="+mn-ea"/>
                <a:cs typeface="+mn-cs"/>
                <a:sym typeface="Arial"/>
              </a:rPr>
              <a:t>GridWorld</a:t>
            </a:r>
            <a:endParaRPr lang="en-US" sz="3200" b="0" dirty="0">
              <a:uFill>
                <a:solidFill>
                  <a:srgbClr val="000000"/>
                </a:solidFill>
              </a:uFill>
              <a:latin typeface="+mn-lt"/>
              <a:ea typeface="+mn-ea"/>
              <a:cs typeface="+mn-cs"/>
              <a:sym typeface="Arial"/>
            </a:endParaRPr>
          </a:p>
        </p:txBody>
      </p:sp>
      <p:pic>
        <p:nvPicPr>
          <p:cNvPr id="3" name="Picture 2">
            <a:extLst>
              <a:ext uri="{FF2B5EF4-FFF2-40B4-BE49-F238E27FC236}">
                <a16:creationId xmlns:a16="http://schemas.microsoft.com/office/drawing/2014/main" id="{29FC0E6E-8C58-16FD-C02E-7E1CF1287844}"/>
              </a:ext>
            </a:extLst>
          </p:cNvPr>
          <p:cNvPicPr>
            <a:picLocks noChangeAspect="1"/>
          </p:cNvPicPr>
          <p:nvPr/>
        </p:nvPicPr>
        <p:blipFill>
          <a:blip r:embed="rId3"/>
          <a:stretch>
            <a:fillRect/>
          </a:stretch>
        </p:blipFill>
        <p:spPr>
          <a:xfrm>
            <a:off x="1156612" y="1040407"/>
            <a:ext cx="6615788" cy="5559486"/>
          </a:xfrm>
          <a:prstGeom prst="rect">
            <a:avLst/>
          </a:prstGeom>
        </p:spPr>
      </p:pic>
      <p:sp>
        <p:nvSpPr>
          <p:cNvPr id="2" name="TextBox 1">
            <a:extLst>
              <a:ext uri="{FF2B5EF4-FFF2-40B4-BE49-F238E27FC236}">
                <a16:creationId xmlns:a16="http://schemas.microsoft.com/office/drawing/2014/main" id="{4C9839B4-4AC4-656C-ACCE-0FCCD5B0B9E2}"/>
              </a:ext>
            </a:extLst>
          </p:cNvPr>
          <p:cNvSpPr txBox="1"/>
          <p:nvPr/>
        </p:nvSpPr>
        <p:spPr>
          <a:xfrm>
            <a:off x="6678547" y="3811268"/>
            <a:ext cx="2263165"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We pick a new policy according to greedy state values </a:t>
            </a:r>
          </a:p>
        </p:txBody>
      </p:sp>
      <p:sp>
        <p:nvSpPr>
          <p:cNvPr id="8" name="Slide Number Placeholder 7">
            <a:extLst>
              <a:ext uri="{FF2B5EF4-FFF2-40B4-BE49-F238E27FC236}">
                <a16:creationId xmlns:a16="http://schemas.microsoft.com/office/drawing/2014/main" id="{7FA26DF9-6DA4-57CD-7195-09ED4E311C7C}"/>
              </a:ext>
            </a:extLst>
          </p:cNvPr>
          <p:cNvSpPr>
            <a:spLocks noGrp="1"/>
          </p:cNvSpPr>
          <p:nvPr>
            <p:ph type="sldNum" sz="quarter" idx="2"/>
          </p:nvPr>
        </p:nvSpPr>
        <p:spPr/>
        <p:txBody>
          <a:bodyPr/>
          <a:lstStyle/>
          <a:p>
            <a:fld id="{86CB4B4D-7CA3-9044-876B-883B54F8677D}" type="slidenum">
              <a:rPr lang="en-US" smtClean="0"/>
              <a:t>46</a:t>
            </a:fld>
            <a:endParaRPr lang="en-US"/>
          </a:p>
        </p:txBody>
      </p:sp>
      <p:sp>
        <p:nvSpPr>
          <p:cNvPr id="5" name="Date Placeholder 3">
            <a:extLst>
              <a:ext uri="{FF2B5EF4-FFF2-40B4-BE49-F238E27FC236}">
                <a16:creationId xmlns:a16="http://schemas.microsoft.com/office/drawing/2014/main" id="{39BD04F1-D404-18DD-7B64-873046ED491A}"/>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Footer Placeholder 5">
            <a:extLst>
              <a:ext uri="{FF2B5EF4-FFF2-40B4-BE49-F238E27FC236}">
                <a16:creationId xmlns:a16="http://schemas.microsoft.com/office/drawing/2014/main" id="{1466D25A-A7C6-E7B1-3D08-0E143139DEA4}"/>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CF01EFC2-DB81-1324-2819-CD4AEBDCD7FA}"/>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46</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6190E91B-736C-027F-DD0B-C957C3178476}"/>
                  </a:ext>
                </a:extLst>
              </p:cNvPr>
              <p:cNvSpPr txBox="1"/>
              <p:nvPr/>
            </p:nvSpPr>
            <p:spPr>
              <a:xfrm>
                <a:off x="6350776" y="5597683"/>
                <a:ext cx="2780525" cy="4056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14:m>
                  <m:oMathPara xmlns:m="http://schemas.openxmlformats.org/officeDocument/2006/math">
                    <m:oMathParaPr>
                      <m:jc m:val="centerGroup"/>
                    </m:oMathParaPr>
                    <m:oMath xmlns:m="http://schemas.openxmlformats.org/officeDocument/2006/math">
                      <m:sSubSup>
                        <m:sSubSupPr>
                          <m:ctrlPr>
                            <a:rPr lang="en-US" sz="2000" b="0" i="1" dirty="0" smtClean="0">
                              <a:latin typeface="Cambria Math" panose="02040503050406030204" pitchFamily="18" charset="0"/>
                            </a:rPr>
                          </m:ctrlPr>
                        </m:sSubSupPr>
                        <m:e>
                          <m:r>
                            <a:rPr lang="en-MY" sz="2000" i="1" dirty="0" smtClean="0">
                              <a:latin typeface="Cambria Math" panose="02040503050406030204" pitchFamily="18" charset="0"/>
                            </a:rPr>
                            <m:t>𝑣</m:t>
                          </m:r>
                        </m:e>
                        <m:sub>
                          <m:r>
                            <a:rPr lang="el-GR" sz="2000" i="1" dirty="0">
                              <a:latin typeface="Cambria Math" panose="02040503050406030204" pitchFamily="18" charset="0"/>
                            </a:rPr>
                            <m:t>𝜋</m:t>
                          </m:r>
                        </m:sub>
                        <m:sup>
                          <m:r>
                            <a:rPr lang="en-MY" sz="2000" i="1" dirty="0">
                              <a:latin typeface="Cambria Math" panose="02040503050406030204" pitchFamily="18" charset="0"/>
                            </a:rPr>
                            <m:t>𝑘</m:t>
                          </m:r>
                          <m:r>
                            <a:rPr lang="en-MY" sz="2000" i="1" dirty="0">
                              <a:latin typeface="Cambria Math" panose="02040503050406030204" pitchFamily="18" charset="0"/>
                            </a:rPr>
                            <m:t>+1</m:t>
                          </m:r>
                        </m:sup>
                      </m:sSubSup>
                      <m:r>
                        <a:rPr lang="en-MY" sz="2000" i="1" dirty="0">
                          <a:latin typeface="Cambria Math" panose="02040503050406030204" pitchFamily="18" charset="0"/>
                        </a:rPr>
                        <m:t>​=</m:t>
                      </m:r>
                      <m:sSub>
                        <m:sSubPr>
                          <m:ctrlPr>
                            <a:rPr lang="en-US" sz="2000" b="0" i="1" dirty="0" smtClean="0">
                              <a:latin typeface="Cambria Math" panose="02040503050406030204" pitchFamily="18" charset="0"/>
                            </a:rPr>
                          </m:ctrlPr>
                        </m:sSubPr>
                        <m:e>
                          <m:r>
                            <a:rPr lang="en-MY" sz="2000" i="1" dirty="0">
                              <a:latin typeface="Cambria Math" panose="02040503050406030204" pitchFamily="18" charset="0"/>
                            </a:rPr>
                            <m:t>𝑅</m:t>
                          </m:r>
                        </m:e>
                        <m:sub>
                          <m:r>
                            <a:rPr lang="el-GR" sz="2000" i="1" dirty="0">
                              <a:latin typeface="Cambria Math" panose="02040503050406030204" pitchFamily="18" charset="0"/>
                            </a:rPr>
                            <m:t>𝜋</m:t>
                          </m:r>
                        </m:sub>
                      </m:sSub>
                      <m:r>
                        <a:rPr lang="el-GR" sz="2000" i="1" dirty="0">
                          <a:latin typeface="Cambria Math" panose="02040503050406030204" pitchFamily="18" charset="0"/>
                        </a:rPr>
                        <m:t>+</m:t>
                      </m:r>
                      <m:r>
                        <a:rPr lang="el-GR" sz="2000" i="1" dirty="0">
                          <a:latin typeface="Cambria Math" panose="02040503050406030204" pitchFamily="18" charset="0"/>
                        </a:rPr>
                        <m:t>𝛾</m:t>
                      </m:r>
                      <m:sSup>
                        <m:sSupPr>
                          <m:ctrlPr>
                            <a:rPr lang="en-US" sz="2000" b="0" i="1" dirty="0" smtClean="0">
                              <a:latin typeface="Cambria Math" panose="02040503050406030204" pitchFamily="18" charset="0"/>
                            </a:rPr>
                          </m:ctrlPr>
                        </m:sSupPr>
                        <m:e>
                          <m:r>
                            <a:rPr lang="en-MY" sz="2000" i="1" dirty="0">
                              <a:latin typeface="Cambria Math" panose="02040503050406030204" pitchFamily="18" charset="0"/>
                            </a:rPr>
                            <m:t>𝑃</m:t>
                          </m:r>
                        </m:e>
                        <m:sup>
                          <m:r>
                            <a:rPr lang="el-GR" sz="2000" i="1" dirty="0">
                              <a:latin typeface="Cambria Math" panose="02040503050406030204" pitchFamily="18" charset="0"/>
                            </a:rPr>
                            <m:t>𝜋</m:t>
                          </m:r>
                        </m:sup>
                      </m:sSup>
                      <m:sSubSup>
                        <m:sSubSupPr>
                          <m:ctrlPr>
                            <a:rPr lang="en-US" sz="2000" b="0" i="1" dirty="0" smtClean="0">
                              <a:latin typeface="Cambria Math" panose="02040503050406030204" pitchFamily="18" charset="0"/>
                            </a:rPr>
                          </m:ctrlPr>
                        </m:sSubSupPr>
                        <m:e>
                          <m:r>
                            <a:rPr lang="en-MY" sz="2000" i="1" dirty="0">
                              <a:latin typeface="Cambria Math" panose="02040503050406030204" pitchFamily="18" charset="0"/>
                            </a:rPr>
                            <m:t>𝑣</m:t>
                          </m:r>
                        </m:e>
                        <m:sub>
                          <m:r>
                            <a:rPr lang="el-GR" sz="2000" i="1" dirty="0">
                              <a:latin typeface="Cambria Math" panose="02040503050406030204" pitchFamily="18" charset="0"/>
                            </a:rPr>
                            <m:t>𝜋</m:t>
                          </m:r>
                        </m:sub>
                        <m:sup>
                          <m:r>
                            <a:rPr lang="en-MY" sz="2000" i="1" dirty="0">
                              <a:latin typeface="Cambria Math" panose="02040503050406030204" pitchFamily="18" charset="0"/>
                            </a:rPr>
                            <m:t>𝑘</m:t>
                          </m:r>
                        </m:sup>
                      </m:sSubSup>
                    </m:oMath>
                  </m:oMathPara>
                </a14:m>
                <a:endParaRPr lang="en-MY" sz="2000" dirty="0"/>
              </a:p>
            </p:txBody>
          </p:sp>
        </mc:Choice>
        <mc:Fallback>
          <p:sp>
            <p:nvSpPr>
              <p:cNvPr id="15" name="TextBox 14">
                <a:extLst>
                  <a:ext uri="{FF2B5EF4-FFF2-40B4-BE49-F238E27FC236}">
                    <a16:creationId xmlns:a16="http://schemas.microsoft.com/office/drawing/2014/main" id="{6190E91B-736C-027F-DD0B-C957C3178476}"/>
                  </a:ext>
                </a:extLst>
              </p:cNvPr>
              <p:cNvSpPr txBox="1">
                <a:spLocks noRot="1" noChangeAspect="1" noMove="1" noResize="1" noEditPoints="1" noAdjustHandles="1" noChangeArrowheads="1" noChangeShapeType="1" noTextEdit="1"/>
              </p:cNvSpPr>
              <p:nvPr/>
            </p:nvSpPr>
            <p:spPr>
              <a:xfrm>
                <a:off x="6350776" y="5597683"/>
                <a:ext cx="2780525" cy="405624"/>
              </a:xfrm>
              <a:prstGeom prst="rect">
                <a:avLst/>
              </a:prstGeom>
              <a:blipFill>
                <a:blip r:embed="rId4"/>
                <a:stretch>
                  <a:fillRect b="-4478"/>
                </a:stretch>
              </a:blipFill>
              <a:ln w="12700" cap="flat">
                <a:noFill/>
                <a:miter lim="400000"/>
              </a:ln>
              <a:effectLst/>
            </p:spPr>
            <p:txBody>
              <a:bodyPr/>
              <a:lstStyle/>
              <a:p>
                <a:r>
                  <a:rPr lang="en-MY">
                    <a:noFill/>
                  </a:rPr>
                  <a:t> </a:t>
                </a:r>
              </a:p>
            </p:txBody>
          </p:sp>
        </mc:Fallback>
      </mc:AlternateContent>
    </p:spTree>
    <p:extLst>
      <p:ext uri="{BB962C8B-B14F-4D97-AF65-F5344CB8AC3E}">
        <p14:creationId xmlns:p14="http://schemas.microsoft.com/office/powerpoint/2010/main" val="2034676303"/>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783313" y="1312351"/>
            <a:ext cx="7607301" cy="5013325"/>
          </a:xfrm>
        </p:spPr>
        <p:txBody>
          <a:bodyPr/>
          <a:lstStyle/>
          <a:p>
            <a:pPr>
              <a:spcAft>
                <a:spcPts val="600"/>
              </a:spcAft>
            </a:pPr>
            <a:endParaRPr lang="en-US" b="0" dirty="0">
              <a:latin typeface="Tahoma" panose="020B0604030504040204" pitchFamily="34" charset="0"/>
              <a:ea typeface="Tahoma" panose="020B0604030504040204" pitchFamily="34" charset="0"/>
              <a:cs typeface="Tahoma" panose="020B0604030504040204" pitchFamily="34" charset="0"/>
            </a:endParaRPr>
          </a:p>
        </p:txBody>
      </p:sp>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1" dirty="0">
                <a:uFill>
                  <a:solidFill>
                    <a:srgbClr val="000000"/>
                  </a:solidFill>
                </a:uFill>
                <a:latin typeface="+mn-lt"/>
                <a:ea typeface="+mn-ea"/>
                <a:cs typeface="+mn-cs"/>
                <a:sym typeface="Arial"/>
              </a:rPr>
              <a:t>Iterative Policy Evaluation </a:t>
            </a:r>
            <a:r>
              <a:rPr lang="en-US" sz="3200" b="0" dirty="0">
                <a:uFill>
                  <a:solidFill>
                    <a:srgbClr val="000000"/>
                  </a:solidFill>
                </a:uFill>
                <a:latin typeface="+mn-lt"/>
                <a:ea typeface="+mn-ea"/>
                <a:cs typeface="+mn-cs"/>
                <a:sym typeface="Arial"/>
              </a:rPr>
              <a:t>for </a:t>
            </a:r>
            <a:r>
              <a:rPr lang="en-US" sz="3200" b="0" dirty="0" err="1">
                <a:uFill>
                  <a:solidFill>
                    <a:srgbClr val="000000"/>
                  </a:solidFill>
                </a:uFill>
                <a:latin typeface="+mn-lt"/>
                <a:ea typeface="+mn-ea"/>
                <a:cs typeface="+mn-cs"/>
                <a:sym typeface="Arial"/>
              </a:rPr>
              <a:t>GridWorld</a:t>
            </a:r>
            <a:endParaRPr lang="en-US" sz="3200" b="0" dirty="0">
              <a:uFill>
                <a:solidFill>
                  <a:srgbClr val="000000"/>
                </a:solidFill>
              </a:uFill>
              <a:latin typeface="+mn-lt"/>
              <a:ea typeface="+mn-ea"/>
              <a:cs typeface="+mn-cs"/>
              <a:sym typeface="Arial"/>
            </a:endParaRP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pic>
        <p:nvPicPr>
          <p:cNvPr id="3" name="Picture 2">
            <a:extLst>
              <a:ext uri="{FF2B5EF4-FFF2-40B4-BE49-F238E27FC236}">
                <a16:creationId xmlns:a16="http://schemas.microsoft.com/office/drawing/2014/main" id="{16D7BAF3-A996-0EC0-F273-B0095520BD6A}"/>
              </a:ext>
            </a:extLst>
          </p:cNvPr>
          <p:cNvPicPr>
            <a:picLocks noChangeAspect="1"/>
          </p:cNvPicPr>
          <p:nvPr/>
        </p:nvPicPr>
        <p:blipFill>
          <a:blip r:embed="rId2"/>
          <a:stretch>
            <a:fillRect/>
          </a:stretch>
        </p:blipFill>
        <p:spPr>
          <a:xfrm>
            <a:off x="1099462" y="1394805"/>
            <a:ext cx="6915150" cy="4981575"/>
          </a:xfrm>
          <a:prstGeom prst="rect">
            <a:avLst/>
          </a:prstGeom>
        </p:spPr>
      </p:pic>
      <p:sp>
        <p:nvSpPr>
          <p:cNvPr id="2" name="Slide Number Placeholder 1">
            <a:extLst>
              <a:ext uri="{FF2B5EF4-FFF2-40B4-BE49-F238E27FC236}">
                <a16:creationId xmlns:a16="http://schemas.microsoft.com/office/drawing/2014/main" id="{9C862B00-02FD-9F58-DB8E-D32BA7D641DD}"/>
              </a:ext>
            </a:extLst>
          </p:cNvPr>
          <p:cNvSpPr>
            <a:spLocks noGrp="1"/>
          </p:cNvSpPr>
          <p:nvPr>
            <p:ph type="sldNum" sz="quarter" idx="2"/>
          </p:nvPr>
        </p:nvSpPr>
        <p:spPr/>
        <p:txBody>
          <a:bodyPr/>
          <a:lstStyle/>
          <a:p>
            <a:fld id="{86CB4B4D-7CA3-9044-876B-883B54F8677D}" type="slidenum">
              <a:rPr lang="en-US" smtClean="0"/>
              <a:t>47</a:t>
            </a:fld>
            <a:endParaRPr lang="en-US"/>
          </a:p>
        </p:txBody>
      </p:sp>
      <p:sp>
        <p:nvSpPr>
          <p:cNvPr id="8" name="Date Placeholder 3">
            <a:extLst>
              <a:ext uri="{FF2B5EF4-FFF2-40B4-BE49-F238E27FC236}">
                <a16:creationId xmlns:a16="http://schemas.microsoft.com/office/drawing/2014/main" id="{878244CB-85D2-782B-5D4E-9477182206A6}"/>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Footer Placeholder 5">
            <a:extLst>
              <a:ext uri="{FF2B5EF4-FFF2-40B4-BE49-F238E27FC236}">
                <a16:creationId xmlns:a16="http://schemas.microsoft.com/office/drawing/2014/main" id="{5770399E-3FFA-6C40-BD77-16CCDFA50444}"/>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4" name="Slide Number Placeholder 7">
            <a:extLst>
              <a:ext uri="{FF2B5EF4-FFF2-40B4-BE49-F238E27FC236}">
                <a16:creationId xmlns:a16="http://schemas.microsoft.com/office/drawing/2014/main" id="{C7B534E9-13D4-317F-F9D3-CBB77F660D26}"/>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47</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228923123"/>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mc:AlternateContent xmlns:mc="http://schemas.openxmlformats.org/markup-compatibility/2006" xmlns:a14="http://schemas.microsoft.com/office/drawing/2010/main">
        <mc:Choice Requires="a14">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455414" y="1312351"/>
                <a:ext cx="8229601" cy="5013325"/>
              </a:xfrm>
            </p:spPr>
            <p:txBody>
              <a:bodyPr/>
              <a:lstStyle/>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To “solve” an MDP we must find the optimal policy.</a:t>
                </a: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This amounts to </a:t>
                </a:r>
                <a:r>
                  <a:rPr lang="en-US" b="0" dirty="0" err="1">
                    <a:latin typeface="Tahoma" panose="020B0604030504040204" pitchFamily="34" charset="0"/>
                    <a:ea typeface="Tahoma" panose="020B0604030504040204" pitchFamily="34" charset="0"/>
                    <a:cs typeface="Tahoma" panose="020B0604030504040204" pitchFamily="34" charset="0"/>
                  </a:rPr>
                  <a:t>optimising</a:t>
                </a:r>
                <a:r>
                  <a:rPr lang="en-US" b="0" dirty="0">
                    <a:latin typeface="Tahoma" panose="020B0604030504040204" pitchFamily="34" charset="0"/>
                    <a:ea typeface="Tahoma" panose="020B0604030504040204" pitchFamily="34" charset="0"/>
                    <a:cs typeface="Tahoma" panose="020B0604030504040204" pitchFamily="34" charset="0"/>
                  </a:rPr>
                  <a:t> the value function over all possible policies</a:t>
                </a:r>
              </a:p>
              <a:p>
                <a:pPr marL="139065" indent="0">
                  <a:spcAft>
                    <a:spcPts val="600"/>
                  </a:spcAft>
                  <a:buNone/>
                </a:pPr>
                <a:endParaRPr lang="en-US" b="0" dirty="0">
                  <a:latin typeface="Tahoma" panose="020B0604030504040204" pitchFamily="34" charset="0"/>
                  <a:ea typeface="Tahoma" panose="020B0604030504040204" pitchFamily="34" charset="0"/>
                  <a:cs typeface="Tahoma" panose="020B0604030504040204" pitchFamily="34" charset="0"/>
                </a:endParaRPr>
              </a:p>
              <a:p>
                <a:pPr marL="139065" indent="0">
                  <a:spcAft>
                    <a:spcPts val="600"/>
                  </a:spcAft>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m:t>
                          </m:r>
                        </m:sub>
                      </m:sSub>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𝑠</m:t>
                          </m:r>
                        </m:e>
                      </m:d>
                      <m:r>
                        <a:rPr lang="en-US" b="0" i="1" smtClean="0">
                          <a:latin typeface="Cambria Math" panose="02040503050406030204" pitchFamily="18" charset="0"/>
                          <a:ea typeface="Tahoma" panose="020B0604030504040204" pitchFamily="34" charset="0"/>
                          <a:cs typeface="Tahoma" panose="020B0604030504040204" pitchFamily="34" charset="0"/>
                        </a:rPr>
                        <m:t>=</m:t>
                      </m:r>
                      <m:func>
                        <m:funcPr>
                          <m:ctrlPr>
                            <a:rPr lang="en-US" b="0" i="1" smtClean="0">
                              <a:latin typeface="Cambria Math" panose="02040503050406030204" pitchFamily="18" charset="0"/>
                              <a:ea typeface="Tahoma" panose="020B0604030504040204" pitchFamily="34" charset="0"/>
                              <a:cs typeface="Tahoma" panose="020B0604030504040204" pitchFamily="34" charset="0"/>
                            </a:rPr>
                          </m:ctrlPr>
                        </m:funcPr>
                        <m:fName>
                          <m:limLow>
                            <m:limLowPr>
                              <m:ctrlPr>
                                <a:rPr lang="en-US" b="0" i="1" smtClean="0">
                                  <a:latin typeface="Cambria Math" panose="02040503050406030204" pitchFamily="18" charset="0"/>
                                  <a:ea typeface="Tahoma" panose="020B0604030504040204" pitchFamily="34" charset="0"/>
                                  <a:cs typeface="Tahoma" panose="020B0604030504040204" pitchFamily="34" charset="0"/>
                                </a:rPr>
                              </m:ctrlPr>
                            </m:limLowPr>
                            <m:e>
                              <m:r>
                                <m:rPr>
                                  <m:sty m:val="p"/>
                                </m:rPr>
                                <a:rPr lang="en-US" b="0" i="0" smtClean="0">
                                  <a:latin typeface="Cambria Math" panose="02040503050406030204" pitchFamily="18" charset="0"/>
                                  <a:ea typeface="Tahoma" panose="020B0604030504040204" pitchFamily="34" charset="0"/>
                                  <a:cs typeface="Tahoma" panose="020B0604030504040204" pitchFamily="34" charset="0"/>
                                </a:rPr>
                                <m:t>max</m:t>
                              </m:r>
                            </m:e>
                            <m:lim>
                              <m:r>
                                <a:rPr lang="en-US" b="0" i="1" smtClean="0">
                                  <a:latin typeface="Cambria Math" panose="02040503050406030204" pitchFamily="18" charset="0"/>
                                  <a:ea typeface="Tahoma" panose="020B0604030504040204" pitchFamily="34" charset="0"/>
                                  <a:cs typeface="Tahoma" panose="020B0604030504040204" pitchFamily="34" charset="0"/>
                                </a:rPr>
                                <m:t>𝜋</m:t>
                              </m:r>
                            </m:lim>
                          </m:limLow>
                        </m:fName>
                        <m:e>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smtClean="0">
                                  <a:latin typeface="Cambria Math" panose="02040503050406030204" pitchFamily="18" charset="0"/>
                                  <a:ea typeface="Tahoma" panose="020B0604030504040204" pitchFamily="34" charset="0"/>
                                  <a:cs typeface="Tahoma" panose="020B0604030504040204" pitchFamily="34" charset="0"/>
                                </a:rPr>
                                <m:t>𝜋</m:t>
                              </m:r>
                            </m:sub>
                          </m:sSub>
                        </m:e>
                      </m:func>
                      <m:d>
                        <m:dPr>
                          <m:ctrlPr>
                            <a:rPr lang="en-US" b="0" i="1" smtClean="0">
                              <a:latin typeface="Cambria Math" panose="02040503050406030204" pitchFamily="18" charset="0"/>
                              <a:ea typeface="Cambria Math" panose="02040503050406030204" pitchFamily="18" charset="0"/>
                              <a:cs typeface="Tahoma" panose="020B0604030504040204" pitchFamily="34" charset="0"/>
                            </a:rPr>
                          </m:ctrlPr>
                        </m:dPr>
                        <m:e>
                          <m:r>
                            <a:rPr lang="en-US" b="0" i="1" smtClean="0">
                              <a:latin typeface="Cambria Math" panose="02040503050406030204" pitchFamily="18" charset="0"/>
                              <a:ea typeface="Cambria Math" panose="02040503050406030204" pitchFamily="18" charset="0"/>
                              <a:cs typeface="Tahoma" panose="020B0604030504040204" pitchFamily="34" charset="0"/>
                            </a:rPr>
                            <m:t>𝑠</m:t>
                          </m:r>
                        </m:e>
                      </m:d>
                    </m:oMath>
                  </m:oMathPara>
                </a14:m>
                <a:endParaRPr lang="en-US" b="0" dirty="0">
                  <a:latin typeface="Tahoma" panose="020B0604030504040204" pitchFamily="34" charset="0"/>
                  <a:ea typeface="Tahoma" panose="020B0604030504040204" pitchFamily="34" charset="0"/>
                  <a:cs typeface="Tahoma" panose="020B0604030504040204" pitchFamily="34" charset="0"/>
                </a:endParaRPr>
              </a:p>
              <a:p>
                <a:pPr marL="139065" indent="0">
                  <a:spcAft>
                    <a:spcPts val="600"/>
                  </a:spcAft>
                  <a:buNone/>
                </a:pPr>
                <a:r>
                  <a:rPr lang="en-US" b="0" dirty="0">
                    <a:latin typeface="Tahoma" panose="020B0604030504040204" pitchFamily="34" charset="0"/>
                    <a:ea typeface="Tahoma" panose="020B0604030504040204" pitchFamily="34" charset="0"/>
                    <a:cs typeface="Tahoma" panose="020B0604030504040204" pitchFamily="34" charset="0"/>
                  </a:rPr>
                  <a:t>           with </a:t>
                </a:r>
              </a:p>
              <a:p>
                <a:pPr marL="139065" indent="0">
                  <a:spcAft>
                    <a:spcPts val="600"/>
                  </a:spcAft>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m:t>
                          </m:r>
                        </m:sub>
                      </m:sSub>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𝑠</m:t>
                          </m:r>
                        </m:e>
                      </m:d>
                      <m:r>
                        <a:rPr lang="en-US" b="0" i="1" smtClean="0">
                          <a:latin typeface="Cambria Math" panose="02040503050406030204" pitchFamily="18" charset="0"/>
                          <a:ea typeface="Tahoma" panose="020B0604030504040204" pitchFamily="34" charset="0"/>
                          <a:cs typeface="Tahoma" panose="020B0604030504040204" pitchFamily="34" charset="0"/>
                        </a:rPr>
                        <m:t>=</m:t>
                      </m:r>
                      <m:func>
                        <m:funcPr>
                          <m:ctrlPr>
                            <a:rPr lang="en-US" b="0" i="1" smtClean="0">
                              <a:latin typeface="Cambria Math" panose="02040503050406030204" pitchFamily="18" charset="0"/>
                              <a:ea typeface="Tahoma" panose="020B0604030504040204" pitchFamily="34" charset="0"/>
                              <a:cs typeface="Tahoma" panose="020B0604030504040204" pitchFamily="34" charset="0"/>
                            </a:rPr>
                          </m:ctrlPr>
                        </m:funcPr>
                        <m:fName>
                          <m:limLow>
                            <m:limLowPr>
                              <m:ctrlPr>
                                <a:rPr lang="en-US" b="0" i="1" smtClean="0">
                                  <a:latin typeface="Cambria Math" panose="02040503050406030204" pitchFamily="18" charset="0"/>
                                  <a:ea typeface="Tahoma" panose="020B0604030504040204" pitchFamily="34" charset="0"/>
                                  <a:cs typeface="Tahoma" panose="020B0604030504040204" pitchFamily="34" charset="0"/>
                                </a:rPr>
                              </m:ctrlPr>
                            </m:limLowPr>
                            <m:e>
                              <m:r>
                                <m:rPr>
                                  <m:sty m:val="p"/>
                                </m:rPr>
                                <a:rPr lang="en-US" b="0" i="0" smtClean="0">
                                  <a:latin typeface="Cambria Math" panose="02040503050406030204" pitchFamily="18" charset="0"/>
                                  <a:ea typeface="Tahoma" panose="020B0604030504040204" pitchFamily="34" charset="0"/>
                                  <a:cs typeface="Tahoma" panose="020B0604030504040204" pitchFamily="34" charset="0"/>
                                </a:rPr>
                                <m:t>max</m:t>
                              </m:r>
                            </m:e>
                            <m:lim>
                              <m:r>
                                <a:rPr lang="en-US" b="0" i="1" smtClean="0">
                                  <a:latin typeface="Cambria Math" panose="02040503050406030204" pitchFamily="18" charset="0"/>
                                  <a:ea typeface="Tahoma" panose="020B0604030504040204" pitchFamily="34" charset="0"/>
                                  <a:cs typeface="Tahoma" panose="020B0604030504040204" pitchFamily="34" charset="0"/>
                                </a:rPr>
                                <m:t>𝑎</m:t>
                              </m:r>
                            </m:lim>
                          </m:limLow>
                        </m:fName>
                        <m:e>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𝑞</m:t>
                              </m:r>
                            </m:e>
                            <m:sub>
                              <m:r>
                                <a:rPr lang="en-US" b="0" i="1" smtClean="0">
                                  <a:latin typeface="Cambria Math" panose="02040503050406030204" pitchFamily="18" charset="0"/>
                                  <a:ea typeface="Cambria Math" panose="02040503050406030204" pitchFamily="18" charset="0"/>
                                  <a:cs typeface="Tahoma" panose="020B0604030504040204" pitchFamily="34" charset="0"/>
                                </a:rPr>
                                <m:t>⋆</m:t>
                              </m:r>
                            </m:sub>
                          </m:sSub>
                        </m:e>
                      </m:func>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𝑠</m:t>
                          </m:r>
                          <m:r>
                            <a:rPr lang="en-US" b="0" i="1" smtClean="0">
                              <a:latin typeface="Cambria Math" panose="02040503050406030204" pitchFamily="18" charset="0"/>
                              <a:ea typeface="Tahoma" panose="020B0604030504040204" pitchFamily="34" charset="0"/>
                              <a:cs typeface="Tahoma" panose="020B0604030504040204" pitchFamily="34" charset="0"/>
                            </a:rPr>
                            <m:t>, </m:t>
                          </m:r>
                          <m:r>
                            <a:rPr lang="en-US" b="0" i="1" smtClean="0">
                              <a:latin typeface="Cambria Math" panose="02040503050406030204" pitchFamily="18" charset="0"/>
                              <a:ea typeface="Tahoma" panose="020B0604030504040204" pitchFamily="34" charset="0"/>
                              <a:cs typeface="Tahoma" panose="020B0604030504040204" pitchFamily="34" charset="0"/>
                            </a:rPr>
                            <m:t>𝑎</m:t>
                          </m:r>
                        </m:e>
                      </m:d>
                    </m:oMath>
                  </m:oMathPara>
                </a14:m>
                <a:endParaRPr lang="en-US" b="0" dirty="0">
                  <a:latin typeface="Tahoma" panose="020B0604030504040204" pitchFamily="34" charset="0"/>
                  <a:ea typeface="Tahoma" panose="020B0604030504040204" pitchFamily="34" charset="0"/>
                  <a:cs typeface="Tahoma" panose="020B0604030504040204" pitchFamily="34" charset="0"/>
                </a:endParaRPr>
              </a:p>
              <a:p>
                <a:pPr marL="139065" indent="0">
                  <a:spcAft>
                    <a:spcPts val="600"/>
                  </a:spcAft>
                  <a:buNone/>
                </a:pPr>
                <a:endParaRPr lang="en-US" sz="900" b="0" dirty="0">
                  <a:latin typeface="Tahoma" panose="020B0604030504040204" pitchFamily="34" charset="0"/>
                  <a:ea typeface="Tahoma" panose="020B0604030504040204" pitchFamily="34" charset="0"/>
                  <a:cs typeface="Tahoma" panose="020B0604030504040204" pitchFamily="34" charset="0"/>
                </a:endParaRPr>
              </a:p>
              <a:p>
                <a:pPr marL="139065" indent="0">
                  <a:spcAft>
                    <a:spcPts val="600"/>
                  </a:spcAft>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𝑞</m:t>
                          </m:r>
                        </m:e>
                        <m:sub>
                          <m:r>
                            <a:rPr lang="en-US" b="0" i="1">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m:t>
                          </m:r>
                        </m:sub>
                      </m:sSub>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𝑠</m:t>
                          </m:r>
                          <m:r>
                            <a:rPr lang="en-US" b="0" i="1" smtClean="0">
                              <a:latin typeface="Cambria Math" panose="02040503050406030204" pitchFamily="18" charset="0"/>
                              <a:ea typeface="Tahoma" panose="020B0604030504040204" pitchFamily="34" charset="0"/>
                              <a:cs typeface="Tahoma" panose="020B0604030504040204" pitchFamily="34" charset="0"/>
                            </a:rPr>
                            <m:t>,</m:t>
                          </m:r>
                          <m:r>
                            <a:rPr lang="en-US" b="0" i="1" smtClean="0">
                              <a:latin typeface="Cambria Math" panose="02040503050406030204" pitchFamily="18" charset="0"/>
                              <a:ea typeface="Tahoma" panose="020B0604030504040204" pitchFamily="34" charset="0"/>
                              <a:cs typeface="Tahoma" panose="020B0604030504040204" pitchFamily="34" charset="0"/>
                            </a:rPr>
                            <m:t>𝑎</m:t>
                          </m:r>
                        </m:e>
                      </m:d>
                      <m:r>
                        <a:rPr lang="en-US" b="0" i="1" smtClean="0">
                          <a:latin typeface="Cambria Math" panose="02040503050406030204" pitchFamily="18" charset="0"/>
                          <a:ea typeface="Tahoma" panose="020B0604030504040204" pitchFamily="34" charset="0"/>
                          <a:cs typeface="Tahoma" panose="020B0604030504040204" pitchFamily="34" charset="0"/>
                        </a:rPr>
                        <m:t>=</m:t>
                      </m:r>
                      <m:func>
                        <m:funcPr>
                          <m:ctrlPr>
                            <a:rPr lang="en-US" b="0" i="1" smtClean="0">
                              <a:latin typeface="Cambria Math" panose="02040503050406030204" pitchFamily="18" charset="0"/>
                              <a:ea typeface="Tahoma" panose="020B0604030504040204" pitchFamily="34" charset="0"/>
                              <a:cs typeface="Tahoma" panose="020B0604030504040204" pitchFamily="34" charset="0"/>
                            </a:rPr>
                          </m:ctrlPr>
                        </m:funcPr>
                        <m:fName>
                          <m:limLow>
                            <m:limLowPr>
                              <m:ctrlPr>
                                <a:rPr lang="en-US" b="0" i="1" smtClean="0">
                                  <a:latin typeface="Cambria Math" panose="02040503050406030204" pitchFamily="18" charset="0"/>
                                  <a:ea typeface="Tahoma" panose="020B0604030504040204" pitchFamily="34" charset="0"/>
                                  <a:cs typeface="Tahoma" panose="020B0604030504040204" pitchFamily="34" charset="0"/>
                                </a:rPr>
                              </m:ctrlPr>
                            </m:limLowPr>
                            <m:e>
                              <m:r>
                                <m:rPr>
                                  <m:sty m:val="p"/>
                                </m:rPr>
                                <a:rPr lang="en-US" b="0" i="0" smtClean="0">
                                  <a:latin typeface="Cambria Math" panose="02040503050406030204" pitchFamily="18" charset="0"/>
                                  <a:ea typeface="Tahoma" panose="020B0604030504040204" pitchFamily="34" charset="0"/>
                                  <a:cs typeface="Tahoma" panose="020B0604030504040204" pitchFamily="34" charset="0"/>
                                </a:rPr>
                                <m:t>max</m:t>
                              </m:r>
                            </m:e>
                            <m:lim>
                              <m:r>
                                <a:rPr lang="en-US" b="0" i="1" smtClean="0">
                                  <a:latin typeface="Cambria Math" panose="02040503050406030204" pitchFamily="18" charset="0"/>
                                  <a:ea typeface="Tahoma" panose="020B0604030504040204" pitchFamily="34" charset="0"/>
                                  <a:cs typeface="Tahoma" panose="020B0604030504040204" pitchFamily="34" charset="0"/>
                                </a:rPr>
                                <m:t>𝜋</m:t>
                              </m:r>
                            </m:lim>
                          </m:limLow>
                        </m:fName>
                        <m:e>
                          <m:r>
                            <a:rPr lang="en-US" b="0" i="1" smtClean="0">
                              <a:latin typeface="Cambria Math" panose="02040503050406030204" pitchFamily="18" charset="0"/>
                              <a:ea typeface="Tahoma" panose="020B0604030504040204" pitchFamily="34" charset="0"/>
                              <a:cs typeface="Tahoma" panose="020B0604030504040204" pitchFamily="34" charset="0"/>
                            </a:rPr>
                            <m:t>𝑞</m:t>
                          </m:r>
                        </m:e>
                      </m:func>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𝑠</m:t>
                          </m:r>
                          <m:r>
                            <a:rPr lang="en-US" b="0" i="1" smtClean="0">
                              <a:latin typeface="Cambria Math" panose="02040503050406030204" pitchFamily="18" charset="0"/>
                              <a:ea typeface="Tahoma" panose="020B0604030504040204" pitchFamily="34" charset="0"/>
                              <a:cs typeface="Tahoma" panose="020B0604030504040204" pitchFamily="34" charset="0"/>
                            </a:rPr>
                            <m:t>, </m:t>
                          </m:r>
                          <m:r>
                            <a:rPr lang="en-US" b="0" i="1" smtClean="0">
                              <a:latin typeface="Cambria Math" panose="02040503050406030204" pitchFamily="18" charset="0"/>
                              <a:ea typeface="Tahoma" panose="020B0604030504040204" pitchFamily="34" charset="0"/>
                              <a:cs typeface="Tahoma" panose="020B0604030504040204" pitchFamily="34" charset="0"/>
                            </a:rPr>
                            <m:t>𝑎</m:t>
                          </m:r>
                        </m:e>
                      </m:d>
                    </m:oMath>
                  </m:oMathPara>
                </a14:m>
                <a:endParaRPr lang="en-US" b="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2" name="Text Placeholder 11">
                <a:extLst>
                  <a:ext uri="{FF2B5EF4-FFF2-40B4-BE49-F238E27FC236}">
                    <a16:creationId xmlns:a16="http://schemas.microsoft.com/office/drawing/2014/main" id="{D9B4FA66-70DB-AA66-E0B4-617169B6E814}"/>
                  </a:ext>
                </a:extLst>
              </p:cNvPr>
              <p:cNvSpPr>
                <a:spLocks noGrp="1" noRot="1" noChangeAspect="1" noMove="1" noResize="1" noEditPoints="1" noAdjustHandles="1" noChangeArrowheads="1" noChangeShapeType="1" noTextEdit="1"/>
              </p:cNvSpPr>
              <p:nvPr>
                <p:ph type="body" idx="1"/>
              </p:nvPr>
            </p:nvSpPr>
            <p:spPr>
              <a:xfrm>
                <a:off x="455414" y="1312351"/>
                <a:ext cx="8229601" cy="5013325"/>
              </a:xfrm>
              <a:blipFill>
                <a:blip r:embed="rId3"/>
                <a:stretch>
                  <a:fillRect l="-148" t="-972"/>
                </a:stretch>
              </a:blipFill>
            </p:spPr>
            <p:txBody>
              <a:bodyPr/>
              <a:lstStyle/>
              <a:p>
                <a:r>
                  <a:rPr lang="en-US">
                    <a:noFill/>
                  </a:rPr>
                  <a:t> </a:t>
                </a:r>
              </a:p>
            </p:txBody>
          </p:sp>
        </mc:Fallback>
      </mc:AlternateContent>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Optimal Value Function</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sp>
        <p:nvSpPr>
          <p:cNvPr id="2" name="Slide Number Placeholder 1">
            <a:extLst>
              <a:ext uri="{FF2B5EF4-FFF2-40B4-BE49-F238E27FC236}">
                <a16:creationId xmlns:a16="http://schemas.microsoft.com/office/drawing/2014/main" id="{D70BCADD-3D05-F4B9-F5F6-5FEA90584F6E}"/>
              </a:ext>
            </a:extLst>
          </p:cNvPr>
          <p:cNvSpPr>
            <a:spLocks noGrp="1"/>
          </p:cNvSpPr>
          <p:nvPr>
            <p:ph type="sldNum" sz="quarter" idx="2"/>
          </p:nvPr>
        </p:nvSpPr>
        <p:spPr/>
        <p:txBody>
          <a:bodyPr/>
          <a:lstStyle/>
          <a:p>
            <a:fld id="{86CB4B4D-7CA3-9044-876B-883B54F8677D}" type="slidenum">
              <a:rPr lang="en-US" smtClean="0"/>
              <a:t>48</a:t>
            </a:fld>
            <a:endParaRPr lang="en-US"/>
          </a:p>
        </p:txBody>
      </p:sp>
      <p:sp>
        <p:nvSpPr>
          <p:cNvPr id="3" name="Date Placeholder 3">
            <a:extLst>
              <a:ext uri="{FF2B5EF4-FFF2-40B4-BE49-F238E27FC236}">
                <a16:creationId xmlns:a16="http://schemas.microsoft.com/office/drawing/2014/main" id="{7FF47635-35CA-8EEB-2AC7-D6DC112C5A0A}"/>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F973107F-85EB-B6F7-B7CA-FE2E8EF9EAAA}"/>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4826D1BF-4B5F-A57F-C90E-00FB76ACDC0A}"/>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48</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1166719888"/>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mc:AlternateContent xmlns:mc="http://schemas.openxmlformats.org/markup-compatibility/2006" xmlns:a14="http://schemas.microsoft.com/office/drawing/2010/main">
        <mc:Choice Requires="a14">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455413" y="1312351"/>
                <a:ext cx="8429507" cy="5013325"/>
              </a:xfrm>
            </p:spPr>
            <p:txBody>
              <a:bodyPr/>
              <a:lstStyle/>
              <a:p>
                <a:pPr marL="139065" indent="0">
                  <a:spcAft>
                    <a:spcPts val="600"/>
                  </a:spcAft>
                  <a:buNone/>
                </a:pPr>
                <a:r>
                  <a:rPr lang="en-US" b="0" dirty="0">
                    <a:latin typeface="Tahoma" panose="020B0604030504040204" pitchFamily="34" charset="0"/>
                    <a:ea typeface="Tahoma" panose="020B0604030504040204" pitchFamily="34" charset="0"/>
                    <a:cs typeface="Tahoma" panose="020B0604030504040204" pitchFamily="34" charset="0"/>
                  </a:rPr>
                  <a:t>The optimal policy can be derived from </a:t>
                </a:r>
                <a14:m>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𝑞</m:t>
                        </m:r>
                      </m:e>
                      <m:sub>
                        <m:r>
                          <a:rPr lang="en-US" b="0" i="1">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m:t>
                        </m:r>
                      </m:sub>
                    </m:sSub>
                  </m:oMath>
                </a14:m>
                <a:r>
                  <a:rPr lang="en-US" b="0" dirty="0">
                    <a:latin typeface="Tahoma" panose="020B0604030504040204" pitchFamily="34" charset="0"/>
                    <a:ea typeface="Tahoma" panose="020B0604030504040204" pitchFamily="34" charset="0"/>
                    <a:cs typeface="Tahoma" panose="020B0604030504040204" pitchFamily="34" charset="0"/>
                  </a:rPr>
                  <a:t> by acting </a:t>
                </a:r>
                <a:r>
                  <a:rPr lang="en-US" b="0" dirty="0">
                    <a:solidFill>
                      <a:srgbClr val="7030A0"/>
                    </a:solidFill>
                    <a:latin typeface="Tahoma" panose="020B0604030504040204" pitchFamily="34" charset="0"/>
                    <a:ea typeface="Tahoma" panose="020B0604030504040204" pitchFamily="34" charset="0"/>
                    <a:cs typeface="Tahoma" panose="020B0604030504040204" pitchFamily="34" charset="0"/>
                  </a:rPr>
                  <a:t>greedily</a:t>
                </a:r>
                <a:r>
                  <a:rPr lang="en-US" b="0" dirty="0">
                    <a:latin typeface="Tahoma" panose="020B0604030504040204" pitchFamily="34" charset="0"/>
                    <a:ea typeface="Tahoma" panose="020B0604030504040204" pitchFamily="34" charset="0"/>
                    <a:cs typeface="Tahoma" panose="020B0604030504040204" pitchFamily="34" charset="0"/>
                  </a:rPr>
                  <a:t> (</a:t>
                </a:r>
                <a:r>
                  <a:rPr lang="en-US" sz="2800" b="0" dirty="0">
                    <a:uFillTx/>
                    <a:sym typeface="Gill Sans"/>
                  </a:rPr>
                  <a:t>We pick a new policy according to greedy action values)</a:t>
                </a:r>
                <a:endParaRPr lang="en-US" b="0" dirty="0">
                  <a:latin typeface="Tahoma" panose="020B0604030504040204" pitchFamily="34" charset="0"/>
                  <a:ea typeface="Tahoma" panose="020B0604030504040204" pitchFamily="34" charset="0"/>
                  <a:cs typeface="Tahoma" panose="020B0604030504040204" pitchFamily="34" charset="0"/>
                </a:endParaRPr>
              </a:p>
              <a:p>
                <a:pPr marL="139065" indent="0">
                  <a:spcAft>
                    <a:spcPts val="600"/>
                  </a:spcAft>
                  <a:buNone/>
                </a:pPr>
                <a:endParaRPr lang="en-US" b="0" dirty="0">
                  <a:latin typeface="Tahoma" panose="020B0604030504040204" pitchFamily="34" charset="0"/>
                  <a:ea typeface="Tahoma" panose="020B0604030504040204" pitchFamily="34" charset="0"/>
                  <a:cs typeface="Tahoma" panose="020B0604030504040204" pitchFamily="34" charset="0"/>
                </a:endParaRPr>
              </a:p>
              <a:p>
                <a:pPr marL="139065" indent="0">
                  <a:spcAft>
                    <a:spcPts val="600"/>
                  </a:spcAft>
                  <a:buNone/>
                </a:pPr>
                <a14:m>
                  <m:oMathPara xmlns:m="http://schemas.openxmlformats.org/officeDocument/2006/math">
                    <m:oMathParaPr>
                      <m:jc m:val="centerGroup"/>
                    </m:oMathParaPr>
                    <m:oMath xmlns:m="http://schemas.openxmlformats.org/officeDocument/2006/math">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i="1">
                              <a:latin typeface="Cambria Math" panose="02040503050406030204" pitchFamily="18" charset="0"/>
                              <a:ea typeface="Tahoma" panose="020B0604030504040204" pitchFamily="34" charset="0"/>
                              <a:cs typeface="Tahoma" panose="020B0604030504040204" pitchFamily="34" charset="0"/>
                            </a:rPr>
                            <m:t>𝜋</m:t>
                          </m:r>
                        </m:e>
                        <m:sub>
                          <m:r>
                            <a:rPr lang="en-US" b="0" i="1">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m:t>
                          </m:r>
                        </m:sub>
                      </m:sSub>
                      <m:d>
                        <m:dPr>
                          <m:ctrlPr>
                            <a:rPr lang="en-US" b="0" i="1">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ctrlPr>
                        </m:dPr>
                        <m:e>
                          <m:r>
                            <a:rPr lang="en-US" b="0" i="1">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𝑎</m:t>
                          </m:r>
                          <m:r>
                            <a:rPr lang="en-US" b="0" i="1">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m:t>
                          </m:r>
                          <m:r>
                            <a:rPr lang="en-US" b="0" i="1">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𝑠</m:t>
                          </m:r>
                        </m:e>
                      </m:d>
                      <m:r>
                        <a:rPr lang="en-US" b="0" i="1">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m:t>
                      </m:r>
                      <m:d>
                        <m:dPr>
                          <m:begChr m:val="{"/>
                          <m:endChr m:val=""/>
                          <m:ctrlPr>
                            <a:rPr lang="en-US" b="0" i="1"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ctrlPr>
                        </m:dPr>
                        <m:e>
                          <m:eqArr>
                            <m:eqArrPr>
                              <m:ctrlPr>
                                <a:rPr lang="en-US" b="0" i="1"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ctrlPr>
                            </m:eqArrPr>
                            <m:e>
                              <m:r>
                                <a:rPr lang="en-US" b="0" i="1"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1 </m:t>
                              </m:r>
                              <m:r>
                                <m:rPr>
                                  <m:sty m:val="p"/>
                                </m:rPr>
                                <a:rPr lang="en-US" b="0" i="0"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if</m:t>
                              </m:r>
                              <m:r>
                                <a:rPr lang="en-US" b="0" i="1"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 </m:t>
                              </m:r>
                              <m:r>
                                <a:rPr lang="en-US" b="0" i="1"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𝑎</m:t>
                              </m:r>
                              <m:r>
                                <a:rPr lang="en-US" b="0" i="1"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m:t>
                              </m:r>
                              <m:func>
                                <m:funcPr>
                                  <m:ctrlPr>
                                    <a:rPr lang="en-US" b="0" i="1"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ctrlPr>
                                </m:funcPr>
                                <m:fName>
                                  <m:limLow>
                                    <m:limLowPr>
                                      <m:ctrlPr>
                                        <a:rPr lang="en-US" b="0" i="1"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ctrlPr>
                                    </m:limLowPr>
                                    <m:e>
                                      <m:r>
                                        <m:rPr>
                                          <m:sty m:val="p"/>
                                        </m:rPr>
                                        <a:rPr lang="en-US" b="0" i="0"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argmax</m:t>
                                      </m:r>
                                    </m:e>
                                    <m:lim>
                                      <m:r>
                                        <a:rPr lang="en-US" b="0" i="1"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𝑎</m:t>
                                      </m:r>
                                      <m:r>
                                        <a:rPr lang="en-US" b="0" i="1"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m:t>
                                      </m:r>
                                      <m:r>
                                        <a:rPr lang="en-US" b="0" i="1"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𝐴</m:t>
                                      </m:r>
                                    </m:lim>
                                  </m:limLow>
                                </m:fName>
                                <m:e>
                                  <m:sSub>
                                    <m:sSubPr>
                                      <m:ctrlPr>
                                        <a:rPr lang="en-US" b="0" i="1"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ctrlPr>
                                    </m:sSubPr>
                                    <m:e>
                                      <m:r>
                                        <a:rPr lang="en-US" b="0" i="1"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𝑞</m:t>
                                      </m:r>
                                    </m:e>
                                    <m:sub>
                                      <m:r>
                                        <a:rPr lang="en-US" b="0" i="1" smtClean="0">
                                          <a:latin typeface="Cambria Math" panose="02040503050406030204" pitchFamily="18" charset="0"/>
                                          <a:ea typeface="Cambria Math" panose="02040503050406030204" pitchFamily="18" charset="0"/>
                                          <a:cs typeface="Tahoma" panose="020B0604030504040204" pitchFamily="34" charset="0"/>
                                          <a:sym typeface="Wingdings 2" panose="05020102010507070707" pitchFamily="18" charset="2"/>
                                        </a:rPr>
                                        <m:t>⋆</m:t>
                                      </m:r>
                                    </m:sub>
                                  </m:sSub>
                                  <m:d>
                                    <m:dPr>
                                      <m:ctrlPr>
                                        <a:rPr lang="en-US" b="0" i="1"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ctrlPr>
                                    </m:dPr>
                                    <m:e>
                                      <m:r>
                                        <a:rPr lang="en-US" b="0" i="1"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𝑠</m:t>
                                      </m:r>
                                      <m:r>
                                        <a:rPr lang="en-US" b="0" i="1"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m:t>
                                      </m:r>
                                      <m:r>
                                        <a:rPr lang="en-US" b="0" i="1"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𝑎</m:t>
                                      </m:r>
                                    </m:e>
                                  </m:d>
                                </m:e>
                              </m:func>
                            </m:e>
                            <m:e>
                              <m:r>
                                <a:rPr lang="en-US" b="0" i="1"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0 </m:t>
                              </m:r>
                              <m:r>
                                <m:rPr>
                                  <m:sty m:val="p"/>
                                </m:rPr>
                                <a:rPr lang="en-US" b="0" i="0"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otherwise</m:t>
                              </m:r>
                              <m:r>
                                <a:rPr lang="en-US" b="0" i="0" smtClean="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                      </m:t>
                              </m:r>
                            </m:e>
                          </m:eqArr>
                        </m:e>
                      </m:d>
                    </m:oMath>
                  </m:oMathPara>
                </a14:m>
                <a:endParaRPr lang="en-US" b="0" dirty="0">
                  <a:latin typeface="Tahoma" panose="020B0604030504040204" pitchFamily="34" charset="0"/>
                  <a:ea typeface="Tahoma" panose="020B0604030504040204" pitchFamily="34" charset="0"/>
                  <a:cs typeface="Tahoma" panose="020B0604030504040204" pitchFamily="34" charset="0"/>
                </a:endParaRPr>
              </a:p>
              <a:p>
                <a:pPr marL="139065" indent="0" algn="ctr">
                  <a:spcAft>
                    <a:spcPts val="600"/>
                  </a:spcAft>
                  <a:buNone/>
                </a:pPr>
                <a:endParaRPr lang="en-US" b="0" dirty="0">
                  <a:latin typeface="Tahoma" panose="020B0604030504040204" pitchFamily="34" charset="0"/>
                  <a:ea typeface="Tahoma" panose="020B0604030504040204" pitchFamily="34" charset="0"/>
                  <a:cs typeface="Tahoma" panose="020B0604030504040204" pitchFamily="34" charset="0"/>
                </a:endParaRP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If we know </a:t>
                </a:r>
                <a14:m>
                  <m:oMath xmlns:m="http://schemas.openxmlformats.org/officeDocument/2006/math">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a:latin typeface="Cambria Math" panose="02040503050406030204" pitchFamily="18" charset="0"/>
                            <a:ea typeface="Tahoma" panose="020B0604030504040204" pitchFamily="34" charset="0"/>
                            <a:cs typeface="Tahoma" panose="020B0604030504040204" pitchFamily="34" charset="0"/>
                          </a:rPr>
                          <m:t>𝑞</m:t>
                        </m:r>
                      </m:e>
                      <m:sub>
                        <m:r>
                          <a:rPr lang="en-US" b="0">
                            <a:latin typeface="Cambria Math" panose="02040503050406030204" pitchFamily="18" charset="0"/>
                            <a:ea typeface="Tahoma" panose="020B0604030504040204" pitchFamily="34" charset="0"/>
                            <a:cs typeface="Tahoma" panose="020B0604030504040204" pitchFamily="34" charset="0"/>
                            <a:sym typeface="Wingdings 2" panose="05020102010507070707" pitchFamily="18" charset="2"/>
                          </a:rPr>
                          <m:t>⋆</m:t>
                        </m:r>
                      </m:sub>
                    </m:sSub>
                  </m:oMath>
                </a14:m>
                <a:r>
                  <a:rPr lang="en-US" b="0" dirty="0">
                    <a:latin typeface="Tahoma" panose="020B0604030504040204" pitchFamily="34" charset="0"/>
                    <a:ea typeface="Tahoma" panose="020B0604030504040204" pitchFamily="34" charset="0"/>
                    <a:cs typeface="Tahoma" panose="020B0604030504040204" pitchFamily="34" charset="0"/>
                  </a:rPr>
                  <a:t> we know the optimal policy directly</a:t>
                </a:r>
              </a:p>
              <a:p>
                <a:pPr>
                  <a:spcAft>
                    <a:spcPts val="600"/>
                  </a:spcAft>
                  <a:buClr>
                    <a:schemeClr val="tx1"/>
                  </a:buClr>
                </a:pPr>
                <a:r>
                  <a:rPr lang="en-US" b="0" dirty="0">
                    <a:solidFill>
                      <a:srgbClr val="FF0000"/>
                    </a:solidFill>
                    <a:latin typeface="Tahoma" panose="020B0604030504040204" pitchFamily="34" charset="0"/>
                    <a:ea typeface="Tahoma" panose="020B0604030504040204" pitchFamily="34" charset="0"/>
                    <a:cs typeface="Tahoma" panose="020B0604030504040204" pitchFamily="34" charset="0"/>
                  </a:rPr>
                  <a:t>There is always a deterministic optimal policy!</a:t>
                </a:r>
              </a:p>
            </p:txBody>
          </p:sp>
        </mc:Choice>
        <mc:Fallback xmlns="">
          <p:sp>
            <p:nvSpPr>
              <p:cNvPr id="12" name="Text Placeholder 11">
                <a:extLst>
                  <a:ext uri="{FF2B5EF4-FFF2-40B4-BE49-F238E27FC236}">
                    <a16:creationId xmlns:a16="http://schemas.microsoft.com/office/drawing/2014/main" id="{D9B4FA66-70DB-AA66-E0B4-617169B6E814}"/>
                  </a:ext>
                </a:extLst>
              </p:cNvPr>
              <p:cNvSpPr>
                <a:spLocks noGrp="1" noRot="1" noChangeAspect="1" noMove="1" noResize="1" noEditPoints="1" noAdjustHandles="1" noChangeArrowheads="1" noChangeShapeType="1" noTextEdit="1"/>
              </p:cNvSpPr>
              <p:nvPr>
                <p:ph type="body" idx="1"/>
              </p:nvPr>
            </p:nvSpPr>
            <p:spPr>
              <a:xfrm>
                <a:off x="455413" y="1312351"/>
                <a:ext cx="8429507" cy="5013325"/>
              </a:xfrm>
              <a:blipFill>
                <a:blip r:embed="rId3"/>
                <a:stretch>
                  <a:fillRect l="-289" t="-1094" r="-72"/>
                </a:stretch>
              </a:blipFill>
            </p:spPr>
            <p:txBody>
              <a:bodyPr/>
              <a:lstStyle/>
              <a:p>
                <a:r>
                  <a:rPr lang="en-US">
                    <a:noFill/>
                  </a:rPr>
                  <a:t> </a:t>
                </a:r>
              </a:p>
            </p:txBody>
          </p:sp>
        </mc:Fallback>
      </mc:AlternateContent>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Computing the </a:t>
            </a:r>
            <a:r>
              <a:rPr lang="en-US" sz="3200" b="1" dirty="0">
                <a:uFill>
                  <a:solidFill>
                    <a:srgbClr val="000000"/>
                  </a:solidFill>
                </a:uFill>
                <a:latin typeface="+mn-lt"/>
                <a:ea typeface="+mn-ea"/>
                <a:cs typeface="+mn-cs"/>
                <a:sym typeface="Arial"/>
              </a:rPr>
              <a:t>Optimal Policy</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sp>
        <p:nvSpPr>
          <p:cNvPr id="2" name="Slide Number Placeholder 1">
            <a:extLst>
              <a:ext uri="{FF2B5EF4-FFF2-40B4-BE49-F238E27FC236}">
                <a16:creationId xmlns:a16="http://schemas.microsoft.com/office/drawing/2014/main" id="{2ACB6E93-84E1-2DBE-ED96-51FBBF3217EF}"/>
              </a:ext>
            </a:extLst>
          </p:cNvPr>
          <p:cNvSpPr>
            <a:spLocks noGrp="1"/>
          </p:cNvSpPr>
          <p:nvPr>
            <p:ph type="sldNum" sz="quarter" idx="2"/>
          </p:nvPr>
        </p:nvSpPr>
        <p:spPr/>
        <p:txBody>
          <a:bodyPr/>
          <a:lstStyle/>
          <a:p>
            <a:fld id="{86CB4B4D-7CA3-9044-876B-883B54F8677D}" type="slidenum">
              <a:rPr lang="en-US" smtClean="0"/>
              <a:t>49</a:t>
            </a:fld>
            <a:endParaRPr lang="en-US"/>
          </a:p>
        </p:txBody>
      </p:sp>
      <p:sp>
        <p:nvSpPr>
          <p:cNvPr id="3" name="Date Placeholder 3">
            <a:extLst>
              <a:ext uri="{FF2B5EF4-FFF2-40B4-BE49-F238E27FC236}">
                <a16:creationId xmlns:a16="http://schemas.microsoft.com/office/drawing/2014/main" id="{784F9E88-A785-AF31-4AD1-209ECAA780BF}"/>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99E8F28B-CE49-85A0-AF61-9498B83F8A00}"/>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98C8E387-5E73-F923-F927-0D0FF84B16DD}"/>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49</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2019986286"/>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Optimal Policy for Cats</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pic>
        <p:nvPicPr>
          <p:cNvPr id="3" name="Picture 2">
            <a:extLst>
              <a:ext uri="{FF2B5EF4-FFF2-40B4-BE49-F238E27FC236}">
                <a16:creationId xmlns:a16="http://schemas.microsoft.com/office/drawing/2014/main" id="{98385C3F-48D8-591A-F338-547C10121DA8}"/>
              </a:ext>
            </a:extLst>
          </p:cNvPr>
          <p:cNvPicPr>
            <a:picLocks noChangeAspect="1"/>
          </p:cNvPicPr>
          <p:nvPr/>
        </p:nvPicPr>
        <p:blipFill rotWithShape="1">
          <a:blip r:embed="rId2"/>
          <a:srcRect t="21" b="5137"/>
          <a:stretch/>
        </p:blipFill>
        <p:spPr>
          <a:xfrm>
            <a:off x="1316657" y="1197809"/>
            <a:ext cx="6540612" cy="5394030"/>
          </a:xfrm>
          <a:prstGeom prst="rect">
            <a:avLst/>
          </a:prstGeom>
        </p:spPr>
      </p:pic>
      <p:grpSp>
        <p:nvGrpSpPr>
          <p:cNvPr id="22" name="Group 21">
            <a:extLst>
              <a:ext uri="{FF2B5EF4-FFF2-40B4-BE49-F238E27FC236}">
                <a16:creationId xmlns:a16="http://schemas.microsoft.com/office/drawing/2014/main" id="{C43417E8-9C95-97D2-D52D-54FAE415C9EE}"/>
              </a:ext>
            </a:extLst>
          </p:cNvPr>
          <p:cNvGrpSpPr/>
          <p:nvPr/>
        </p:nvGrpSpPr>
        <p:grpSpPr>
          <a:xfrm>
            <a:off x="4522775" y="2570480"/>
            <a:ext cx="899543" cy="646771"/>
            <a:chOff x="4522775" y="2570480"/>
            <a:chExt cx="899543" cy="646771"/>
          </a:xfrm>
        </p:grpSpPr>
        <p:sp>
          <p:nvSpPr>
            <p:cNvPr id="18" name="Rectangle 17">
              <a:extLst>
                <a:ext uri="{FF2B5EF4-FFF2-40B4-BE49-F238E27FC236}">
                  <a16:creationId xmlns:a16="http://schemas.microsoft.com/office/drawing/2014/main" id="{70145E0D-926A-9365-2D83-324D11A4B786}"/>
                </a:ext>
              </a:extLst>
            </p:cNvPr>
            <p:cNvSpPr/>
            <p:nvPr/>
          </p:nvSpPr>
          <p:spPr>
            <a:xfrm rot="2642144">
              <a:off x="4522775" y="2814510"/>
              <a:ext cx="899543" cy="16641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cxnSp>
          <p:nvCxnSpPr>
            <p:cNvPr id="15" name="Straight Arrow Connector 14">
              <a:extLst>
                <a:ext uri="{FF2B5EF4-FFF2-40B4-BE49-F238E27FC236}">
                  <a16:creationId xmlns:a16="http://schemas.microsoft.com/office/drawing/2014/main" id="{ADA1177B-A1F2-5AC5-6D2E-EFF0963651E1}"/>
                </a:ext>
              </a:extLst>
            </p:cNvPr>
            <p:cNvCxnSpPr>
              <a:cxnSpLocks/>
            </p:cNvCxnSpPr>
            <p:nvPr/>
          </p:nvCxnSpPr>
          <p:spPr>
            <a:xfrm>
              <a:off x="4613100" y="2570480"/>
              <a:ext cx="695500" cy="646771"/>
            </a:xfrm>
            <a:prstGeom prst="straightConnector1">
              <a:avLst/>
            </a:prstGeom>
            <a:noFill/>
            <a:ln w="38100" cap="flat">
              <a:solidFill>
                <a:srgbClr val="B34836"/>
              </a:solidFill>
              <a:prstDash val="solid"/>
              <a:miter lim="400000"/>
              <a:tailEnd type="stealth"/>
            </a:ln>
            <a:effectLst/>
            <a:sp3d/>
          </p:spPr>
          <p:style>
            <a:lnRef idx="0">
              <a:scrgbClr r="0" g="0" b="0"/>
            </a:lnRef>
            <a:fillRef idx="0">
              <a:scrgbClr r="0" g="0" b="0"/>
            </a:fillRef>
            <a:effectRef idx="0">
              <a:scrgbClr r="0" g="0" b="0"/>
            </a:effectRef>
            <a:fontRef idx="none"/>
          </p:style>
        </p:cxnSp>
      </p:grpSp>
      <p:cxnSp>
        <p:nvCxnSpPr>
          <p:cNvPr id="23" name="Straight Arrow Connector 22">
            <a:extLst>
              <a:ext uri="{FF2B5EF4-FFF2-40B4-BE49-F238E27FC236}">
                <a16:creationId xmlns:a16="http://schemas.microsoft.com/office/drawing/2014/main" id="{6D6411BE-1086-43F5-03A7-7CEE0CF7BC99}"/>
              </a:ext>
            </a:extLst>
          </p:cNvPr>
          <p:cNvCxnSpPr>
            <a:cxnSpLocks/>
          </p:cNvCxnSpPr>
          <p:nvPr/>
        </p:nvCxnSpPr>
        <p:spPr>
          <a:xfrm flipH="1">
            <a:off x="5624456" y="2387280"/>
            <a:ext cx="732575" cy="799171"/>
          </a:xfrm>
          <a:prstGeom prst="straightConnector1">
            <a:avLst/>
          </a:prstGeom>
          <a:noFill/>
          <a:ln w="38100" cap="flat">
            <a:solidFill>
              <a:srgbClr val="B34836"/>
            </a:solidFill>
            <a:prstDash val="solid"/>
            <a:miter lim="400000"/>
            <a:tailEnd type="stealth"/>
          </a:ln>
          <a:effectLst/>
          <a:sp3d/>
        </p:spPr>
        <p:style>
          <a:lnRef idx="0">
            <a:scrgbClr r="0" g="0" b="0"/>
          </a:lnRef>
          <a:fillRef idx="0">
            <a:scrgbClr r="0" g="0" b="0"/>
          </a:fillRef>
          <a:effectRef idx="0">
            <a:scrgbClr r="0" g="0" b="0"/>
          </a:effectRef>
          <a:fontRef idx="none"/>
        </p:style>
      </p:cxnSp>
      <p:grpSp>
        <p:nvGrpSpPr>
          <p:cNvPr id="28" name="Group 27">
            <a:extLst>
              <a:ext uri="{FF2B5EF4-FFF2-40B4-BE49-F238E27FC236}">
                <a16:creationId xmlns:a16="http://schemas.microsoft.com/office/drawing/2014/main" id="{B6FBB8EB-1C39-3E74-17BF-90A83C2633FF}"/>
              </a:ext>
            </a:extLst>
          </p:cNvPr>
          <p:cNvGrpSpPr/>
          <p:nvPr/>
        </p:nvGrpSpPr>
        <p:grpSpPr>
          <a:xfrm>
            <a:off x="6365240" y="4262120"/>
            <a:ext cx="406400" cy="543560"/>
            <a:chOff x="6365240" y="4262120"/>
            <a:chExt cx="406400" cy="543560"/>
          </a:xfrm>
        </p:grpSpPr>
        <p:sp>
          <p:nvSpPr>
            <p:cNvPr id="27" name="Freeform: Shape 26">
              <a:extLst>
                <a:ext uri="{FF2B5EF4-FFF2-40B4-BE49-F238E27FC236}">
                  <a16:creationId xmlns:a16="http://schemas.microsoft.com/office/drawing/2014/main" id="{F5B68A48-06ED-3C57-867B-04E91F86F18B}"/>
                </a:ext>
              </a:extLst>
            </p:cNvPr>
            <p:cNvSpPr/>
            <p:nvPr/>
          </p:nvSpPr>
          <p:spPr>
            <a:xfrm>
              <a:off x="6365240" y="4262120"/>
              <a:ext cx="406400" cy="543560"/>
            </a:xfrm>
            <a:custGeom>
              <a:avLst/>
              <a:gdLst>
                <a:gd name="connsiteX0" fmla="*/ 86360 w 406400"/>
                <a:gd name="connsiteY0" fmla="*/ 0 h 543560"/>
                <a:gd name="connsiteX1" fmla="*/ 71120 w 406400"/>
                <a:gd name="connsiteY1" fmla="*/ 76200 h 543560"/>
                <a:gd name="connsiteX2" fmla="*/ 177800 w 406400"/>
                <a:gd name="connsiteY2" fmla="*/ 127000 h 543560"/>
                <a:gd name="connsiteX3" fmla="*/ 304800 w 406400"/>
                <a:gd name="connsiteY3" fmla="*/ 213360 h 543560"/>
                <a:gd name="connsiteX4" fmla="*/ 269240 w 406400"/>
                <a:gd name="connsiteY4" fmla="*/ 350520 h 543560"/>
                <a:gd name="connsiteX5" fmla="*/ 167640 w 406400"/>
                <a:gd name="connsiteY5" fmla="*/ 386080 h 543560"/>
                <a:gd name="connsiteX6" fmla="*/ 40640 w 406400"/>
                <a:gd name="connsiteY6" fmla="*/ 396240 h 543560"/>
                <a:gd name="connsiteX7" fmla="*/ 0 w 406400"/>
                <a:gd name="connsiteY7" fmla="*/ 462280 h 543560"/>
                <a:gd name="connsiteX8" fmla="*/ 208280 w 406400"/>
                <a:gd name="connsiteY8" fmla="*/ 543560 h 543560"/>
                <a:gd name="connsiteX9" fmla="*/ 396240 w 406400"/>
                <a:gd name="connsiteY9" fmla="*/ 391160 h 543560"/>
                <a:gd name="connsiteX10" fmla="*/ 406400 w 406400"/>
                <a:gd name="connsiteY10" fmla="*/ 132080 h 543560"/>
                <a:gd name="connsiteX11" fmla="*/ 299720 w 406400"/>
                <a:gd name="connsiteY11" fmla="*/ 20320 h 543560"/>
                <a:gd name="connsiteX12" fmla="*/ 86360 w 406400"/>
                <a:gd name="connsiteY12" fmla="*/ 0 h 54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6400" h="543560">
                  <a:moveTo>
                    <a:pt x="86360" y="0"/>
                  </a:moveTo>
                  <a:lnTo>
                    <a:pt x="71120" y="76200"/>
                  </a:lnTo>
                  <a:lnTo>
                    <a:pt x="177800" y="127000"/>
                  </a:lnTo>
                  <a:lnTo>
                    <a:pt x="304800" y="213360"/>
                  </a:lnTo>
                  <a:lnTo>
                    <a:pt x="269240" y="350520"/>
                  </a:lnTo>
                  <a:lnTo>
                    <a:pt x="167640" y="386080"/>
                  </a:lnTo>
                  <a:lnTo>
                    <a:pt x="40640" y="396240"/>
                  </a:lnTo>
                  <a:lnTo>
                    <a:pt x="0" y="462280"/>
                  </a:lnTo>
                  <a:lnTo>
                    <a:pt x="208280" y="543560"/>
                  </a:lnTo>
                  <a:lnTo>
                    <a:pt x="396240" y="391160"/>
                  </a:lnTo>
                  <a:lnTo>
                    <a:pt x="406400" y="132080"/>
                  </a:lnTo>
                  <a:lnTo>
                    <a:pt x="299720" y="20320"/>
                  </a:lnTo>
                  <a:lnTo>
                    <a:pt x="86360" y="0"/>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26" name="Freeform: Shape 25">
              <a:extLst>
                <a:ext uri="{FF2B5EF4-FFF2-40B4-BE49-F238E27FC236}">
                  <a16:creationId xmlns:a16="http://schemas.microsoft.com/office/drawing/2014/main" id="{E65F5B1D-5579-2322-2F7A-AE6A23226F71}"/>
                </a:ext>
              </a:extLst>
            </p:cNvPr>
            <p:cNvSpPr/>
            <p:nvPr/>
          </p:nvSpPr>
          <p:spPr>
            <a:xfrm rot="488988">
              <a:off x="6412532" y="4322817"/>
              <a:ext cx="291494" cy="379974"/>
            </a:xfrm>
            <a:custGeom>
              <a:avLst/>
              <a:gdLst>
                <a:gd name="connsiteX0" fmla="*/ 0 w 249584"/>
                <a:gd name="connsiteY0" fmla="*/ 9539 h 403896"/>
                <a:gd name="connsiteX1" fmla="*/ 68580 w 249584"/>
                <a:gd name="connsiteY1" fmla="*/ 14 h 403896"/>
                <a:gd name="connsiteX2" fmla="*/ 142875 w 249584"/>
                <a:gd name="connsiteY2" fmla="*/ 11444 h 403896"/>
                <a:gd name="connsiteX3" fmla="*/ 203835 w 249584"/>
                <a:gd name="connsiteY3" fmla="*/ 55259 h 403896"/>
                <a:gd name="connsiteX4" fmla="*/ 240030 w 249584"/>
                <a:gd name="connsiteY4" fmla="*/ 118124 h 403896"/>
                <a:gd name="connsiteX5" fmla="*/ 249555 w 249584"/>
                <a:gd name="connsiteY5" fmla="*/ 192419 h 403896"/>
                <a:gd name="connsiteX6" fmla="*/ 238125 w 249584"/>
                <a:gd name="connsiteY6" fmla="*/ 264809 h 403896"/>
                <a:gd name="connsiteX7" fmla="*/ 207645 w 249584"/>
                <a:gd name="connsiteY7" fmla="*/ 327674 h 403896"/>
                <a:gd name="connsiteX8" fmla="*/ 144780 w 249584"/>
                <a:gd name="connsiteY8" fmla="*/ 388634 h 403896"/>
                <a:gd name="connsiteX9" fmla="*/ 74295 w 249584"/>
                <a:gd name="connsiteY9" fmla="*/ 403874 h 403896"/>
                <a:gd name="connsiteX10" fmla="*/ 9525 w 249584"/>
                <a:gd name="connsiteY10" fmla="*/ 386729 h 403896"/>
                <a:gd name="connsiteX11" fmla="*/ 9525 w 249584"/>
                <a:gd name="connsiteY11" fmla="*/ 386729 h 403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9584" h="403896">
                  <a:moveTo>
                    <a:pt x="0" y="9539"/>
                  </a:moveTo>
                  <a:cubicBezTo>
                    <a:pt x="22384" y="4618"/>
                    <a:pt x="44768" y="-303"/>
                    <a:pt x="68580" y="14"/>
                  </a:cubicBezTo>
                  <a:cubicBezTo>
                    <a:pt x="92392" y="331"/>
                    <a:pt x="120332" y="2236"/>
                    <a:pt x="142875" y="11444"/>
                  </a:cubicBezTo>
                  <a:cubicBezTo>
                    <a:pt x="165418" y="20652"/>
                    <a:pt x="187642" y="37479"/>
                    <a:pt x="203835" y="55259"/>
                  </a:cubicBezTo>
                  <a:cubicBezTo>
                    <a:pt x="220028" y="73039"/>
                    <a:pt x="232410" y="95264"/>
                    <a:pt x="240030" y="118124"/>
                  </a:cubicBezTo>
                  <a:cubicBezTo>
                    <a:pt x="247650" y="140984"/>
                    <a:pt x="249872" y="167972"/>
                    <a:pt x="249555" y="192419"/>
                  </a:cubicBezTo>
                  <a:cubicBezTo>
                    <a:pt x="249238" y="216866"/>
                    <a:pt x="245110" y="242267"/>
                    <a:pt x="238125" y="264809"/>
                  </a:cubicBezTo>
                  <a:cubicBezTo>
                    <a:pt x="231140" y="287351"/>
                    <a:pt x="223203" y="307037"/>
                    <a:pt x="207645" y="327674"/>
                  </a:cubicBezTo>
                  <a:cubicBezTo>
                    <a:pt x="192088" y="348312"/>
                    <a:pt x="167005" y="375934"/>
                    <a:pt x="144780" y="388634"/>
                  </a:cubicBezTo>
                  <a:cubicBezTo>
                    <a:pt x="122555" y="401334"/>
                    <a:pt x="96837" y="404191"/>
                    <a:pt x="74295" y="403874"/>
                  </a:cubicBezTo>
                  <a:cubicBezTo>
                    <a:pt x="51753" y="403557"/>
                    <a:pt x="9525" y="386729"/>
                    <a:pt x="9525" y="386729"/>
                  </a:cubicBezTo>
                  <a:lnTo>
                    <a:pt x="9525" y="386729"/>
                  </a:lnTo>
                </a:path>
              </a:pathLst>
            </a:custGeom>
            <a:noFill/>
            <a:ln w="19050" cap="flat">
              <a:solidFill>
                <a:srgbClr val="B34836"/>
              </a:solidFill>
              <a:miter lim="400000"/>
              <a:headEnd w="lg" len="lg"/>
              <a:tailEnd type="stealth" w="lg" len="lg"/>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grpSp>
      <p:grpSp>
        <p:nvGrpSpPr>
          <p:cNvPr id="29" name="Group 28">
            <a:extLst>
              <a:ext uri="{FF2B5EF4-FFF2-40B4-BE49-F238E27FC236}">
                <a16:creationId xmlns:a16="http://schemas.microsoft.com/office/drawing/2014/main" id="{7CB4FAE6-5AAE-BFAE-4D1E-26D9C3D3B6B5}"/>
              </a:ext>
            </a:extLst>
          </p:cNvPr>
          <p:cNvGrpSpPr/>
          <p:nvPr/>
        </p:nvGrpSpPr>
        <p:grpSpPr>
          <a:xfrm rot="9503426">
            <a:off x="2151015" y="4262120"/>
            <a:ext cx="406400" cy="543560"/>
            <a:chOff x="6365240" y="4262120"/>
            <a:chExt cx="406400" cy="543560"/>
          </a:xfrm>
        </p:grpSpPr>
        <p:sp>
          <p:nvSpPr>
            <p:cNvPr id="30" name="Freeform: Shape 29">
              <a:extLst>
                <a:ext uri="{FF2B5EF4-FFF2-40B4-BE49-F238E27FC236}">
                  <a16:creationId xmlns:a16="http://schemas.microsoft.com/office/drawing/2014/main" id="{C5B071DA-8E19-13DD-F5F5-5C9ED6EDAA69}"/>
                </a:ext>
              </a:extLst>
            </p:cNvPr>
            <p:cNvSpPr/>
            <p:nvPr/>
          </p:nvSpPr>
          <p:spPr>
            <a:xfrm>
              <a:off x="6365240" y="4262120"/>
              <a:ext cx="406400" cy="543560"/>
            </a:xfrm>
            <a:custGeom>
              <a:avLst/>
              <a:gdLst>
                <a:gd name="connsiteX0" fmla="*/ 86360 w 406400"/>
                <a:gd name="connsiteY0" fmla="*/ 0 h 543560"/>
                <a:gd name="connsiteX1" fmla="*/ 71120 w 406400"/>
                <a:gd name="connsiteY1" fmla="*/ 76200 h 543560"/>
                <a:gd name="connsiteX2" fmla="*/ 177800 w 406400"/>
                <a:gd name="connsiteY2" fmla="*/ 127000 h 543560"/>
                <a:gd name="connsiteX3" fmla="*/ 304800 w 406400"/>
                <a:gd name="connsiteY3" fmla="*/ 213360 h 543560"/>
                <a:gd name="connsiteX4" fmla="*/ 269240 w 406400"/>
                <a:gd name="connsiteY4" fmla="*/ 350520 h 543560"/>
                <a:gd name="connsiteX5" fmla="*/ 167640 w 406400"/>
                <a:gd name="connsiteY5" fmla="*/ 386080 h 543560"/>
                <a:gd name="connsiteX6" fmla="*/ 40640 w 406400"/>
                <a:gd name="connsiteY6" fmla="*/ 396240 h 543560"/>
                <a:gd name="connsiteX7" fmla="*/ 0 w 406400"/>
                <a:gd name="connsiteY7" fmla="*/ 462280 h 543560"/>
                <a:gd name="connsiteX8" fmla="*/ 208280 w 406400"/>
                <a:gd name="connsiteY8" fmla="*/ 543560 h 543560"/>
                <a:gd name="connsiteX9" fmla="*/ 396240 w 406400"/>
                <a:gd name="connsiteY9" fmla="*/ 391160 h 543560"/>
                <a:gd name="connsiteX10" fmla="*/ 406400 w 406400"/>
                <a:gd name="connsiteY10" fmla="*/ 132080 h 543560"/>
                <a:gd name="connsiteX11" fmla="*/ 299720 w 406400"/>
                <a:gd name="connsiteY11" fmla="*/ 20320 h 543560"/>
                <a:gd name="connsiteX12" fmla="*/ 86360 w 406400"/>
                <a:gd name="connsiteY12" fmla="*/ 0 h 54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6400" h="543560">
                  <a:moveTo>
                    <a:pt x="86360" y="0"/>
                  </a:moveTo>
                  <a:lnTo>
                    <a:pt x="71120" y="76200"/>
                  </a:lnTo>
                  <a:lnTo>
                    <a:pt x="177800" y="127000"/>
                  </a:lnTo>
                  <a:lnTo>
                    <a:pt x="304800" y="213360"/>
                  </a:lnTo>
                  <a:lnTo>
                    <a:pt x="269240" y="350520"/>
                  </a:lnTo>
                  <a:lnTo>
                    <a:pt x="167640" y="386080"/>
                  </a:lnTo>
                  <a:lnTo>
                    <a:pt x="40640" y="396240"/>
                  </a:lnTo>
                  <a:lnTo>
                    <a:pt x="0" y="462280"/>
                  </a:lnTo>
                  <a:lnTo>
                    <a:pt x="208280" y="543560"/>
                  </a:lnTo>
                  <a:lnTo>
                    <a:pt x="396240" y="391160"/>
                  </a:lnTo>
                  <a:lnTo>
                    <a:pt x="406400" y="132080"/>
                  </a:lnTo>
                  <a:lnTo>
                    <a:pt x="299720" y="20320"/>
                  </a:lnTo>
                  <a:lnTo>
                    <a:pt x="86360" y="0"/>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31" name="Freeform: Shape 30">
              <a:extLst>
                <a:ext uri="{FF2B5EF4-FFF2-40B4-BE49-F238E27FC236}">
                  <a16:creationId xmlns:a16="http://schemas.microsoft.com/office/drawing/2014/main" id="{89FC0246-3776-2DAC-93C1-46368E3FD18C}"/>
                </a:ext>
              </a:extLst>
            </p:cNvPr>
            <p:cNvSpPr/>
            <p:nvPr/>
          </p:nvSpPr>
          <p:spPr>
            <a:xfrm rot="488988">
              <a:off x="6412532" y="4322817"/>
              <a:ext cx="291494" cy="379974"/>
            </a:xfrm>
            <a:custGeom>
              <a:avLst/>
              <a:gdLst>
                <a:gd name="connsiteX0" fmla="*/ 0 w 249584"/>
                <a:gd name="connsiteY0" fmla="*/ 9539 h 403896"/>
                <a:gd name="connsiteX1" fmla="*/ 68580 w 249584"/>
                <a:gd name="connsiteY1" fmla="*/ 14 h 403896"/>
                <a:gd name="connsiteX2" fmla="*/ 142875 w 249584"/>
                <a:gd name="connsiteY2" fmla="*/ 11444 h 403896"/>
                <a:gd name="connsiteX3" fmla="*/ 203835 w 249584"/>
                <a:gd name="connsiteY3" fmla="*/ 55259 h 403896"/>
                <a:gd name="connsiteX4" fmla="*/ 240030 w 249584"/>
                <a:gd name="connsiteY4" fmla="*/ 118124 h 403896"/>
                <a:gd name="connsiteX5" fmla="*/ 249555 w 249584"/>
                <a:gd name="connsiteY5" fmla="*/ 192419 h 403896"/>
                <a:gd name="connsiteX6" fmla="*/ 238125 w 249584"/>
                <a:gd name="connsiteY6" fmla="*/ 264809 h 403896"/>
                <a:gd name="connsiteX7" fmla="*/ 207645 w 249584"/>
                <a:gd name="connsiteY7" fmla="*/ 327674 h 403896"/>
                <a:gd name="connsiteX8" fmla="*/ 144780 w 249584"/>
                <a:gd name="connsiteY8" fmla="*/ 388634 h 403896"/>
                <a:gd name="connsiteX9" fmla="*/ 74295 w 249584"/>
                <a:gd name="connsiteY9" fmla="*/ 403874 h 403896"/>
                <a:gd name="connsiteX10" fmla="*/ 9525 w 249584"/>
                <a:gd name="connsiteY10" fmla="*/ 386729 h 403896"/>
                <a:gd name="connsiteX11" fmla="*/ 9525 w 249584"/>
                <a:gd name="connsiteY11" fmla="*/ 386729 h 403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9584" h="403896">
                  <a:moveTo>
                    <a:pt x="0" y="9539"/>
                  </a:moveTo>
                  <a:cubicBezTo>
                    <a:pt x="22384" y="4618"/>
                    <a:pt x="44768" y="-303"/>
                    <a:pt x="68580" y="14"/>
                  </a:cubicBezTo>
                  <a:cubicBezTo>
                    <a:pt x="92392" y="331"/>
                    <a:pt x="120332" y="2236"/>
                    <a:pt x="142875" y="11444"/>
                  </a:cubicBezTo>
                  <a:cubicBezTo>
                    <a:pt x="165418" y="20652"/>
                    <a:pt x="187642" y="37479"/>
                    <a:pt x="203835" y="55259"/>
                  </a:cubicBezTo>
                  <a:cubicBezTo>
                    <a:pt x="220028" y="73039"/>
                    <a:pt x="232410" y="95264"/>
                    <a:pt x="240030" y="118124"/>
                  </a:cubicBezTo>
                  <a:cubicBezTo>
                    <a:pt x="247650" y="140984"/>
                    <a:pt x="249872" y="167972"/>
                    <a:pt x="249555" y="192419"/>
                  </a:cubicBezTo>
                  <a:cubicBezTo>
                    <a:pt x="249238" y="216866"/>
                    <a:pt x="245110" y="242267"/>
                    <a:pt x="238125" y="264809"/>
                  </a:cubicBezTo>
                  <a:cubicBezTo>
                    <a:pt x="231140" y="287351"/>
                    <a:pt x="223203" y="307037"/>
                    <a:pt x="207645" y="327674"/>
                  </a:cubicBezTo>
                  <a:cubicBezTo>
                    <a:pt x="192088" y="348312"/>
                    <a:pt x="167005" y="375934"/>
                    <a:pt x="144780" y="388634"/>
                  </a:cubicBezTo>
                  <a:cubicBezTo>
                    <a:pt x="122555" y="401334"/>
                    <a:pt x="96837" y="404191"/>
                    <a:pt x="74295" y="403874"/>
                  </a:cubicBezTo>
                  <a:cubicBezTo>
                    <a:pt x="51753" y="403557"/>
                    <a:pt x="9525" y="386729"/>
                    <a:pt x="9525" y="386729"/>
                  </a:cubicBezTo>
                  <a:lnTo>
                    <a:pt x="9525" y="386729"/>
                  </a:lnTo>
                </a:path>
              </a:pathLst>
            </a:custGeom>
            <a:noFill/>
            <a:ln w="19050" cap="flat">
              <a:solidFill>
                <a:srgbClr val="B34836"/>
              </a:solidFill>
              <a:miter lim="400000"/>
              <a:headEnd w="lg" len="lg"/>
              <a:tailEnd type="stealth" w="lg" len="lg"/>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gr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DB8E68D-A705-8AFE-28A4-F29C0AF1A608}"/>
                  </a:ext>
                </a:extLst>
              </p:cNvPr>
              <p:cNvSpPr txBox="1"/>
              <p:nvPr/>
            </p:nvSpPr>
            <p:spPr>
              <a:xfrm>
                <a:off x="1411008" y="4274157"/>
                <a:ext cx="933525"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Tx/>
                    <a:latin typeface="+mj-lt"/>
                    <a:ea typeface="+mj-ea"/>
                    <a:cs typeface="+mj-cs"/>
                    <a:sym typeface="Gill Sans"/>
                  </a:rPr>
                  <a:t>“stay low”</a:t>
                </a:r>
              </a:p>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ctrlPr>
                        </m:sSubPr>
                        <m:e>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𝑞</m:t>
                          </m:r>
                        </m:e>
                        <m: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Cambria Math" panose="02040503050406030204" pitchFamily="18" charset="0"/>
                              <a:sym typeface="Gill Sans"/>
                            </a:rPr>
                            <m:t>⋆</m:t>
                          </m:r>
                        </m:sub>
                      </m:s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m:t>
                      </m:r>
                      <m:r>
                        <a:rPr kumimoji="0" lang="en-US" sz="1400" b="1"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t>𝟕</m:t>
                      </m:r>
                      <m:r>
                        <a:rPr kumimoji="0" lang="en-US" sz="1400" b="1"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t>.</m:t>
                      </m:r>
                      <m:r>
                        <a:rPr kumimoji="0" lang="en-US" sz="1400" b="1"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t>𝟗𝟗</m:t>
                      </m:r>
                    </m:oMath>
                  </m:oMathPara>
                </a14:m>
                <a:endParaRPr kumimoji="0" lang="en-US" sz="1400" b="1" i="0" u="none" strike="noStrike" cap="none" spc="0" normalizeH="0" baseline="0" dirty="0">
                  <a:ln>
                    <a:noFill/>
                  </a:ln>
                  <a:solidFill>
                    <a:srgbClr val="000000"/>
                  </a:solidFill>
                  <a:effectLst/>
                  <a:uFillTx/>
                  <a:ea typeface="+mj-ea"/>
                  <a:cs typeface="+mj-cs"/>
                  <a:sym typeface="Gill Sans"/>
                </a:endParaRPr>
              </a:p>
            </p:txBody>
          </p:sp>
        </mc:Choice>
        <mc:Fallback xmlns="">
          <p:sp>
            <p:nvSpPr>
              <p:cNvPr id="32" name="TextBox 31">
                <a:extLst>
                  <a:ext uri="{FF2B5EF4-FFF2-40B4-BE49-F238E27FC236}">
                    <a16:creationId xmlns:a16="http://schemas.microsoft.com/office/drawing/2014/main" id="{6DB8E68D-A705-8AFE-28A4-F29C0AF1A608}"/>
                  </a:ext>
                </a:extLst>
              </p:cNvPr>
              <p:cNvSpPr txBox="1">
                <a:spLocks noRot="1" noChangeAspect="1" noMove="1" noResize="1" noEditPoints="1" noAdjustHandles="1" noChangeArrowheads="1" noChangeShapeType="1" noTextEdit="1"/>
              </p:cNvSpPr>
              <p:nvPr/>
            </p:nvSpPr>
            <p:spPr>
              <a:xfrm>
                <a:off x="1411008" y="4274157"/>
                <a:ext cx="933525" cy="533479"/>
              </a:xfrm>
              <a:prstGeom prst="rect">
                <a:avLst/>
              </a:prstGeom>
              <a:blipFill>
                <a:blip r:embed="rId3"/>
                <a:stretch>
                  <a:fillRect l="-3247"/>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C30E526-E490-E32D-C3EA-BBA12EE2EEDB}"/>
                  </a:ext>
                </a:extLst>
              </p:cNvPr>
              <p:cNvSpPr txBox="1"/>
              <p:nvPr/>
            </p:nvSpPr>
            <p:spPr>
              <a:xfrm>
                <a:off x="2203456" y="3600391"/>
                <a:ext cx="879536"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Tx/>
                    <a:latin typeface="+mj-lt"/>
                    <a:ea typeface="+mj-ea"/>
                    <a:cs typeface="+mj-cs"/>
                    <a:sym typeface="Gill Sans"/>
                  </a:rPr>
                  <a:t>“run”</a:t>
                </a:r>
              </a:p>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ctrlPr>
                        </m:sSubPr>
                        <m:e>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𝑞</m:t>
                          </m:r>
                        </m:e>
                        <m: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Cambria Math" panose="02040503050406030204" pitchFamily="18" charset="0"/>
                              <a:sym typeface="Gill Sans"/>
                            </a:rPr>
                            <m:t>⋆</m:t>
                          </m:r>
                        </m:sub>
                      </m:s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=6.06</m:t>
                      </m:r>
                    </m:oMath>
                  </m:oMathPara>
                </a14:m>
                <a:endParaRPr kumimoji="0" lang="en-US" sz="1400" b="0" i="0" u="none" strike="noStrike" cap="none" spc="0" normalizeH="0" baseline="0" dirty="0">
                  <a:ln>
                    <a:noFill/>
                  </a:ln>
                  <a:solidFill>
                    <a:srgbClr val="000000"/>
                  </a:solidFill>
                  <a:effectLst/>
                  <a:uFillTx/>
                  <a:latin typeface="+mj-lt"/>
                  <a:ea typeface="+mj-ea"/>
                  <a:cs typeface="+mj-cs"/>
                  <a:sym typeface="Gill Sans"/>
                </a:endParaRPr>
              </a:p>
            </p:txBody>
          </p:sp>
        </mc:Choice>
        <mc:Fallback xmlns="">
          <p:sp>
            <p:nvSpPr>
              <p:cNvPr id="33" name="TextBox 32">
                <a:extLst>
                  <a:ext uri="{FF2B5EF4-FFF2-40B4-BE49-F238E27FC236}">
                    <a16:creationId xmlns:a16="http://schemas.microsoft.com/office/drawing/2014/main" id="{3C30E526-E490-E32D-C3EA-BBA12EE2EEDB}"/>
                  </a:ext>
                </a:extLst>
              </p:cNvPr>
              <p:cNvSpPr txBox="1">
                <a:spLocks noRot="1" noChangeAspect="1" noMove="1" noResize="1" noEditPoints="1" noAdjustHandles="1" noChangeArrowheads="1" noChangeShapeType="1" noTextEdit="1"/>
              </p:cNvSpPr>
              <p:nvPr/>
            </p:nvSpPr>
            <p:spPr>
              <a:xfrm>
                <a:off x="2203456" y="3600391"/>
                <a:ext cx="879536" cy="533479"/>
              </a:xfrm>
              <a:prstGeom prst="rect">
                <a:avLst/>
              </a:prstGeom>
              <a:blipFill>
                <a:blip r:embed="rId4"/>
                <a:stretch>
                  <a:fillRect l="-690" t="-1149"/>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E34F3EC-66F0-E9FA-28C6-FD60BB4FF4E3}"/>
                  </a:ext>
                </a:extLst>
              </p:cNvPr>
              <p:cNvSpPr txBox="1"/>
              <p:nvPr/>
            </p:nvSpPr>
            <p:spPr>
              <a:xfrm>
                <a:off x="4046978" y="1512095"/>
                <a:ext cx="933525"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Tx/>
                    <a:latin typeface="+mj-lt"/>
                    <a:ea typeface="+mj-ea"/>
                    <a:cs typeface="+mj-cs"/>
                    <a:sym typeface="Gill Sans"/>
                  </a:rPr>
                  <a:t>“stay low”</a:t>
                </a:r>
              </a:p>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ctrlPr>
                        </m:sSubPr>
                        <m:e>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𝑞</m:t>
                          </m:r>
                        </m:e>
                        <m: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Cambria Math" panose="02040503050406030204" pitchFamily="18" charset="0"/>
                              <a:sym typeface="Gill Sans"/>
                            </a:rPr>
                            <m:t>⋆</m:t>
                          </m:r>
                        </m:sub>
                      </m:s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m:t>
                      </m:r>
                      <m:r>
                        <a:rPr kumimoji="0" lang="en-US" sz="1400" b="1"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t>𝟕</m:t>
                      </m:r>
                      <m:r>
                        <a:rPr kumimoji="0" lang="en-US" sz="1400" b="1"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t>.</m:t>
                      </m:r>
                      <m:r>
                        <a:rPr kumimoji="0" lang="en-US" sz="1400" b="1"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t>𝟗𝟕</m:t>
                      </m:r>
                    </m:oMath>
                  </m:oMathPara>
                </a14:m>
                <a:endParaRPr kumimoji="0" lang="en-US" sz="1400" b="1" i="0" u="none" strike="noStrike" cap="none" spc="0" normalizeH="0" baseline="0" dirty="0">
                  <a:ln>
                    <a:noFill/>
                  </a:ln>
                  <a:solidFill>
                    <a:srgbClr val="000000"/>
                  </a:solidFill>
                  <a:effectLst/>
                  <a:uFillTx/>
                  <a:ea typeface="+mj-ea"/>
                  <a:cs typeface="+mj-cs"/>
                  <a:sym typeface="Gill Sans"/>
                </a:endParaRPr>
              </a:p>
            </p:txBody>
          </p:sp>
        </mc:Choice>
        <mc:Fallback xmlns="">
          <p:sp>
            <p:nvSpPr>
              <p:cNvPr id="34" name="TextBox 33">
                <a:extLst>
                  <a:ext uri="{FF2B5EF4-FFF2-40B4-BE49-F238E27FC236}">
                    <a16:creationId xmlns:a16="http://schemas.microsoft.com/office/drawing/2014/main" id="{7E34F3EC-66F0-E9FA-28C6-FD60BB4FF4E3}"/>
                  </a:ext>
                </a:extLst>
              </p:cNvPr>
              <p:cNvSpPr txBox="1">
                <a:spLocks noRot="1" noChangeAspect="1" noMove="1" noResize="1" noEditPoints="1" noAdjustHandles="1" noChangeArrowheads="1" noChangeShapeType="1" noTextEdit="1"/>
              </p:cNvSpPr>
              <p:nvPr/>
            </p:nvSpPr>
            <p:spPr>
              <a:xfrm>
                <a:off x="4046978" y="1512095"/>
                <a:ext cx="933525" cy="533479"/>
              </a:xfrm>
              <a:prstGeom prst="rect">
                <a:avLst/>
              </a:prstGeom>
              <a:blipFill>
                <a:blip r:embed="rId5"/>
                <a:stretch>
                  <a:fillRect l="-3922"/>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FBA43DF-40EA-54C5-D6F8-551D9039F94C}"/>
                  </a:ext>
                </a:extLst>
              </p:cNvPr>
              <p:cNvSpPr txBox="1"/>
              <p:nvPr/>
            </p:nvSpPr>
            <p:spPr>
              <a:xfrm>
                <a:off x="4883769" y="2313716"/>
                <a:ext cx="879536"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Tx/>
                    <a:latin typeface="+mj-lt"/>
                    <a:ea typeface="+mj-ea"/>
                    <a:cs typeface="+mj-cs"/>
                    <a:sym typeface="Gill Sans"/>
                  </a:rPr>
                  <a:t>“run”</a:t>
                </a:r>
              </a:p>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ctrlPr>
                        </m:sSubPr>
                        <m:e>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𝑞</m:t>
                          </m:r>
                        </m:e>
                        <m: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Cambria Math" panose="02040503050406030204" pitchFamily="18" charset="0"/>
                              <a:sym typeface="Gill Sans"/>
                            </a:rPr>
                            <m:t>⋆</m:t>
                          </m:r>
                        </m:sub>
                      </m:s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=7.88</m:t>
                      </m:r>
                    </m:oMath>
                  </m:oMathPara>
                </a14:m>
                <a:endParaRPr kumimoji="0" lang="en-US" sz="1400" b="0" i="0" u="none" strike="noStrike" cap="none" spc="0" normalizeH="0" baseline="0" dirty="0">
                  <a:ln>
                    <a:noFill/>
                  </a:ln>
                  <a:solidFill>
                    <a:srgbClr val="000000"/>
                  </a:solidFill>
                  <a:effectLst/>
                  <a:uFillTx/>
                  <a:latin typeface="+mj-lt"/>
                  <a:ea typeface="+mj-ea"/>
                  <a:cs typeface="+mj-cs"/>
                  <a:sym typeface="Gill Sans"/>
                </a:endParaRPr>
              </a:p>
            </p:txBody>
          </p:sp>
        </mc:Choice>
        <mc:Fallback xmlns="">
          <p:sp>
            <p:nvSpPr>
              <p:cNvPr id="35" name="TextBox 34">
                <a:extLst>
                  <a:ext uri="{FF2B5EF4-FFF2-40B4-BE49-F238E27FC236}">
                    <a16:creationId xmlns:a16="http://schemas.microsoft.com/office/drawing/2014/main" id="{4FBA43DF-40EA-54C5-D6F8-551D9039F94C}"/>
                  </a:ext>
                </a:extLst>
              </p:cNvPr>
              <p:cNvSpPr txBox="1">
                <a:spLocks noRot="1" noChangeAspect="1" noMove="1" noResize="1" noEditPoints="1" noAdjustHandles="1" noChangeArrowheads="1" noChangeShapeType="1" noTextEdit="1"/>
              </p:cNvSpPr>
              <p:nvPr/>
            </p:nvSpPr>
            <p:spPr>
              <a:xfrm>
                <a:off x="4883769" y="2313716"/>
                <a:ext cx="879536" cy="533479"/>
              </a:xfrm>
              <a:prstGeom prst="rect">
                <a:avLst/>
              </a:prstGeom>
              <a:blipFill>
                <a:blip r:embed="rId6"/>
                <a:stretch>
                  <a:fillRect l="-694" t="-1149"/>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1BD59A9-C810-D5F1-D13E-302C5B84EFA3}"/>
                  </a:ext>
                </a:extLst>
              </p:cNvPr>
              <p:cNvSpPr txBox="1"/>
              <p:nvPr/>
            </p:nvSpPr>
            <p:spPr>
              <a:xfrm>
                <a:off x="6677965" y="4206387"/>
                <a:ext cx="1040926"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Tx/>
                    <a:latin typeface="+mj-lt"/>
                    <a:ea typeface="+mj-ea"/>
                    <a:cs typeface="+mj-cs"/>
                    <a:sym typeface="Gill Sans"/>
                  </a:rPr>
                  <a:t>“stay low”</a:t>
                </a:r>
              </a:p>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ctrlPr>
                        </m:sSubPr>
                        <m:e>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𝑞</m:t>
                          </m:r>
                        </m:e>
                        <m: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Cambria Math" panose="02040503050406030204" pitchFamily="18" charset="0"/>
                              <a:sym typeface="Gill Sans"/>
                            </a:rPr>
                            <m:t>⋆</m:t>
                          </m:r>
                        </m:sub>
                      </m:s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m:t>
                      </m:r>
                      <m:r>
                        <a:rPr kumimoji="0" lang="en-US" sz="1400" b="1"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t>𝟏𝟑</m:t>
                      </m:r>
                      <m:r>
                        <a:rPr kumimoji="0" lang="en-US" sz="1400" b="1"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t>.</m:t>
                      </m:r>
                      <m:r>
                        <a:rPr kumimoji="0" lang="en-US" sz="1400" b="1"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t>𝟗𝟗</m:t>
                      </m:r>
                    </m:oMath>
                  </m:oMathPara>
                </a14:m>
                <a:endParaRPr kumimoji="0" lang="en-US" sz="1400" b="1" i="0" u="none" strike="noStrike" cap="none" spc="0" normalizeH="0" baseline="0" dirty="0">
                  <a:ln>
                    <a:noFill/>
                  </a:ln>
                  <a:solidFill>
                    <a:srgbClr val="000000"/>
                  </a:solidFill>
                  <a:effectLst/>
                  <a:uFillTx/>
                  <a:ea typeface="+mj-ea"/>
                  <a:cs typeface="+mj-cs"/>
                  <a:sym typeface="Gill Sans"/>
                </a:endParaRPr>
              </a:p>
            </p:txBody>
          </p:sp>
        </mc:Choice>
        <mc:Fallback xmlns="">
          <p:sp>
            <p:nvSpPr>
              <p:cNvPr id="36" name="TextBox 35">
                <a:extLst>
                  <a:ext uri="{FF2B5EF4-FFF2-40B4-BE49-F238E27FC236}">
                    <a16:creationId xmlns:a16="http://schemas.microsoft.com/office/drawing/2014/main" id="{C1BD59A9-C810-D5F1-D13E-302C5B84EFA3}"/>
                  </a:ext>
                </a:extLst>
              </p:cNvPr>
              <p:cNvSpPr txBox="1">
                <a:spLocks noRot="1" noChangeAspect="1" noMove="1" noResize="1" noEditPoints="1" noAdjustHandles="1" noChangeArrowheads="1" noChangeShapeType="1" noTextEdit="1"/>
              </p:cNvSpPr>
              <p:nvPr/>
            </p:nvSpPr>
            <p:spPr>
              <a:xfrm>
                <a:off x="6677965" y="4206387"/>
                <a:ext cx="1040926" cy="533479"/>
              </a:xfrm>
              <a:prstGeom prst="rect">
                <a:avLst/>
              </a:prstGeom>
              <a:blipFill>
                <a:blip r:embed="rId7"/>
                <a:stretch>
                  <a:fillRect l="-585"/>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89BBF99-D911-3072-F4D5-45B0A581A2E4}"/>
                  </a:ext>
                </a:extLst>
              </p:cNvPr>
              <p:cNvSpPr txBox="1"/>
              <p:nvPr/>
            </p:nvSpPr>
            <p:spPr>
              <a:xfrm>
                <a:off x="5547796" y="4751236"/>
                <a:ext cx="879536"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Tx/>
                    <a:latin typeface="+mj-lt"/>
                    <a:ea typeface="+mj-ea"/>
                    <a:cs typeface="+mj-cs"/>
                    <a:sym typeface="Gill Sans"/>
                  </a:rPr>
                  <a:t>“run”</a:t>
                </a:r>
              </a:p>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ctrlPr>
                        </m:sSubPr>
                        <m:e>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𝑞</m:t>
                          </m:r>
                        </m:e>
                        <m: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Cambria Math" panose="02040503050406030204" pitchFamily="18" charset="0"/>
                              <a:sym typeface="Gill Sans"/>
                            </a:rPr>
                            <m:t>⋆</m:t>
                          </m:r>
                        </m:sub>
                      </m:s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=2.48</m:t>
                      </m:r>
                    </m:oMath>
                  </m:oMathPara>
                </a14:m>
                <a:endParaRPr kumimoji="0" lang="en-US" sz="1400" b="0" i="0" u="none" strike="noStrike" cap="none" spc="0" normalizeH="0" baseline="0" dirty="0">
                  <a:ln>
                    <a:noFill/>
                  </a:ln>
                  <a:solidFill>
                    <a:srgbClr val="000000"/>
                  </a:solidFill>
                  <a:effectLst/>
                  <a:uFillTx/>
                  <a:latin typeface="+mj-lt"/>
                  <a:ea typeface="+mj-ea"/>
                  <a:cs typeface="+mj-cs"/>
                  <a:sym typeface="Gill Sans"/>
                </a:endParaRPr>
              </a:p>
            </p:txBody>
          </p:sp>
        </mc:Choice>
        <mc:Fallback xmlns="">
          <p:sp>
            <p:nvSpPr>
              <p:cNvPr id="37" name="TextBox 36">
                <a:extLst>
                  <a:ext uri="{FF2B5EF4-FFF2-40B4-BE49-F238E27FC236}">
                    <a16:creationId xmlns:a16="http://schemas.microsoft.com/office/drawing/2014/main" id="{289BBF99-D911-3072-F4D5-45B0A581A2E4}"/>
                  </a:ext>
                </a:extLst>
              </p:cNvPr>
              <p:cNvSpPr txBox="1">
                <a:spLocks noRot="1" noChangeAspect="1" noMove="1" noResize="1" noEditPoints="1" noAdjustHandles="1" noChangeArrowheads="1" noChangeShapeType="1" noTextEdit="1"/>
              </p:cNvSpPr>
              <p:nvPr/>
            </p:nvSpPr>
            <p:spPr>
              <a:xfrm>
                <a:off x="5547796" y="4751236"/>
                <a:ext cx="879536" cy="533479"/>
              </a:xfrm>
              <a:prstGeom prst="rect">
                <a:avLst/>
              </a:prstGeom>
              <a:blipFill>
                <a:blip r:embed="rId8"/>
                <a:stretch>
                  <a:fillRect l="-694"/>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BF93E0D-0812-DA65-9839-939A7DF13672}"/>
                  </a:ext>
                </a:extLst>
              </p:cNvPr>
              <p:cNvSpPr txBox="1"/>
              <p:nvPr/>
            </p:nvSpPr>
            <p:spPr>
              <a:xfrm>
                <a:off x="4431840" y="5957445"/>
                <a:ext cx="51001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800" b="0"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ctrlPr>
                        </m:sSubPr>
                        <m:e>
                          <m:r>
                            <a:rPr kumimoji="0" lang="en-US" sz="2800" b="0"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t>𝑣</m:t>
                          </m:r>
                        </m:e>
                        <m:sub>
                          <m:r>
                            <a:rPr kumimoji="0" lang="en-US" sz="2800" b="0" i="1" u="none" strike="noStrike" cap="none" spc="0" normalizeH="0" baseline="0" smtClean="0">
                              <a:ln>
                                <a:noFill/>
                              </a:ln>
                              <a:solidFill>
                                <a:srgbClr val="B34836"/>
                              </a:solidFill>
                              <a:effectLst/>
                              <a:uFillTx/>
                              <a:latin typeface="Cambria Math" panose="02040503050406030204" pitchFamily="18" charset="0"/>
                              <a:ea typeface="Cambria Math" panose="02040503050406030204" pitchFamily="18" charset="0"/>
                              <a:sym typeface="Gill Sans"/>
                            </a:rPr>
                            <m:t>⋆</m:t>
                          </m:r>
                        </m:sub>
                      </m:sSub>
                    </m:oMath>
                  </m:oMathPara>
                </a14:m>
                <a:endParaRPr kumimoji="0" lang="en-US" sz="2800" b="0" i="0" u="none" strike="noStrike" cap="none" spc="0" normalizeH="0" baseline="0" dirty="0">
                  <a:ln>
                    <a:noFill/>
                  </a:ln>
                  <a:solidFill>
                    <a:srgbClr val="000000"/>
                  </a:solidFill>
                  <a:effectLst/>
                  <a:uFillTx/>
                  <a:latin typeface="+mj-lt"/>
                  <a:ea typeface="+mj-ea"/>
                  <a:cs typeface="+mj-cs"/>
                  <a:sym typeface="Gill Sans"/>
                </a:endParaRPr>
              </a:p>
            </p:txBody>
          </p:sp>
        </mc:Choice>
        <mc:Fallback xmlns="">
          <p:sp>
            <p:nvSpPr>
              <p:cNvPr id="38" name="TextBox 37">
                <a:extLst>
                  <a:ext uri="{FF2B5EF4-FFF2-40B4-BE49-F238E27FC236}">
                    <a16:creationId xmlns:a16="http://schemas.microsoft.com/office/drawing/2014/main" id="{3BF93E0D-0812-DA65-9839-939A7DF13672}"/>
                  </a:ext>
                </a:extLst>
              </p:cNvPr>
              <p:cNvSpPr txBox="1">
                <a:spLocks noRot="1" noChangeAspect="1" noMove="1" noResize="1" noEditPoints="1" noAdjustHandles="1" noChangeArrowheads="1" noChangeShapeType="1" noTextEdit="1"/>
              </p:cNvSpPr>
              <p:nvPr/>
            </p:nvSpPr>
            <p:spPr>
              <a:xfrm>
                <a:off x="4431840" y="5957445"/>
                <a:ext cx="510011" cy="533479"/>
              </a:xfrm>
              <a:prstGeom prst="rect">
                <a:avLst/>
              </a:prstGeom>
              <a:blipFill>
                <a:blip r:embed="rId9"/>
                <a:stretch>
                  <a:fillRect/>
                </a:stretch>
              </a:blipFill>
              <a:ln w="12700" cap="flat">
                <a:noFill/>
                <a:miter lim="400000"/>
              </a:ln>
              <a:effectLst/>
            </p:spPr>
            <p:txBody>
              <a:bodyPr/>
              <a:lstStyle/>
              <a:p>
                <a:r>
                  <a:rPr lang="en-US">
                    <a:noFill/>
                  </a:rPr>
                  <a:t> </a:t>
                </a:r>
              </a:p>
            </p:txBody>
          </p:sp>
        </mc:Fallback>
      </mc:AlternateContent>
      <p:sp>
        <p:nvSpPr>
          <p:cNvPr id="39" name="Rectangle 38">
            <a:extLst>
              <a:ext uri="{FF2B5EF4-FFF2-40B4-BE49-F238E27FC236}">
                <a16:creationId xmlns:a16="http://schemas.microsoft.com/office/drawing/2014/main" id="{25EE2993-6C4B-C84B-07F1-929A5FE23D88}"/>
              </a:ext>
            </a:extLst>
          </p:cNvPr>
          <p:cNvSpPr/>
          <p:nvPr/>
        </p:nvSpPr>
        <p:spPr>
          <a:xfrm>
            <a:off x="1411009" y="2172458"/>
            <a:ext cx="2321692" cy="533479"/>
          </a:xfrm>
          <a:prstGeom prst="rect">
            <a:avLst/>
          </a:prstGeom>
          <a:solidFill>
            <a:srgbClr val="B34836"/>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50800" rIns="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rPr>
              <a:t>“Stay at home!”</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2C21897-EDDA-0ACD-7A17-047A6C958D26}"/>
                  </a:ext>
                </a:extLst>
              </p:cNvPr>
              <p:cNvSpPr txBox="1"/>
              <p:nvPr/>
            </p:nvSpPr>
            <p:spPr>
              <a:xfrm>
                <a:off x="7880153" y="1670541"/>
                <a:ext cx="1117550"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𝛾</m:t>
                      </m:r>
                      <m: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=0.95</m:t>
                      </m:r>
                    </m:oMath>
                  </m:oMathPara>
                </a14:m>
                <a:endParaRPr kumimoji="0" lang="en-US" sz="2000" b="0" i="0" u="none" strike="noStrike" cap="none" spc="0" normalizeH="0" baseline="0" dirty="0">
                  <a:ln>
                    <a:noFill/>
                  </a:ln>
                  <a:solidFill>
                    <a:srgbClr val="000000"/>
                  </a:solidFill>
                  <a:effectLst/>
                  <a:uFillTx/>
                  <a:ea typeface="+mj-ea"/>
                  <a:cs typeface="+mj-cs"/>
                  <a:sym typeface="Gill Sans"/>
                </a:endParaRPr>
              </a:p>
            </p:txBody>
          </p:sp>
        </mc:Choice>
        <mc:Fallback xmlns="">
          <p:sp>
            <p:nvSpPr>
              <p:cNvPr id="40" name="TextBox 39">
                <a:extLst>
                  <a:ext uri="{FF2B5EF4-FFF2-40B4-BE49-F238E27FC236}">
                    <a16:creationId xmlns:a16="http://schemas.microsoft.com/office/drawing/2014/main" id="{62C21897-EDDA-0ACD-7A17-047A6C958D26}"/>
                  </a:ext>
                </a:extLst>
              </p:cNvPr>
              <p:cNvSpPr txBox="1">
                <a:spLocks noRot="1" noChangeAspect="1" noMove="1" noResize="1" noEditPoints="1" noAdjustHandles="1" noChangeArrowheads="1" noChangeShapeType="1" noTextEdit="1"/>
              </p:cNvSpPr>
              <p:nvPr/>
            </p:nvSpPr>
            <p:spPr>
              <a:xfrm>
                <a:off x="7880153" y="1670541"/>
                <a:ext cx="1117550" cy="410369"/>
              </a:xfrm>
              <a:prstGeom prst="rect">
                <a:avLst/>
              </a:prstGeom>
              <a:blipFill>
                <a:blip r:embed="rId10"/>
                <a:stretch>
                  <a:fillRect l="-3279" b="-4478"/>
                </a:stretch>
              </a:blipFill>
              <a:ln w="12700" cap="flat">
                <a:noFill/>
                <a:miter lim="400000"/>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6B97C6AA-8578-5958-D57F-68CB7D30388A}"/>
              </a:ext>
            </a:extLst>
          </p:cNvPr>
          <p:cNvSpPr>
            <a:spLocks noGrp="1"/>
          </p:cNvSpPr>
          <p:nvPr>
            <p:ph type="sldNum" sz="quarter" idx="2"/>
          </p:nvPr>
        </p:nvSpPr>
        <p:spPr/>
        <p:txBody>
          <a:bodyPr/>
          <a:lstStyle/>
          <a:p>
            <a:fld id="{86CB4B4D-7CA3-9044-876B-883B54F8677D}" type="slidenum">
              <a:rPr lang="en-US" smtClean="0"/>
              <a:t>50</a:t>
            </a:fld>
            <a:endParaRPr lang="en-US"/>
          </a:p>
        </p:txBody>
      </p:sp>
      <p:sp>
        <p:nvSpPr>
          <p:cNvPr id="8" name="Date Placeholder 3">
            <a:extLst>
              <a:ext uri="{FF2B5EF4-FFF2-40B4-BE49-F238E27FC236}">
                <a16:creationId xmlns:a16="http://schemas.microsoft.com/office/drawing/2014/main" id="{1DD9E5CA-712E-22F5-BCD5-7B2C42B3F753}"/>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Footer Placeholder 5">
            <a:extLst>
              <a:ext uri="{FF2B5EF4-FFF2-40B4-BE49-F238E27FC236}">
                <a16:creationId xmlns:a16="http://schemas.microsoft.com/office/drawing/2014/main" id="{91C70A9D-42BC-86D7-C56D-C8791305E903}"/>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179181E9-F26C-2EC3-4D07-B0E44FE5A7B4}"/>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50</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
        <p:nvSpPr>
          <p:cNvPr id="14" name="TextBox 13">
            <a:extLst>
              <a:ext uri="{FF2B5EF4-FFF2-40B4-BE49-F238E27FC236}">
                <a16:creationId xmlns:a16="http://schemas.microsoft.com/office/drawing/2014/main" id="{3D390398-9924-8DD0-C228-B5C8EC474E8D}"/>
              </a:ext>
            </a:extLst>
          </p:cNvPr>
          <p:cNvSpPr txBox="1"/>
          <p:nvPr/>
        </p:nvSpPr>
        <p:spPr>
          <a:xfrm>
            <a:off x="4134118" y="1106283"/>
            <a:ext cx="746999"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rgbClr val="C00000"/>
                </a:solidFill>
                <a:effectLst/>
                <a:uFillTx/>
                <a:latin typeface="+mj-lt"/>
                <a:ea typeface="+mj-ea"/>
                <a:cs typeface="+mj-cs"/>
                <a:sym typeface="Gill Sans"/>
              </a:rPr>
              <a:t>7.97</a:t>
            </a:r>
            <a:endParaRPr kumimoji="0" lang="en-MY" sz="2800" b="1" i="0" u="none" strike="noStrike" cap="none" spc="0" normalizeH="0" baseline="0" dirty="0">
              <a:ln>
                <a:noFill/>
              </a:ln>
              <a:solidFill>
                <a:srgbClr val="C00000"/>
              </a:solidFill>
              <a:effectLst/>
              <a:uFillTx/>
              <a:latin typeface="+mj-lt"/>
              <a:ea typeface="+mj-ea"/>
              <a:cs typeface="+mj-cs"/>
              <a:sym typeface="Gill Sans"/>
            </a:endParaRPr>
          </a:p>
        </p:txBody>
      </p:sp>
      <p:sp>
        <p:nvSpPr>
          <p:cNvPr id="16" name="TextBox 15">
            <a:extLst>
              <a:ext uri="{FF2B5EF4-FFF2-40B4-BE49-F238E27FC236}">
                <a16:creationId xmlns:a16="http://schemas.microsoft.com/office/drawing/2014/main" id="{FC58D9CF-0428-0E5A-A27A-52110BCB76DA}"/>
              </a:ext>
            </a:extLst>
          </p:cNvPr>
          <p:cNvSpPr txBox="1"/>
          <p:nvPr/>
        </p:nvSpPr>
        <p:spPr>
          <a:xfrm>
            <a:off x="2104946" y="4796490"/>
            <a:ext cx="74700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rgbClr val="C00000"/>
                </a:solidFill>
                <a:effectLst/>
                <a:uFillTx/>
                <a:latin typeface="+mj-lt"/>
                <a:ea typeface="+mj-ea"/>
                <a:cs typeface="+mj-cs"/>
                <a:sym typeface="Gill Sans"/>
              </a:rPr>
              <a:t>7.99</a:t>
            </a:r>
            <a:endParaRPr kumimoji="0" lang="en-MY" sz="2800" b="1" i="0" u="none" strike="noStrike" cap="none" spc="0" normalizeH="0" baseline="0" dirty="0">
              <a:ln>
                <a:noFill/>
              </a:ln>
              <a:solidFill>
                <a:srgbClr val="C00000"/>
              </a:solidFill>
              <a:effectLst/>
              <a:uFillTx/>
              <a:latin typeface="+mj-lt"/>
              <a:ea typeface="+mj-ea"/>
              <a:cs typeface="+mj-cs"/>
              <a:sym typeface="Gill Sans"/>
            </a:endParaRPr>
          </a:p>
        </p:txBody>
      </p:sp>
      <p:sp>
        <p:nvSpPr>
          <p:cNvPr id="17" name="TextBox 16">
            <a:extLst>
              <a:ext uri="{FF2B5EF4-FFF2-40B4-BE49-F238E27FC236}">
                <a16:creationId xmlns:a16="http://schemas.microsoft.com/office/drawing/2014/main" id="{5DC3375C-2A90-187E-AD0C-726FC417AC00}"/>
              </a:ext>
            </a:extLst>
          </p:cNvPr>
          <p:cNvSpPr txBox="1"/>
          <p:nvPr/>
        </p:nvSpPr>
        <p:spPr>
          <a:xfrm>
            <a:off x="6406894" y="3730275"/>
            <a:ext cx="92974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lang="en-US" b="1" dirty="0">
                <a:solidFill>
                  <a:srgbClr val="C00000"/>
                </a:solidFill>
              </a:rPr>
              <a:t>13</a:t>
            </a:r>
            <a:r>
              <a:rPr kumimoji="0" lang="en-US" sz="2800" b="1" i="0" u="none" strike="noStrike" cap="none" spc="0" normalizeH="0" baseline="0" dirty="0">
                <a:ln>
                  <a:noFill/>
                </a:ln>
                <a:solidFill>
                  <a:srgbClr val="C00000"/>
                </a:solidFill>
                <a:effectLst/>
                <a:uFillTx/>
                <a:latin typeface="+mj-lt"/>
                <a:ea typeface="+mj-ea"/>
                <a:cs typeface="+mj-cs"/>
                <a:sym typeface="Gill Sans"/>
              </a:rPr>
              <a:t>.99</a:t>
            </a:r>
            <a:endParaRPr kumimoji="0" lang="en-MY" sz="2800" b="1" i="0" u="none" strike="noStrike" cap="none" spc="0" normalizeH="0" baseline="0" dirty="0">
              <a:ln>
                <a:noFill/>
              </a:ln>
              <a:solidFill>
                <a:srgbClr val="C00000"/>
              </a:solidFill>
              <a:effectLst/>
              <a:uFillTx/>
              <a:latin typeface="+mj-lt"/>
              <a:ea typeface="+mj-ea"/>
              <a:cs typeface="+mj-cs"/>
              <a:sym typeface="Gill Sans"/>
            </a:endParaRPr>
          </a:p>
        </p:txBody>
      </p:sp>
    </p:spTree>
    <p:extLst>
      <p:ext uri="{BB962C8B-B14F-4D97-AF65-F5344CB8AC3E}">
        <p14:creationId xmlns:p14="http://schemas.microsoft.com/office/powerpoint/2010/main" val="4287578281"/>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Optimal Policy for Cats</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pic>
        <p:nvPicPr>
          <p:cNvPr id="3" name="Picture 2">
            <a:extLst>
              <a:ext uri="{FF2B5EF4-FFF2-40B4-BE49-F238E27FC236}">
                <a16:creationId xmlns:a16="http://schemas.microsoft.com/office/drawing/2014/main" id="{98385C3F-48D8-591A-F338-547C10121DA8}"/>
              </a:ext>
            </a:extLst>
          </p:cNvPr>
          <p:cNvPicPr>
            <a:picLocks noChangeAspect="1"/>
          </p:cNvPicPr>
          <p:nvPr/>
        </p:nvPicPr>
        <p:blipFill rotWithShape="1">
          <a:blip r:embed="rId3"/>
          <a:srcRect t="21" b="5137"/>
          <a:stretch/>
        </p:blipFill>
        <p:spPr>
          <a:xfrm>
            <a:off x="1316657" y="1197809"/>
            <a:ext cx="6540612" cy="5394030"/>
          </a:xfrm>
          <a:prstGeom prst="rect">
            <a:avLst/>
          </a:prstGeom>
        </p:spPr>
      </p:pic>
      <p:grpSp>
        <p:nvGrpSpPr>
          <p:cNvPr id="22" name="Group 21">
            <a:extLst>
              <a:ext uri="{FF2B5EF4-FFF2-40B4-BE49-F238E27FC236}">
                <a16:creationId xmlns:a16="http://schemas.microsoft.com/office/drawing/2014/main" id="{C43417E8-9C95-97D2-D52D-54FAE415C9EE}"/>
              </a:ext>
            </a:extLst>
          </p:cNvPr>
          <p:cNvGrpSpPr/>
          <p:nvPr/>
        </p:nvGrpSpPr>
        <p:grpSpPr>
          <a:xfrm>
            <a:off x="4522775" y="2570480"/>
            <a:ext cx="899543" cy="646771"/>
            <a:chOff x="4522775" y="2570480"/>
            <a:chExt cx="899543" cy="646771"/>
          </a:xfrm>
        </p:grpSpPr>
        <p:sp>
          <p:nvSpPr>
            <p:cNvPr id="18" name="Rectangle 17">
              <a:extLst>
                <a:ext uri="{FF2B5EF4-FFF2-40B4-BE49-F238E27FC236}">
                  <a16:creationId xmlns:a16="http://schemas.microsoft.com/office/drawing/2014/main" id="{70145E0D-926A-9365-2D83-324D11A4B786}"/>
                </a:ext>
              </a:extLst>
            </p:cNvPr>
            <p:cNvSpPr/>
            <p:nvPr/>
          </p:nvSpPr>
          <p:spPr>
            <a:xfrm rot="2642144">
              <a:off x="4522775" y="2814510"/>
              <a:ext cx="899543" cy="16641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cxnSp>
          <p:nvCxnSpPr>
            <p:cNvPr id="15" name="Straight Arrow Connector 14">
              <a:extLst>
                <a:ext uri="{FF2B5EF4-FFF2-40B4-BE49-F238E27FC236}">
                  <a16:creationId xmlns:a16="http://schemas.microsoft.com/office/drawing/2014/main" id="{ADA1177B-A1F2-5AC5-6D2E-EFF0963651E1}"/>
                </a:ext>
              </a:extLst>
            </p:cNvPr>
            <p:cNvCxnSpPr>
              <a:cxnSpLocks/>
            </p:cNvCxnSpPr>
            <p:nvPr/>
          </p:nvCxnSpPr>
          <p:spPr>
            <a:xfrm>
              <a:off x="4613100" y="2570480"/>
              <a:ext cx="695500" cy="646771"/>
            </a:xfrm>
            <a:prstGeom prst="straightConnector1">
              <a:avLst/>
            </a:prstGeom>
            <a:noFill/>
            <a:ln w="38100" cap="flat">
              <a:solidFill>
                <a:srgbClr val="B34836"/>
              </a:solidFill>
              <a:prstDash val="solid"/>
              <a:miter lim="400000"/>
              <a:tailEnd type="stealth"/>
            </a:ln>
            <a:effectLst/>
            <a:sp3d/>
          </p:spPr>
          <p:style>
            <a:lnRef idx="0">
              <a:scrgbClr r="0" g="0" b="0"/>
            </a:lnRef>
            <a:fillRef idx="0">
              <a:scrgbClr r="0" g="0" b="0"/>
            </a:fillRef>
            <a:effectRef idx="0">
              <a:scrgbClr r="0" g="0" b="0"/>
            </a:effectRef>
            <a:fontRef idx="none"/>
          </p:style>
        </p:cxnSp>
      </p:grpSp>
      <p:grpSp>
        <p:nvGrpSpPr>
          <p:cNvPr id="28" name="Group 27">
            <a:extLst>
              <a:ext uri="{FF2B5EF4-FFF2-40B4-BE49-F238E27FC236}">
                <a16:creationId xmlns:a16="http://schemas.microsoft.com/office/drawing/2014/main" id="{B6FBB8EB-1C39-3E74-17BF-90A83C2633FF}"/>
              </a:ext>
            </a:extLst>
          </p:cNvPr>
          <p:cNvGrpSpPr/>
          <p:nvPr/>
        </p:nvGrpSpPr>
        <p:grpSpPr>
          <a:xfrm>
            <a:off x="6365240" y="4262120"/>
            <a:ext cx="406400" cy="543560"/>
            <a:chOff x="6365240" y="4262120"/>
            <a:chExt cx="406400" cy="543560"/>
          </a:xfrm>
        </p:grpSpPr>
        <p:sp>
          <p:nvSpPr>
            <p:cNvPr id="27" name="Freeform: Shape 26">
              <a:extLst>
                <a:ext uri="{FF2B5EF4-FFF2-40B4-BE49-F238E27FC236}">
                  <a16:creationId xmlns:a16="http://schemas.microsoft.com/office/drawing/2014/main" id="{F5B68A48-06ED-3C57-867B-04E91F86F18B}"/>
                </a:ext>
              </a:extLst>
            </p:cNvPr>
            <p:cNvSpPr/>
            <p:nvPr/>
          </p:nvSpPr>
          <p:spPr>
            <a:xfrm>
              <a:off x="6365240" y="4262120"/>
              <a:ext cx="406400" cy="543560"/>
            </a:xfrm>
            <a:custGeom>
              <a:avLst/>
              <a:gdLst>
                <a:gd name="connsiteX0" fmla="*/ 86360 w 406400"/>
                <a:gd name="connsiteY0" fmla="*/ 0 h 543560"/>
                <a:gd name="connsiteX1" fmla="*/ 71120 w 406400"/>
                <a:gd name="connsiteY1" fmla="*/ 76200 h 543560"/>
                <a:gd name="connsiteX2" fmla="*/ 177800 w 406400"/>
                <a:gd name="connsiteY2" fmla="*/ 127000 h 543560"/>
                <a:gd name="connsiteX3" fmla="*/ 304800 w 406400"/>
                <a:gd name="connsiteY3" fmla="*/ 213360 h 543560"/>
                <a:gd name="connsiteX4" fmla="*/ 269240 w 406400"/>
                <a:gd name="connsiteY4" fmla="*/ 350520 h 543560"/>
                <a:gd name="connsiteX5" fmla="*/ 167640 w 406400"/>
                <a:gd name="connsiteY5" fmla="*/ 386080 h 543560"/>
                <a:gd name="connsiteX6" fmla="*/ 40640 w 406400"/>
                <a:gd name="connsiteY6" fmla="*/ 396240 h 543560"/>
                <a:gd name="connsiteX7" fmla="*/ 0 w 406400"/>
                <a:gd name="connsiteY7" fmla="*/ 462280 h 543560"/>
                <a:gd name="connsiteX8" fmla="*/ 208280 w 406400"/>
                <a:gd name="connsiteY8" fmla="*/ 543560 h 543560"/>
                <a:gd name="connsiteX9" fmla="*/ 396240 w 406400"/>
                <a:gd name="connsiteY9" fmla="*/ 391160 h 543560"/>
                <a:gd name="connsiteX10" fmla="*/ 406400 w 406400"/>
                <a:gd name="connsiteY10" fmla="*/ 132080 h 543560"/>
                <a:gd name="connsiteX11" fmla="*/ 299720 w 406400"/>
                <a:gd name="connsiteY11" fmla="*/ 20320 h 543560"/>
                <a:gd name="connsiteX12" fmla="*/ 86360 w 406400"/>
                <a:gd name="connsiteY12" fmla="*/ 0 h 54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6400" h="543560">
                  <a:moveTo>
                    <a:pt x="86360" y="0"/>
                  </a:moveTo>
                  <a:lnTo>
                    <a:pt x="71120" y="76200"/>
                  </a:lnTo>
                  <a:lnTo>
                    <a:pt x="177800" y="127000"/>
                  </a:lnTo>
                  <a:lnTo>
                    <a:pt x="304800" y="213360"/>
                  </a:lnTo>
                  <a:lnTo>
                    <a:pt x="269240" y="350520"/>
                  </a:lnTo>
                  <a:lnTo>
                    <a:pt x="167640" y="386080"/>
                  </a:lnTo>
                  <a:lnTo>
                    <a:pt x="40640" y="396240"/>
                  </a:lnTo>
                  <a:lnTo>
                    <a:pt x="0" y="462280"/>
                  </a:lnTo>
                  <a:lnTo>
                    <a:pt x="208280" y="543560"/>
                  </a:lnTo>
                  <a:lnTo>
                    <a:pt x="396240" y="391160"/>
                  </a:lnTo>
                  <a:lnTo>
                    <a:pt x="406400" y="132080"/>
                  </a:lnTo>
                  <a:lnTo>
                    <a:pt x="299720" y="20320"/>
                  </a:lnTo>
                  <a:lnTo>
                    <a:pt x="86360" y="0"/>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26" name="Freeform: Shape 25">
              <a:extLst>
                <a:ext uri="{FF2B5EF4-FFF2-40B4-BE49-F238E27FC236}">
                  <a16:creationId xmlns:a16="http://schemas.microsoft.com/office/drawing/2014/main" id="{E65F5B1D-5579-2322-2F7A-AE6A23226F71}"/>
                </a:ext>
              </a:extLst>
            </p:cNvPr>
            <p:cNvSpPr/>
            <p:nvPr/>
          </p:nvSpPr>
          <p:spPr>
            <a:xfrm rot="488988">
              <a:off x="6412532" y="4322817"/>
              <a:ext cx="291494" cy="379974"/>
            </a:xfrm>
            <a:custGeom>
              <a:avLst/>
              <a:gdLst>
                <a:gd name="connsiteX0" fmla="*/ 0 w 249584"/>
                <a:gd name="connsiteY0" fmla="*/ 9539 h 403896"/>
                <a:gd name="connsiteX1" fmla="*/ 68580 w 249584"/>
                <a:gd name="connsiteY1" fmla="*/ 14 h 403896"/>
                <a:gd name="connsiteX2" fmla="*/ 142875 w 249584"/>
                <a:gd name="connsiteY2" fmla="*/ 11444 h 403896"/>
                <a:gd name="connsiteX3" fmla="*/ 203835 w 249584"/>
                <a:gd name="connsiteY3" fmla="*/ 55259 h 403896"/>
                <a:gd name="connsiteX4" fmla="*/ 240030 w 249584"/>
                <a:gd name="connsiteY4" fmla="*/ 118124 h 403896"/>
                <a:gd name="connsiteX5" fmla="*/ 249555 w 249584"/>
                <a:gd name="connsiteY5" fmla="*/ 192419 h 403896"/>
                <a:gd name="connsiteX6" fmla="*/ 238125 w 249584"/>
                <a:gd name="connsiteY6" fmla="*/ 264809 h 403896"/>
                <a:gd name="connsiteX7" fmla="*/ 207645 w 249584"/>
                <a:gd name="connsiteY7" fmla="*/ 327674 h 403896"/>
                <a:gd name="connsiteX8" fmla="*/ 144780 w 249584"/>
                <a:gd name="connsiteY8" fmla="*/ 388634 h 403896"/>
                <a:gd name="connsiteX9" fmla="*/ 74295 w 249584"/>
                <a:gd name="connsiteY9" fmla="*/ 403874 h 403896"/>
                <a:gd name="connsiteX10" fmla="*/ 9525 w 249584"/>
                <a:gd name="connsiteY10" fmla="*/ 386729 h 403896"/>
                <a:gd name="connsiteX11" fmla="*/ 9525 w 249584"/>
                <a:gd name="connsiteY11" fmla="*/ 386729 h 403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9584" h="403896">
                  <a:moveTo>
                    <a:pt x="0" y="9539"/>
                  </a:moveTo>
                  <a:cubicBezTo>
                    <a:pt x="22384" y="4618"/>
                    <a:pt x="44768" y="-303"/>
                    <a:pt x="68580" y="14"/>
                  </a:cubicBezTo>
                  <a:cubicBezTo>
                    <a:pt x="92392" y="331"/>
                    <a:pt x="120332" y="2236"/>
                    <a:pt x="142875" y="11444"/>
                  </a:cubicBezTo>
                  <a:cubicBezTo>
                    <a:pt x="165418" y="20652"/>
                    <a:pt x="187642" y="37479"/>
                    <a:pt x="203835" y="55259"/>
                  </a:cubicBezTo>
                  <a:cubicBezTo>
                    <a:pt x="220028" y="73039"/>
                    <a:pt x="232410" y="95264"/>
                    <a:pt x="240030" y="118124"/>
                  </a:cubicBezTo>
                  <a:cubicBezTo>
                    <a:pt x="247650" y="140984"/>
                    <a:pt x="249872" y="167972"/>
                    <a:pt x="249555" y="192419"/>
                  </a:cubicBezTo>
                  <a:cubicBezTo>
                    <a:pt x="249238" y="216866"/>
                    <a:pt x="245110" y="242267"/>
                    <a:pt x="238125" y="264809"/>
                  </a:cubicBezTo>
                  <a:cubicBezTo>
                    <a:pt x="231140" y="287351"/>
                    <a:pt x="223203" y="307037"/>
                    <a:pt x="207645" y="327674"/>
                  </a:cubicBezTo>
                  <a:cubicBezTo>
                    <a:pt x="192088" y="348312"/>
                    <a:pt x="167005" y="375934"/>
                    <a:pt x="144780" y="388634"/>
                  </a:cubicBezTo>
                  <a:cubicBezTo>
                    <a:pt x="122555" y="401334"/>
                    <a:pt x="96837" y="404191"/>
                    <a:pt x="74295" y="403874"/>
                  </a:cubicBezTo>
                  <a:cubicBezTo>
                    <a:pt x="51753" y="403557"/>
                    <a:pt x="9525" y="386729"/>
                    <a:pt x="9525" y="386729"/>
                  </a:cubicBezTo>
                  <a:lnTo>
                    <a:pt x="9525" y="386729"/>
                  </a:lnTo>
                </a:path>
              </a:pathLst>
            </a:custGeom>
            <a:noFill/>
            <a:ln w="19050" cap="flat">
              <a:solidFill>
                <a:srgbClr val="B34836"/>
              </a:solidFill>
              <a:miter lim="400000"/>
              <a:headEnd w="lg" len="lg"/>
              <a:tailEnd type="stealth" w="lg" len="lg"/>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gr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DB8E68D-A705-8AFE-28A4-F29C0AF1A608}"/>
                  </a:ext>
                </a:extLst>
              </p:cNvPr>
              <p:cNvSpPr txBox="1"/>
              <p:nvPr/>
            </p:nvSpPr>
            <p:spPr>
              <a:xfrm>
                <a:off x="1382650" y="4274157"/>
                <a:ext cx="88864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Tx/>
                    <a:latin typeface="+mj-lt"/>
                    <a:ea typeface="+mj-ea"/>
                    <a:cs typeface="+mj-cs"/>
                    <a:sym typeface="Gill Sans"/>
                  </a:rPr>
                  <a:t>“stay low”</a:t>
                </a:r>
              </a:p>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ctrlPr>
                        </m:sSubPr>
                        <m:e>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𝑞</m:t>
                          </m:r>
                        </m:e>
                        <m: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Cambria Math" panose="02040503050406030204" pitchFamily="18" charset="0"/>
                              <a:sym typeface="Gill Sans"/>
                            </a:rPr>
                            <m:t>⋆</m:t>
                          </m:r>
                        </m:sub>
                      </m:s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=5.28</m:t>
                      </m:r>
                    </m:oMath>
                  </m:oMathPara>
                </a14:m>
                <a:endParaRPr kumimoji="0" lang="en-US" sz="1400" i="0" u="none" strike="noStrike" cap="none" spc="0" normalizeH="0" baseline="0" dirty="0">
                  <a:ln>
                    <a:noFill/>
                  </a:ln>
                  <a:solidFill>
                    <a:srgbClr val="000000"/>
                  </a:solidFill>
                  <a:effectLst/>
                  <a:uFillTx/>
                  <a:ea typeface="+mj-ea"/>
                  <a:cs typeface="+mj-cs"/>
                  <a:sym typeface="Gill Sans"/>
                </a:endParaRPr>
              </a:p>
            </p:txBody>
          </p:sp>
        </mc:Choice>
        <mc:Fallback xmlns="">
          <p:sp>
            <p:nvSpPr>
              <p:cNvPr id="32" name="TextBox 31">
                <a:extLst>
                  <a:ext uri="{FF2B5EF4-FFF2-40B4-BE49-F238E27FC236}">
                    <a16:creationId xmlns:a16="http://schemas.microsoft.com/office/drawing/2014/main" id="{6DB8E68D-A705-8AFE-28A4-F29C0AF1A608}"/>
                  </a:ext>
                </a:extLst>
              </p:cNvPr>
              <p:cNvSpPr txBox="1">
                <a:spLocks noRot="1" noChangeAspect="1" noMove="1" noResize="1" noEditPoints="1" noAdjustHandles="1" noChangeArrowheads="1" noChangeShapeType="1" noTextEdit="1"/>
              </p:cNvSpPr>
              <p:nvPr/>
            </p:nvSpPr>
            <p:spPr>
              <a:xfrm>
                <a:off x="1382650" y="4274157"/>
                <a:ext cx="888641" cy="533479"/>
              </a:xfrm>
              <a:prstGeom prst="rect">
                <a:avLst/>
              </a:prstGeom>
              <a:blipFill>
                <a:blip r:embed="rId4"/>
                <a:stretch>
                  <a:fillRect l="-4795" r="-3425"/>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E34F3EC-66F0-E9FA-28C6-FD60BB4FF4E3}"/>
                  </a:ext>
                </a:extLst>
              </p:cNvPr>
              <p:cNvSpPr txBox="1"/>
              <p:nvPr/>
            </p:nvSpPr>
            <p:spPr>
              <a:xfrm>
                <a:off x="4024280" y="1512095"/>
                <a:ext cx="978922"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Tx/>
                    <a:latin typeface="+mj-lt"/>
                    <a:ea typeface="+mj-ea"/>
                    <a:cs typeface="+mj-cs"/>
                    <a:sym typeface="Gill Sans"/>
                  </a:rPr>
                  <a:t>“stay low”</a:t>
                </a:r>
              </a:p>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ctrlPr>
                        </m:sSubPr>
                        <m:e>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𝑞</m:t>
                          </m:r>
                        </m:e>
                        <m: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Cambria Math" panose="02040503050406030204" pitchFamily="18" charset="0"/>
                              <a:sym typeface="Gill Sans"/>
                            </a:rPr>
                            <m:t>⋆</m:t>
                          </m:r>
                        </m:sub>
                      </m:s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=10.41</m:t>
                      </m:r>
                    </m:oMath>
                  </m:oMathPara>
                </a14:m>
                <a:endParaRPr kumimoji="0" lang="en-US" sz="1400" i="0" u="none" strike="noStrike" cap="none" spc="0" normalizeH="0" baseline="0" dirty="0">
                  <a:ln>
                    <a:noFill/>
                  </a:ln>
                  <a:solidFill>
                    <a:srgbClr val="000000"/>
                  </a:solidFill>
                  <a:effectLst/>
                  <a:uFillTx/>
                  <a:ea typeface="+mj-ea"/>
                  <a:cs typeface="+mj-cs"/>
                  <a:sym typeface="Gill Sans"/>
                </a:endParaRPr>
              </a:p>
            </p:txBody>
          </p:sp>
        </mc:Choice>
        <mc:Fallback xmlns="">
          <p:sp>
            <p:nvSpPr>
              <p:cNvPr id="34" name="TextBox 33">
                <a:extLst>
                  <a:ext uri="{FF2B5EF4-FFF2-40B4-BE49-F238E27FC236}">
                    <a16:creationId xmlns:a16="http://schemas.microsoft.com/office/drawing/2014/main" id="{7E34F3EC-66F0-E9FA-28C6-FD60BB4FF4E3}"/>
                  </a:ext>
                </a:extLst>
              </p:cNvPr>
              <p:cNvSpPr txBox="1">
                <a:spLocks noRot="1" noChangeAspect="1" noMove="1" noResize="1" noEditPoints="1" noAdjustHandles="1" noChangeArrowheads="1" noChangeShapeType="1" noTextEdit="1"/>
              </p:cNvSpPr>
              <p:nvPr/>
            </p:nvSpPr>
            <p:spPr>
              <a:xfrm>
                <a:off x="4024280" y="1512095"/>
                <a:ext cx="978922" cy="533479"/>
              </a:xfrm>
              <a:prstGeom prst="rect">
                <a:avLst/>
              </a:prstGeom>
              <a:blipFill>
                <a:blip r:embed="rId5"/>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FBA43DF-40EA-54C5-D6F8-551D9039F94C}"/>
                  </a:ext>
                </a:extLst>
              </p:cNvPr>
              <p:cNvSpPr txBox="1"/>
              <p:nvPr/>
            </p:nvSpPr>
            <p:spPr>
              <a:xfrm>
                <a:off x="4803075" y="2313716"/>
                <a:ext cx="1040926"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Tx/>
                    <a:latin typeface="+mj-lt"/>
                    <a:ea typeface="+mj-ea"/>
                    <a:cs typeface="+mj-cs"/>
                    <a:sym typeface="Gill Sans"/>
                  </a:rPr>
                  <a:t>“run”</a:t>
                </a:r>
              </a:p>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ctrlPr>
                        </m:sSubPr>
                        <m:e>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𝑞</m:t>
                          </m:r>
                        </m:e>
                        <m: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Cambria Math" panose="02040503050406030204" pitchFamily="18" charset="0"/>
                              <a:sym typeface="Gill Sans"/>
                            </a:rPr>
                            <m:t>⋆</m:t>
                          </m:r>
                        </m:sub>
                      </m:s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m:t>
                      </m:r>
                      <m:r>
                        <a:rPr kumimoji="0" lang="en-US" sz="1400" b="1"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t>𝟏𝟎</m:t>
                      </m:r>
                      <m:r>
                        <a:rPr kumimoji="0" lang="en-US" sz="1400" b="1"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t>.</m:t>
                      </m:r>
                      <m:r>
                        <a:rPr kumimoji="0" lang="en-US" sz="1400" b="1"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t>𝟔𝟑</m:t>
                      </m:r>
                    </m:oMath>
                  </m:oMathPara>
                </a14:m>
                <a:endParaRPr kumimoji="0" lang="en-US" sz="1400" b="1" i="0" u="none" strike="noStrike" cap="none" spc="0" normalizeH="0" baseline="0" dirty="0">
                  <a:ln>
                    <a:noFill/>
                  </a:ln>
                  <a:solidFill>
                    <a:srgbClr val="000000"/>
                  </a:solidFill>
                  <a:effectLst/>
                  <a:uFillTx/>
                  <a:ea typeface="+mj-ea"/>
                  <a:cs typeface="+mj-cs"/>
                  <a:sym typeface="Gill Sans"/>
                </a:endParaRPr>
              </a:p>
            </p:txBody>
          </p:sp>
        </mc:Choice>
        <mc:Fallback xmlns="">
          <p:sp>
            <p:nvSpPr>
              <p:cNvPr id="35" name="TextBox 34">
                <a:extLst>
                  <a:ext uri="{FF2B5EF4-FFF2-40B4-BE49-F238E27FC236}">
                    <a16:creationId xmlns:a16="http://schemas.microsoft.com/office/drawing/2014/main" id="{4FBA43DF-40EA-54C5-D6F8-551D9039F94C}"/>
                  </a:ext>
                </a:extLst>
              </p:cNvPr>
              <p:cNvSpPr txBox="1">
                <a:spLocks noRot="1" noChangeAspect="1" noMove="1" noResize="1" noEditPoints="1" noAdjustHandles="1" noChangeArrowheads="1" noChangeShapeType="1" noTextEdit="1"/>
              </p:cNvSpPr>
              <p:nvPr/>
            </p:nvSpPr>
            <p:spPr>
              <a:xfrm>
                <a:off x="4803075" y="2313716"/>
                <a:ext cx="1040926" cy="533479"/>
              </a:xfrm>
              <a:prstGeom prst="rect">
                <a:avLst/>
              </a:prstGeom>
              <a:blipFill>
                <a:blip r:embed="rId6"/>
                <a:stretch>
                  <a:fillRect t="-1149"/>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1BD59A9-C810-D5F1-D13E-302C5B84EFA3}"/>
                  </a:ext>
                </a:extLst>
              </p:cNvPr>
              <p:cNvSpPr txBox="1"/>
              <p:nvPr/>
            </p:nvSpPr>
            <p:spPr>
              <a:xfrm>
                <a:off x="6677965" y="4206387"/>
                <a:ext cx="1040926"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Tx/>
                    <a:latin typeface="+mj-lt"/>
                    <a:ea typeface="+mj-ea"/>
                    <a:cs typeface="+mj-cs"/>
                    <a:sym typeface="Gill Sans"/>
                  </a:rPr>
                  <a:t>“stay low”</a:t>
                </a:r>
              </a:p>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ctrlPr>
                        </m:sSubPr>
                        <m:e>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𝑞</m:t>
                          </m:r>
                        </m:e>
                        <m: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Cambria Math" panose="02040503050406030204" pitchFamily="18" charset="0"/>
                              <a:sym typeface="Gill Sans"/>
                            </a:rPr>
                            <m:t>⋆</m:t>
                          </m:r>
                        </m:sub>
                      </m:s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m:t>
                      </m:r>
                      <m:r>
                        <a:rPr kumimoji="0" lang="en-US" sz="1400" b="1"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t>𝟏𝟑</m:t>
                      </m:r>
                      <m:r>
                        <a:rPr kumimoji="0" lang="en-US" sz="1400" b="1"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t>.</m:t>
                      </m:r>
                      <m:r>
                        <a:rPr kumimoji="0" lang="en-US" sz="1400" b="1"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t>𝟗𝟗</m:t>
                      </m:r>
                    </m:oMath>
                  </m:oMathPara>
                </a14:m>
                <a:endParaRPr kumimoji="0" lang="en-US" sz="1400" b="1" i="0" u="none" strike="noStrike" cap="none" spc="0" normalizeH="0" baseline="0" dirty="0">
                  <a:ln>
                    <a:noFill/>
                  </a:ln>
                  <a:solidFill>
                    <a:srgbClr val="000000"/>
                  </a:solidFill>
                  <a:effectLst/>
                  <a:uFillTx/>
                  <a:ea typeface="+mj-ea"/>
                  <a:cs typeface="+mj-cs"/>
                  <a:sym typeface="Gill Sans"/>
                </a:endParaRPr>
              </a:p>
            </p:txBody>
          </p:sp>
        </mc:Choice>
        <mc:Fallback xmlns="">
          <p:sp>
            <p:nvSpPr>
              <p:cNvPr id="36" name="TextBox 35">
                <a:extLst>
                  <a:ext uri="{FF2B5EF4-FFF2-40B4-BE49-F238E27FC236}">
                    <a16:creationId xmlns:a16="http://schemas.microsoft.com/office/drawing/2014/main" id="{C1BD59A9-C810-D5F1-D13E-302C5B84EFA3}"/>
                  </a:ext>
                </a:extLst>
              </p:cNvPr>
              <p:cNvSpPr txBox="1">
                <a:spLocks noRot="1" noChangeAspect="1" noMove="1" noResize="1" noEditPoints="1" noAdjustHandles="1" noChangeArrowheads="1" noChangeShapeType="1" noTextEdit="1"/>
              </p:cNvSpPr>
              <p:nvPr/>
            </p:nvSpPr>
            <p:spPr>
              <a:xfrm>
                <a:off x="6677965" y="4206387"/>
                <a:ext cx="1040926" cy="533479"/>
              </a:xfrm>
              <a:prstGeom prst="rect">
                <a:avLst/>
              </a:prstGeom>
              <a:blipFill>
                <a:blip r:embed="rId7"/>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89BBF99-D911-3072-F4D5-45B0A581A2E4}"/>
                  </a:ext>
                </a:extLst>
              </p:cNvPr>
              <p:cNvSpPr txBox="1"/>
              <p:nvPr/>
            </p:nvSpPr>
            <p:spPr>
              <a:xfrm>
                <a:off x="5547796" y="4751236"/>
                <a:ext cx="879536"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Tx/>
                    <a:latin typeface="+mj-lt"/>
                    <a:ea typeface="+mj-ea"/>
                    <a:cs typeface="+mj-cs"/>
                    <a:sym typeface="Gill Sans"/>
                  </a:rPr>
                  <a:t>“run”</a:t>
                </a:r>
              </a:p>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ctrlPr>
                        </m:sSubPr>
                        <m:e>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𝑞</m:t>
                          </m:r>
                        </m:e>
                        <m: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Cambria Math" panose="02040503050406030204" pitchFamily="18" charset="0"/>
                              <a:sym typeface="Gill Sans"/>
                            </a:rPr>
                            <m:t>⋆</m:t>
                          </m:r>
                        </m:sub>
                      </m:s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=2.51</m:t>
                      </m:r>
                    </m:oMath>
                  </m:oMathPara>
                </a14:m>
                <a:endParaRPr kumimoji="0" lang="en-US" sz="1400" b="0" i="0" u="none" strike="noStrike" cap="none" spc="0" normalizeH="0" baseline="0" dirty="0">
                  <a:ln>
                    <a:noFill/>
                  </a:ln>
                  <a:solidFill>
                    <a:srgbClr val="000000"/>
                  </a:solidFill>
                  <a:effectLst/>
                  <a:uFillTx/>
                  <a:latin typeface="+mj-lt"/>
                  <a:ea typeface="+mj-ea"/>
                  <a:cs typeface="+mj-cs"/>
                  <a:sym typeface="Gill Sans"/>
                </a:endParaRPr>
              </a:p>
            </p:txBody>
          </p:sp>
        </mc:Choice>
        <mc:Fallback xmlns="">
          <p:sp>
            <p:nvSpPr>
              <p:cNvPr id="37" name="TextBox 36">
                <a:extLst>
                  <a:ext uri="{FF2B5EF4-FFF2-40B4-BE49-F238E27FC236}">
                    <a16:creationId xmlns:a16="http://schemas.microsoft.com/office/drawing/2014/main" id="{289BBF99-D911-3072-F4D5-45B0A581A2E4}"/>
                  </a:ext>
                </a:extLst>
              </p:cNvPr>
              <p:cNvSpPr txBox="1">
                <a:spLocks noRot="1" noChangeAspect="1" noMove="1" noResize="1" noEditPoints="1" noAdjustHandles="1" noChangeArrowheads="1" noChangeShapeType="1" noTextEdit="1"/>
              </p:cNvSpPr>
              <p:nvPr/>
            </p:nvSpPr>
            <p:spPr>
              <a:xfrm>
                <a:off x="5547796" y="4751236"/>
                <a:ext cx="879536" cy="533479"/>
              </a:xfrm>
              <a:prstGeom prst="rect">
                <a:avLst/>
              </a:prstGeom>
              <a:blipFill>
                <a:blip r:embed="rId8"/>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BF93E0D-0812-DA65-9839-939A7DF13672}"/>
                  </a:ext>
                </a:extLst>
              </p:cNvPr>
              <p:cNvSpPr txBox="1"/>
              <p:nvPr/>
            </p:nvSpPr>
            <p:spPr>
              <a:xfrm>
                <a:off x="4431840" y="5957445"/>
                <a:ext cx="51001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800" b="0"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ctrlPr>
                        </m:sSubPr>
                        <m:e>
                          <m:r>
                            <a:rPr kumimoji="0" lang="en-US" sz="2800" b="0"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t>𝑣</m:t>
                          </m:r>
                        </m:e>
                        <m:sub>
                          <m:r>
                            <a:rPr kumimoji="0" lang="en-US" sz="2800" b="0" i="1" u="none" strike="noStrike" cap="none" spc="0" normalizeH="0" baseline="0" smtClean="0">
                              <a:ln>
                                <a:noFill/>
                              </a:ln>
                              <a:solidFill>
                                <a:srgbClr val="B34836"/>
                              </a:solidFill>
                              <a:effectLst/>
                              <a:uFillTx/>
                              <a:latin typeface="Cambria Math" panose="02040503050406030204" pitchFamily="18" charset="0"/>
                              <a:ea typeface="Cambria Math" panose="02040503050406030204" pitchFamily="18" charset="0"/>
                              <a:sym typeface="Gill Sans"/>
                            </a:rPr>
                            <m:t>⋆</m:t>
                          </m:r>
                        </m:sub>
                      </m:sSub>
                    </m:oMath>
                  </m:oMathPara>
                </a14:m>
                <a:endParaRPr kumimoji="0" lang="en-US" sz="2800" b="0" i="0" u="none" strike="noStrike" cap="none" spc="0" normalizeH="0" baseline="0" dirty="0">
                  <a:ln>
                    <a:noFill/>
                  </a:ln>
                  <a:solidFill>
                    <a:srgbClr val="000000"/>
                  </a:solidFill>
                  <a:effectLst/>
                  <a:uFillTx/>
                  <a:latin typeface="+mj-lt"/>
                  <a:ea typeface="+mj-ea"/>
                  <a:cs typeface="+mj-cs"/>
                  <a:sym typeface="Gill Sans"/>
                </a:endParaRPr>
              </a:p>
            </p:txBody>
          </p:sp>
        </mc:Choice>
        <mc:Fallback xmlns="">
          <p:sp>
            <p:nvSpPr>
              <p:cNvPr id="38" name="TextBox 37">
                <a:extLst>
                  <a:ext uri="{FF2B5EF4-FFF2-40B4-BE49-F238E27FC236}">
                    <a16:creationId xmlns:a16="http://schemas.microsoft.com/office/drawing/2014/main" id="{3BF93E0D-0812-DA65-9839-939A7DF13672}"/>
                  </a:ext>
                </a:extLst>
              </p:cNvPr>
              <p:cNvSpPr txBox="1">
                <a:spLocks noRot="1" noChangeAspect="1" noMove="1" noResize="1" noEditPoints="1" noAdjustHandles="1" noChangeArrowheads="1" noChangeShapeType="1" noTextEdit="1"/>
              </p:cNvSpPr>
              <p:nvPr/>
            </p:nvSpPr>
            <p:spPr>
              <a:xfrm>
                <a:off x="4431840" y="5957445"/>
                <a:ext cx="510011" cy="533479"/>
              </a:xfrm>
              <a:prstGeom prst="rect">
                <a:avLst/>
              </a:prstGeom>
              <a:blipFill>
                <a:blip r:embed="rId9"/>
                <a:stretch>
                  <a:fillRect/>
                </a:stretch>
              </a:blipFill>
              <a:ln w="12700" cap="flat">
                <a:noFill/>
                <a:miter lim="400000"/>
              </a:ln>
              <a:effectLst/>
            </p:spPr>
            <p:txBody>
              <a:bodyPr/>
              <a:lstStyle/>
              <a:p>
                <a:r>
                  <a:rPr lang="en-US">
                    <a:noFill/>
                  </a:rPr>
                  <a:t> </a:t>
                </a:r>
              </a:p>
            </p:txBody>
          </p:sp>
        </mc:Fallback>
      </mc:AlternateContent>
      <p:sp>
        <p:nvSpPr>
          <p:cNvPr id="39" name="Rectangle 38">
            <a:extLst>
              <a:ext uri="{FF2B5EF4-FFF2-40B4-BE49-F238E27FC236}">
                <a16:creationId xmlns:a16="http://schemas.microsoft.com/office/drawing/2014/main" id="{25EE2993-6C4B-C84B-07F1-929A5FE23D88}"/>
              </a:ext>
            </a:extLst>
          </p:cNvPr>
          <p:cNvSpPr/>
          <p:nvPr/>
        </p:nvSpPr>
        <p:spPr>
          <a:xfrm>
            <a:off x="1496836" y="3118192"/>
            <a:ext cx="1146388" cy="533479"/>
          </a:xfrm>
          <a:prstGeom prst="rect">
            <a:avLst/>
          </a:prstGeom>
          <a:solidFill>
            <a:srgbClr val="B34836"/>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50800" rIns="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rPr>
              <a:t>“Run!”</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2C21897-EDDA-0ACD-7A17-047A6C958D26}"/>
                  </a:ext>
                </a:extLst>
              </p:cNvPr>
              <p:cNvSpPr txBox="1"/>
              <p:nvPr/>
            </p:nvSpPr>
            <p:spPr>
              <a:xfrm>
                <a:off x="7880153" y="1670541"/>
                <a:ext cx="1117550"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𝛾</m:t>
                      </m:r>
                      <m: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=0.95</m:t>
                      </m:r>
                    </m:oMath>
                  </m:oMathPara>
                </a14:m>
                <a:endParaRPr kumimoji="0" lang="en-US" sz="2000" b="0" i="0" u="none" strike="noStrike" cap="none" spc="0" normalizeH="0" baseline="0" dirty="0">
                  <a:ln>
                    <a:noFill/>
                  </a:ln>
                  <a:solidFill>
                    <a:srgbClr val="000000"/>
                  </a:solidFill>
                  <a:effectLst/>
                  <a:uFillTx/>
                  <a:ea typeface="+mj-ea"/>
                  <a:cs typeface="+mj-cs"/>
                  <a:sym typeface="Gill Sans"/>
                </a:endParaRPr>
              </a:p>
            </p:txBody>
          </p:sp>
        </mc:Choice>
        <mc:Fallback xmlns="">
          <p:sp>
            <p:nvSpPr>
              <p:cNvPr id="40" name="TextBox 39">
                <a:extLst>
                  <a:ext uri="{FF2B5EF4-FFF2-40B4-BE49-F238E27FC236}">
                    <a16:creationId xmlns:a16="http://schemas.microsoft.com/office/drawing/2014/main" id="{62C21897-EDDA-0ACD-7A17-047A6C958D26}"/>
                  </a:ext>
                </a:extLst>
              </p:cNvPr>
              <p:cNvSpPr txBox="1">
                <a:spLocks noRot="1" noChangeAspect="1" noMove="1" noResize="1" noEditPoints="1" noAdjustHandles="1" noChangeArrowheads="1" noChangeShapeType="1" noTextEdit="1"/>
              </p:cNvSpPr>
              <p:nvPr/>
            </p:nvSpPr>
            <p:spPr>
              <a:xfrm>
                <a:off x="7880153" y="1670541"/>
                <a:ext cx="1117550" cy="410369"/>
              </a:xfrm>
              <a:prstGeom prst="rect">
                <a:avLst/>
              </a:prstGeom>
              <a:blipFill>
                <a:blip r:embed="rId10"/>
                <a:stretch>
                  <a:fillRect l="-3279" b="-4478"/>
                </a:stretch>
              </a:blipFill>
              <a:ln w="12700" cap="flat">
                <a:noFill/>
                <a:miter lim="400000"/>
              </a:ln>
              <a:effectLst/>
            </p:spPr>
            <p:txBody>
              <a:bodyPr/>
              <a:lstStyle/>
              <a:p>
                <a:r>
                  <a:rPr lang="en-US">
                    <a:noFill/>
                  </a:rPr>
                  <a:t> </a:t>
                </a:r>
              </a:p>
            </p:txBody>
          </p:sp>
        </mc:Fallback>
      </mc:AlternateContent>
      <p:grpSp>
        <p:nvGrpSpPr>
          <p:cNvPr id="17" name="Group 16">
            <a:extLst>
              <a:ext uri="{FF2B5EF4-FFF2-40B4-BE49-F238E27FC236}">
                <a16:creationId xmlns:a16="http://schemas.microsoft.com/office/drawing/2014/main" id="{6BEAA7B4-906E-92E9-A6F0-E457C7231B03}"/>
              </a:ext>
            </a:extLst>
          </p:cNvPr>
          <p:cNvGrpSpPr/>
          <p:nvPr/>
        </p:nvGrpSpPr>
        <p:grpSpPr>
          <a:xfrm rot="15707209">
            <a:off x="2599604" y="3588062"/>
            <a:ext cx="899543" cy="646771"/>
            <a:chOff x="4522775" y="2570480"/>
            <a:chExt cx="899543" cy="646771"/>
          </a:xfrm>
        </p:grpSpPr>
        <p:sp>
          <p:nvSpPr>
            <p:cNvPr id="19" name="Rectangle 18">
              <a:extLst>
                <a:ext uri="{FF2B5EF4-FFF2-40B4-BE49-F238E27FC236}">
                  <a16:creationId xmlns:a16="http://schemas.microsoft.com/office/drawing/2014/main" id="{606829E7-4B5B-9738-36D2-0DFEE831009A}"/>
                </a:ext>
              </a:extLst>
            </p:cNvPr>
            <p:cNvSpPr/>
            <p:nvPr/>
          </p:nvSpPr>
          <p:spPr>
            <a:xfrm rot="2642144">
              <a:off x="4522775" y="2814510"/>
              <a:ext cx="899543" cy="16641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cxnSp>
          <p:nvCxnSpPr>
            <p:cNvPr id="20" name="Straight Arrow Connector 19">
              <a:extLst>
                <a:ext uri="{FF2B5EF4-FFF2-40B4-BE49-F238E27FC236}">
                  <a16:creationId xmlns:a16="http://schemas.microsoft.com/office/drawing/2014/main" id="{FF4B93BF-DD02-8E95-DEBF-0B6BDDC42E83}"/>
                </a:ext>
              </a:extLst>
            </p:cNvPr>
            <p:cNvCxnSpPr>
              <a:cxnSpLocks/>
            </p:cNvCxnSpPr>
            <p:nvPr/>
          </p:nvCxnSpPr>
          <p:spPr>
            <a:xfrm>
              <a:off x="4613100" y="2570480"/>
              <a:ext cx="695500" cy="646771"/>
            </a:xfrm>
            <a:prstGeom prst="straightConnector1">
              <a:avLst/>
            </a:prstGeom>
            <a:noFill/>
            <a:ln w="38100" cap="flat">
              <a:solidFill>
                <a:srgbClr val="B34836"/>
              </a:solidFill>
              <a:prstDash val="solid"/>
              <a:miter lim="400000"/>
              <a:tailEnd type="stealth"/>
            </a:ln>
            <a:effectLst/>
            <a:sp3d/>
          </p:spPr>
          <p:style>
            <a:lnRef idx="0">
              <a:scrgbClr r="0" g="0" b="0"/>
            </a:lnRef>
            <a:fillRef idx="0">
              <a:scrgbClr r="0" g="0" b="0"/>
            </a:fillRef>
            <a:effectRef idx="0">
              <a:scrgbClr r="0" g="0" b="0"/>
            </a:effectRef>
            <a:fontRef idx="none"/>
          </p:style>
        </p:cxnSp>
      </p:gr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C30E526-E490-E32D-C3EA-BBA12EE2EEDB}"/>
                  </a:ext>
                </a:extLst>
              </p:cNvPr>
              <p:cNvSpPr txBox="1"/>
              <p:nvPr/>
            </p:nvSpPr>
            <p:spPr>
              <a:xfrm>
                <a:off x="2135822" y="3600391"/>
                <a:ext cx="933525"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Tx/>
                    <a:latin typeface="+mj-lt"/>
                    <a:ea typeface="+mj-ea"/>
                    <a:cs typeface="+mj-cs"/>
                    <a:sym typeface="Gill Sans"/>
                  </a:rPr>
                  <a:t>“run”</a:t>
                </a:r>
              </a:p>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ctrlPr>
                        </m:sSubPr>
                        <m:e>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𝑞</m:t>
                          </m:r>
                        </m:e>
                        <m: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Cambria Math" panose="02040503050406030204" pitchFamily="18" charset="0"/>
                              <a:sym typeface="Gill Sans"/>
                            </a:rPr>
                            <m:t>⋆</m:t>
                          </m:r>
                        </m:sub>
                      </m:sSub>
                      <m:r>
                        <a:rPr kumimoji="0" lang="en-US" sz="1400" b="0" i="1" u="none" strike="noStrike" cap="none" spc="0" normalizeH="0" baseline="0" smtClean="0">
                          <a:ln>
                            <a:noFill/>
                          </a:ln>
                          <a:solidFill>
                            <a:schemeClr val="accent6">
                              <a:lumMod val="60000"/>
                              <a:lumOff val="40000"/>
                            </a:schemeClr>
                          </a:solidFill>
                          <a:effectLst/>
                          <a:uFillTx/>
                          <a:latin typeface="Cambria Math" panose="02040503050406030204" pitchFamily="18" charset="0"/>
                          <a:ea typeface="+mj-ea"/>
                          <a:cs typeface="+mj-cs"/>
                          <a:sym typeface="Gill Sans"/>
                        </a:rPr>
                        <m:t>=</m:t>
                      </m:r>
                      <m:r>
                        <a:rPr kumimoji="0" lang="en-US" sz="1400" b="1"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t>𝟖</m:t>
                      </m:r>
                      <m:r>
                        <a:rPr kumimoji="0" lang="en-US" sz="1400" b="1"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t>.</m:t>
                      </m:r>
                      <m:r>
                        <a:rPr kumimoji="0" lang="en-US" sz="1400" b="1" i="1" u="none" strike="noStrike" cap="none" spc="0" normalizeH="0" baseline="0" smtClean="0">
                          <a:ln>
                            <a:noFill/>
                          </a:ln>
                          <a:solidFill>
                            <a:srgbClr val="B34836"/>
                          </a:solidFill>
                          <a:effectLst/>
                          <a:uFillTx/>
                          <a:latin typeface="Cambria Math" panose="02040503050406030204" pitchFamily="18" charset="0"/>
                          <a:ea typeface="+mj-ea"/>
                          <a:cs typeface="+mj-cs"/>
                          <a:sym typeface="Gill Sans"/>
                        </a:rPr>
                        <m:t>𝟎𝟖</m:t>
                      </m:r>
                    </m:oMath>
                  </m:oMathPara>
                </a14:m>
                <a:endParaRPr kumimoji="0" lang="en-US" sz="1400" b="1" i="0" u="none" strike="noStrike" cap="none" spc="0" normalizeH="0" baseline="0" dirty="0">
                  <a:ln>
                    <a:noFill/>
                  </a:ln>
                  <a:solidFill>
                    <a:srgbClr val="000000"/>
                  </a:solidFill>
                  <a:effectLst/>
                  <a:uFillTx/>
                  <a:ea typeface="+mj-ea"/>
                  <a:cs typeface="+mj-cs"/>
                  <a:sym typeface="Gill Sans"/>
                </a:endParaRPr>
              </a:p>
            </p:txBody>
          </p:sp>
        </mc:Choice>
        <mc:Fallback xmlns="">
          <p:sp>
            <p:nvSpPr>
              <p:cNvPr id="33" name="TextBox 32">
                <a:extLst>
                  <a:ext uri="{FF2B5EF4-FFF2-40B4-BE49-F238E27FC236}">
                    <a16:creationId xmlns:a16="http://schemas.microsoft.com/office/drawing/2014/main" id="{3C30E526-E490-E32D-C3EA-BBA12EE2EEDB}"/>
                  </a:ext>
                </a:extLst>
              </p:cNvPr>
              <p:cNvSpPr txBox="1">
                <a:spLocks noRot="1" noChangeAspect="1" noMove="1" noResize="1" noEditPoints="1" noAdjustHandles="1" noChangeArrowheads="1" noChangeShapeType="1" noTextEdit="1"/>
              </p:cNvSpPr>
              <p:nvPr/>
            </p:nvSpPr>
            <p:spPr>
              <a:xfrm>
                <a:off x="2135822" y="3600391"/>
                <a:ext cx="933525" cy="533479"/>
              </a:xfrm>
              <a:prstGeom prst="rect">
                <a:avLst/>
              </a:prstGeom>
              <a:blipFill>
                <a:blip r:embed="rId11"/>
                <a:stretch>
                  <a:fillRect t="-1149"/>
                </a:stretch>
              </a:blipFill>
              <a:ln w="12700" cap="flat">
                <a:noFill/>
                <a:miter lim="400000"/>
              </a:ln>
              <a:effectLst/>
            </p:spPr>
            <p:txBody>
              <a:bodyPr/>
              <a:lstStyle/>
              <a:p>
                <a:r>
                  <a:rPr lang="en-US">
                    <a:noFill/>
                  </a:rPr>
                  <a:t> </a:t>
                </a:r>
              </a:p>
            </p:txBody>
          </p:sp>
        </mc:Fallback>
      </mc:AlternateContent>
      <p:sp>
        <p:nvSpPr>
          <p:cNvPr id="24" name="Rectangle 23">
            <a:extLst>
              <a:ext uri="{FF2B5EF4-FFF2-40B4-BE49-F238E27FC236}">
                <a16:creationId xmlns:a16="http://schemas.microsoft.com/office/drawing/2014/main" id="{3B6E3667-8A3B-3D10-1373-0A1C3D96063E}"/>
              </a:ext>
            </a:extLst>
          </p:cNvPr>
          <p:cNvSpPr/>
          <p:nvPr/>
        </p:nvSpPr>
        <p:spPr>
          <a:xfrm>
            <a:off x="5770748" y="3486776"/>
            <a:ext cx="162560" cy="222671"/>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21" name="TextBox 20">
            <a:extLst>
              <a:ext uri="{FF2B5EF4-FFF2-40B4-BE49-F238E27FC236}">
                <a16:creationId xmlns:a16="http://schemas.microsoft.com/office/drawing/2014/main" id="{9C220AB4-05FE-A80F-A2CA-2808D0D54D93}"/>
              </a:ext>
            </a:extLst>
          </p:cNvPr>
          <p:cNvSpPr txBox="1"/>
          <p:nvPr/>
        </p:nvSpPr>
        <p:spPr>
          <a:xfrm>
            <a:off x="5604538" y="3462565"/>
            <a:ext cx="298159"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000000"/>
                </a:solidFill>
                <a:effectLst/>
                <a:uFillTx/>
                <a:latin typeface="+mj-lt"/>
                <a:ea typeface="+mj-ea"/>
                <a:cs typeface="+mj-cs"/>
                <a:sym typeface="Gill Sans"/>
              </a:rPr>
              <a:t>0.8</a:t>
            </a:r>
          </a:p>
        </p:txBody>
      </p:sp>
      <p:sp>
        <p:nvSpPr>
          <p:cNvPr id="25" name="Rectangle 24">
            <a:extLst>
              <a:ext uri="{FF2B5EF4-FFF2-40B4-BE49-F238E27FC236}">
                <a16:creationId xmlns:a16="http://schemas.microsoft.com/office/drawing/2014/main" id="{A3CC46FF-A5BB-0808-D956-BEDB4C7DB18A}"/>
              </a:ext>
            </a:extLst>
          </p:cNvPr>
          <p:cNvSpPr/>
          <p:nvPr/>
        </p:nvSpPr>
        <p:spPr>
          <a:xfrm>
            <a:off x="5019840" y="3361389"/>
            <a:ext cx="197320" cy="222671"/>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41" name="TextBox 40">
            <a:extLst>
              <a:ext uri="{FF2B5EF4-FFF2-40B4-BE49-F238E27FC236}">
                <a16:creationId xmlns:a16="http://schemas.microsoft.com/office/drawing/2014/main" id="{20144CF8-5969-E6FF-F4D2-E6CE25CA0600}"/>
              </a:ext>
            </a:extLst>
          </p:cNvPr>
          <p:cNvSpPr txBox="1"/>
          <p:nvPr/>
        </p:nvSpPr>
        <p:spPr>
          <a:xfrm>
            <a:off x="4956990" y="3378563"/>
            <a:ext cx="298159"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000000"/>
                </a:solidFill>
                <a:effectLst/>
                <a:uFillTx/>
                <a:latin typeface="+mj-lt"/>
                <a:ea typeface="+mj-ea"/>
                <a:cs typeface="+mj-cs"/>
                <a:sym typeface="Gill Sans"/>
              </a:rPr>
              <a:t>0.2</a:t>
            </a:r>
          </a:p>
        </p:txBody>
      </p:sp>
      <p:sp>
        <p:nvSpPr>
          <p:cNvPr id="2" name="Slide Number Placeholder 1">
            <a:extLst>
              <a:ext uri="{FF2B5EF4-FFF2-40B4-BE49-F238E27FC236}">
                <a16:creationId xmlns:a16="http://schemas.microsoft.com/office/drawing/2014/main" id="{26EBE146-6757-F87F-206E-3EC16CF06E9C}"/>
              </a:ext>
            </a:extLst>
          </p:cNvPr>
          <p:cNvSpPr>
            <a:spLocks noGrp="1"/>
          </p:cNvSpPr>
          <p:nvPr>
            <p:ph type="sldNum" sz="quarter" idx="2"/>
          </p:nvPr>
        </p:nvSpPr>
        <p:spPr/>
        <p:txBody>
          <a:bodyPr/>
          <a:lstStyle/>
          <a:p>
            <a:fld id="{86CB4B4D-7CA3-9044-876B-883B54F8677D}" type="slidenum">
              <a:rPr lang="en-US" smtClean="0"/>
              <a:t>51</a:t>
            </a:fld>
            <a:endParaRPr lang="en-US"/>
          </a:p>
        </p:txBody>
      </p:sp>
      <p:sp>
        <p:nvSpPr>
          <p:cNvPr id="8" name="Date Placeholder 3">
            <a:extLst>
              <a:ext uri="{FF2B5EF4-FFF2-40B4-BE49-F238E27FC236}">
                <a16:creationId xmlns:a16="http://schemas.microsoft.com/office/drawing/2014/main" id="{AAAE71D4-9DF2-C2B9-F1A4-C942B9E16D11}"/>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Footer Placeholder 5">
            <a:extLst>
              <a:ext uri="{FF2B5EF4-FFF2-40B4-BE49-F238E27FC236}">
                <a16:creationId xmlns:a16="http://schemas.microsoft.com/office/drawing/2014/main" id="{AE6DC779-240B-4770-316F-FA581DC02648}"/>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6187617D-3D98-A437-48B1-56F71C4839B7}"/>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51</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
        <p:nvSpPr>
          <p:cNvPr id="29" name="TextBox 28">
            <a:extLst>
              <a:ext uri="{FF2B5EF4-FFF2-40B4-BE49-F238E27FC236}">
                <a16:creationId xmlns:a16="http://schemas.microsoft.com/office/drawing/2014/main" id="{D7D7D636-1FC8-94F9-8B3B-3D0F2E91F7D7}"/>
              </a:ext>
            </a:extLst>
          </p:cNvPr>
          <p:cNvSpPr txBox="1"/>
          <p:nvPr/>
        </p:nvSpPr>
        <p:spPr>
          <a:xfrm>
            <a:off x="4042747" y="1106283"/>
            <a:ext cx="92974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rgbClr val="C00000"/>
                </a:solidFill>
                <a:effectLst/>
                <a:uFillTx/>
                <a:latin typeface="+mj-lt"/>
                <a:ea typeface="+mj-ea"/>
                <a:cs typeface="+mj-cs"/>
                <a:sym typeface="Gill Sans"/>
              </a:rPr>
              <a:t>10.63</a:t>
            </a:r>
            <a:endParaRPr kumimoji="0" lang="en-MY" sz="2800" b="1" i="0" u="none" strike="noStrike" cap="none" spc="0" normalizeH="0" baseline="0" dirty="0">
              <a:ln>
                <a:noFill/>
              </a:ln>
              <a:solidFill>
                <a:srgbClr val="C00000"/>
              </a:solidFill>
              <a:effectLst/>
              <a:uFillTx/>
              <a:latin typeface="+mj-lt"/>
              <a:ea typeface="+mj-ea"/>
              <a:cs typeface="+mj-cs"/>
              <a:sym typeface="Gill Sans"/>
            </a:endParaRPr>
          </a:p>
        </p:txBody>
      </p:sp>
      <p:sp>
        <p:nvSpPr>
          <p:cNvPr id="30" name="TextBox 29">
            <a:extLst>
              <a:ext uri="{FF2B5EF4-FFF2-40B4-BE49-F238E27FC236}">
                <a16:creationId xmlns:a16="http://schemas.microsoft.com/office/drawing/2014/main" id="{A4A094CD-DF52-A8E6-6CC8-C6D104C21C3F}"/>
              </a:ext>
            </a:extLst>
          </p:cNvPr>
          <p:cNvSpPr txBox="1"/>
          <p:nvPr/>
        </p:nvSpPr>
        <p:spPr>
          <a:xfrm>
            <a:off x="2104947" y="4796490"/>
            <a:ext cx="74700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rgbClr val="C00000"/>
                </a:solidFill>
                <a:effectLst/>
                <a:uFillTx/>
                <a:latin typeface="+mj-lt"/>
                <a:ea typeface="+mj-ea"/>
                <a:cs typeface="+mj-cs"/>
                <a:sym typeface="Gill Sans"/>
              </a:rPr>
              <a:t>8.08</a:t>
            </a:r>
            <a:endParaRPr kumimoji="0" lang="en-MY" sz="2800" b="1" i="0" u="none" strike="noStrike" cap="none" spc="0" normalizeH="0" baseline="0" dirty="0">
              <a:ln>
                <a:noFill/>
              </a:ln>
              <a:solidFill>
                <a:srgbClr val="C00000"/>
              </a:solidFill>
              <a:effectLst/>
              <a:uFillTx/>
              <a:latin typeface="+mj-lt"/>
              <a:ea typeface="+mj-ea"/>
              <a:cs typeface="+mj-cs"/>
              <a:sym typeface="Gill Sans"/>
            </a:endParaRPr>
          </a:p>
        </p:txBody>
      </p:sp>
      <p:sp>
        <p:nvSpPr>
          <p:cNvPr id="31" name="TextBox 30">
            <a:extLst>
              <a:ext uri="{FF2B5EF4-FFF2-40B4-BE49-F238E27FC236}">
                <a16:creationId xmlns:a16="http://schemas.microsoft.com/office/drawing/2014/main" id="{7AC173DD-AB9C-2992-6BF4-D93B6AF29650}"/>
              </a:ext>
            </a:extLst>
          </p:cNvPr>
          <p:cNvSpPr txBox="1"/>
          <p:nvPr/>
        </p:nvSpPr>
        <p:spPr>
          <a:xfrm>
            <a:off x="6406894" y="3730275"/>
            <a:ext cx="92974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lang="en-US" b="1" dirty="0">
                <a:solidFill>
                  <a:srgbClr val="C00000"/>
                </a:solidFill>
              </a:rPr>
              <a:t>13</a:t>
            </a:r>
            <a:r>
              <a:rPr kumimoji="0" lang="en-US" sz="2800" b="1" i="0" u="none" strike="noStrike" cap="none" spc="0" normalizeH="0" baseline="0" dirty="0">
                <a:ln>
                  <a:noFill/>
                </a:ln>
                <a:solidFill>
                  <a:srgbClr val="C00000"/>
                </a:solidFill>
                <a:effectLst/>
                <a:uFillTx/>
                <a:latin typeface="+mj-lt"/>
                <a:ea typeface="+mj-ea"/>
                <a:cs typeface="+mj-cs"/>
                <a:sym typeface="Gill Sans"/>
              </a:rPr>
              <a:t>.99</a:t>
            </a:r>
            <a:endParaRPr kumimoji="0" lang="en-MY" sz="2800" b="1" i="0" u="none" strike="noStrike" cap="none" spc="0" normalizeH="0" baseline="0" dirty="0">
              <a:ln>
                <a:noFill/>
              </a:ln>
              <a:solidFill>
                <a:srgbClr val="C00000"/>
              </a:solidFill>
              <a:effectLst/>
              <a:uFillTx/>
              <a:latin typeface="+mj-lt"/>
              <a:ea typeface="+mj-ea"/>
              <a:cs typeface="+mj-cs"/>
              <a:sym typeface="Gill Sans"/>
            </a:endParaRPr>
          </a:p>
        </p:txBody>
      </p:sp>
    </p:spTree>
    <p:extLst>
      <p:ext uri="{BB962C8B-B14F-4D97-AF65-F5344CB8AC3E}">
        <p14:creationId xmlns:p14="http://schemas.microsoft.com/office/powerpoint/2010/main" val="1970634670"/>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grpSp>
      <mc:AlternateContent xmlns:mc="http://schemas.openxmlformats.org/markup-compatibility/2006" xmlns:a14="http://schemas.microsoft.com/office/drawing/2010/main">
        <mc:Choice Requires="a14">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500684" y="1345601"/>
                <a:ext cx="8343461" cy="5013325"/>
              </a:xfrm>
            </p:spPr>
            <p:txBody>
              <a:bodyPr/>
              <a:lstStyle/>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Both value functions (for expectation) can recursively be decomposed in the same way, into </a:t>
                </a:r>
              </a:p>
              <a:p>
                <a:pPr marL="1203325" indent="-685800">
                  <a:buSzPct val="85000"/>
                  <a:buFont typeface="Wingdings 3" panose="05040102010807070707" pitchFamily="18" charset="2"/>
                  <a:buChar char=""/>
                </a:pPr>
                <a:r>
                  <a:rPr lang="en-US" b="0" dirty="0">
                    <a:latin typeface="Tahoma" panose="020B0604030504040204" pitchFamily="34" charset="0"/>
                    <a:ea typeface="Tahoma" panose="020B0604030504040204" pitchFamily="34" charset="0"/>
                    <a:cs typeface="Tahoma" panose="020B0604030504040204" pitchFamily="34" charset="0"/>
                  </a:rPr>
                  <a:t>immediate reward and </a:t>
                </a:r>
              </a:p>
              <a:p>
                <a:pPr marL="1203325" indent="-685800">
                  <a:buSzPct val="85000"/>
                  <a:buFont typeface="Wingdings 3" panose="05040102010807070707" pitchFamily="18" charset="2"/>
                  <a:buChar char=""/>
                </a:pPr>
                <a:r>
                  <a:rPr lang="en-US" b="0" dirty="0">
                    <a:latin typeface="Tahoma" panose="020B0604030504040204" pitchFamily="34" charset="0"/>
                    <a:ea typeface="Tahoma" panose="020B0604030504040204" pitchFamily="34" charset="0"/>
                    <a:cs typeface="Tahoma" panose="020B0604030504040204" pitchFamily="34" charset="0"/>
                  </a:rPr>
                  <a:t>discounted future reward</a:t>
                </a:r>
              </a:p>
              <a:p>
                <a:pPr marL="1203325" indent="-685800">
                  <a:buSzPct val="85000"/>
                  <a:buFont typeface="Wingdings 3" panose="05040102010807070707" pitchFamily="18" charset="2"/>
                  <a:buChar char=""/>
                </a:pPr>
                <a:endParaRPr lang="en-US" b="0" dirty="0">
                  <a:latin typeface="Tahoma" panose="020B0604030504040204" pitchFamily="34" charset="0"/>
                  <a:ea typeface="Tahoma" panose="020B0604030504040204" pitchFamily="34" charset="0"/>
                  <a:cs typeface="Tahoma" panose="020B0604030504040204" pitchFamily="34" charset="0"/>
                </a:endParaRPr>
              </a:p>
              <a:p>
                <a:pPr marL="517525" indent="0">
                  <a:buSzPct val="85000"/>
                  <a:buNone/>
                </a:pPr>
                <a:endParaRPr lang="en-US" b="0" i="1" dirty="0">
                  <a:latin typeface="Cambria Math" panose="02040503050406030204" pitchFamily="18" charset="0"/>
                  <a:ea typeface="Tahoma" panose="020B0604030504040204" pitchFamily="34" charset="0"/>
                  <a:cs typeface="Tahoma" panose="020B0604030504040204" pitchFamily="34" charset="0"/>
                </a:endParaRPr>
              </a:p>
              <a:p>
                <a:pPr marL="517525" indent="0">
                  <a:buSzPct val="8500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smtClean="0">
                              <a:latin typeface="Cambria Math" panose="02040503050406030204" pitchFamily="18" charset="0"/>
                              <a:ea typeface="Tahoma" panose="020B0604030504040204" pitchFamily="34" charset="0"/>
                              <a:cs typeface="Tahoma" panose="020B0604030504040204" pitchFamily="34" charset="0"/>
                            </a:rPr>
                            <m:t>𝜋</m:t>
                          </m:r>
                        </m:sub>
                      </m:sSub>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𝑠</m:t>
                          </m:r>
                        </m:e>
                      </m:d>
                      <m:r>
                        <a:rPr lang="en-US" b="0" i="1" smtClean="0">
                          <a:latin typeface="Cambria Math" panose="02040503050406030204" pitchFamily="18" charset="0"/>
                          <a:ea typeface="Tahoma" panose="020B0604030504040204" pitchFamily="34"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𝔼</m:t>
                      </m:r>
                      <m:d>
                        <m:dPr>
                          <m:begChr m:val="["/>
                          <m:endChr m:val="]"/>
                          <m:ctrlPr>
                            <a:rPr lang="en-US" b="0" i="1" smtClean="0">
                              <a:latin typeface="Cambria Math" panose="02040503050406030204" pitchFamily="18" charset="0"/>
                              <a:ea typeface="Cambria Math" panose="02040503050406030204" pitchFamily="18" charset="0"/>
                              <a:cs typeface="Tahoma" panose="020B0604030504040204" pitchFamily="34" charset="0"/>
                            </a:rPr>
                          </m:ctrlPr>
                        </m:dPr>
                        <m:e>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𝑅</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r>
                                <a:rPr lang="en-US" b="0" i="1" smtClean="0">
                                  <a:latin typeface="Cambria Math" panose="02040503050406030204" pitchFamily="18" charset="0"/>
                                  <a:ea typeface="Cambria Math" panose="02040503050406030204" pitchFamily="18" charset="0"/>
                                  <a:cs typeface="Tahoma" panose="020B0604030504040204" pitchFamily="34" charset="0"/>
                                </a:rPr>
                                <m:t>+1</m:t>
                              </m:r>
                            </m:sub>
                          </m:sSub>
                          <m:r>
                            <a:rPr lang="en-US" b="0" i="1" smtClean="0">
                              <a:latin typeface="Cambria Math" panose="02040503050406030204" pitchFamily="18" charset="0"/>
                              <a:ea typeface="Cambria Math" panose="02040503050406030204" pitchFamily="18"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𝛾</m:t>
                          </m:r>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𝑣</m:t>
                              </m:r>
                            </m:e>
                            <m:sub>
                              <m:r>
                                <a:rPr lang="en-US" b="0" i="1" smtClean="0">
                                  <a:latin typeface="Cambria Math" panose="02040503050406030204" pitchFamily="18" charset="0"/>
                                  <a:ea typeface="Cambria Math" panose="02040503050406030204" pitchFamily="18" charset="0"/>
                                  <a:cs typeface="Tahoma" panose="020B0604030504040204" pitchFamily="34" charset="0"/>
                                </a:rPr>
                                <m:t>𝜋</m:t>
                              </m:r>
                            </m:sub>
                          </m:sSub>
                          <m:d>
                            <m:dPr>
                              <m:ctrlPr>
                                <a:rPr lang="en-US" b="0" i="1" smtClean="0">
                                  <a:latin typeface="Cambria Math" panose="02040503050406030204" pitchFamily="18" charset="0"/>
                                  <a:ea typeface="Cambria Math" panose="02040503050406030204" pitchFamily="18" charset="0"/>
                                  <a:cs typeface="Tahoma" panose="020B0604030504040204" pitchFamily="34" charset="0"/>
                                </a:rPr>
                              </m:ctrlPr>
                            </m:dPr>
                            <m:e>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𝑆</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r>
                                    <a:rPr lang="en-US" b="0" i="1" smtClean="0">
                                      <a:latin typeface="Cambria Math" panose="02040503050406030204" pitchFamily="18" charset="0"/>
                                      <a:ea typeface="Cambria Math" panose="02040503050406030204" pitchFamily="18" charset="0"/>
                                      <a:cs typeface="Tahoma" panose="020B0604030504040204" pitchFamily="34" charset="0"/>
                                    </a:rPr>
                                    <m:t>+1</m:t>
                                  </m:r>
                                </m:sub>
                              </m:sSub>
                            </m:e>
                          </m:d>
                          <m:r>
                            <a:rPr lang="en-US" b="0" i="1" smtClean="0">
                              <a:latin typeface="Cambria Math" panose="02040503050406030204" pitchFamily="18" charset="0"/>
                              <a:ea typeface="Cambria Math" panose="02040503050406030204" pitchFamily="18" charset="0"/>
                              <a:cs typeface="Tahoma" panose="020B0604030504040204" pitchFamily="34" charset="0"/>
                            </a:rPr>
                            <m:t>  |  </m:t>
                          </m:r>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𝑆</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sub>
                          </m:sSub>
                          <m:r>
                            <a:rPr lang="en-US" b="0" i="1" smtClean="0">
                              <a:latin typeface="Cambria Math" panose="02040503050406030204" pitchFamily="18" charset="0"/>
                              <a:ea typeface="Cambria Math" panose="02040503050406030204" pitchFamily="18"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𝑠</m:t>
                          </m:r>
                        </m:e>
                      </m:d>
                    </m:oMath>
                  </m:oMathPara>
                </a14:m>
                <a:endParaRPr lang="en-US" b="0" dirty="0">
                  <a:latin typeface="Tahoma" panose="020B0604030504040204" pitchFamily="34" charset="0"/>
                  <a:ea typeface="Cambria Math" panose="02040503050406030204" pitchFamily="18" charset="0"/>
                  <a:cs typeface="Tahoma" panose="020B0604030504040204" pitchFamily="34" charset="0"/>
                </a:endParaRPr>
              </a:p>
              <a:p>
                <a:pPr marL="517525" indent="0">
                  <a:buSzPct val="85000"/>
                  <a:buNone/>
                </a:pPr>
                <a:endParaRPr lang="en-US" b="0" dirty="0">
                  <a:latin typeface="Tahoma" panose="020B0604030504040204" pitchFamily="34" charset="0"/>
                  <a:ea typeface="Tahoma" panose="020B0604030504040204" pitchFamily="34" charset="0"/>
                  <a:cs typeface="Tahoma" panose="020B0604030504040204" pitchFamily="34" charset="0"/>
                </a:endParaRPr>
              </a:p>
              <a:p>
                <a:pPr marL="517525" indent="0">
                  <a:buSzPct val="8500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𝑞</m:t>
                          </m:r>
                        </m:e>
                        <m:sub>
                          <m:r>
                            <a:rPr lang="en-US" b="0" i="1" smtClean="0">
                              <a:latin typeface="Cambria Math" panose="02040503050406030204" pitchFamily="18" charset="0"/>
                              <a:ea typeface="Tahoma" panose="020B0604030504040204" pitchFamily="34" charset="0"/>
                              <a:cs typeface="Tahoma" panose="020B0604030504040204" pitchFamily="34" charset="0"/>
                            </a:rPr>
                            <m:t>𝜋</m:t>
                          </m:r>
                        </m:sub>
                      </m:sSub>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𝑠</m:t>
                          </m:r>
                          <m:r>
                            <a:rPr lang="en-US" b="0" i="1" smtClean="0">
                              <a:latin typeface="Cambria Math" panose="02040503050406030204" pitchFamily="18" charset="0"/>
                              <a:ea typeface="Tahoma" panose="020B0604030504040204" pitchFamily="34" charset="0"/>
                              <a:cs typeface="Tahoma" panose="020B0604030504040204" pitchFamily="34" charset="0"/>
                            </a:rPr>
                            <m:t>, </m:t>
                          </m:r>
                          <m:r>
                            <a:rPr lang="en-US" b="0" i="1" smtClean="0">
                              <a:latin typeface="Cambria Math" panose="02040503050406030204" pitchFamily="18" charset="0"/>
                              <a:ea typeface="Tahoma" panose="020B0604030504040204" pitchFamily="34" charset="0"/>
                              <a:cs typeface="Tahoma" panose="020B0604030504040204" pitchFamily="34" charset="0"/>
                            </a:rPr>
                            <m:t>𝑎</m:t>
                          </m:r>
                        </m:e>
                      </m:d>
                      <m:r>
                        <a:rPr lang="en-US" b="0" i="1" smtClean="0">
                          <a:latin typeface="Cambria Math" panose="02040503050406030204" pitchFamily="18" charset="0"/>
                          <a:ea typeface="Tahoma" panose="020B0604030504040204" pitchFamily="34"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𝔼</m:t>
                      </m:r>
                      <m:d>
                        <m:dPr>
                          <m:begChr m:val="["/>
                          <m:endChr m:val="]"/>
                          <m:ctrlPr>
                            <a:rPr lang="en-US" b="0" i="1" smtClean="0">
                              <a:latin typeface="Cambria Math" panose="02040503050406030204" pitchFamily="18" charset="0"/>
                              <a:ea typeface="Cambria Math" panose="02040503050406030204" pitchFamily="18" charset="0"/>
                              <a:cs typeface="Tahoma" panose="020B0604030504040204" pitchFamily="34" charset="0"/>
                            </a:rPr>
                          </m:ctrlPr>
                        </m:dPr>
                        <m:e>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𝑅</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r>
                                <a:rPr lang="en-US" b="0" i="1" smtClean="0">
                                  <a:latin typeface="Cambria Math" panose="02040503050406030204" pitchFamily="18" charset="0"/>
                                  <a:ea typeface="Cambria Math" panose="02040503050406030204" pitchFamily="18" charset="0"/>
                                  <a:cs typeface="Tahoma" panose="020B0604030504040204" pitchFamily="34" charset="0"/>
                                </a:rPr>
                                <m:t>+1</m:t>
                              </m:r>
                            </m:sub>
                          </m:sSub>
                          <m:r>
                            <a:rPr lang="en-US" b="0" i="1" smtClean="0">
                              <a:latin typeface="Cambria Math" panose="02040503050406030204" pitchFamily="18" charset="0"/>
                              <a:ea typeface="Cambria Math" panose="02040503050406030204" pitchFamily="18"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𝛾</m:t>
                          </m:r>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𝑞</m:t>
                              </m:r>
                            </m:e>
                            <m:sub>
                              <m:r>
                                <a:rPr lang="en-US" b="0" i="1" smtClean="0">
                                  <a:latin typeface="Cambria Math" panose="02040503050406030204" pitchFamily="18" charset="0"/>
                                  <a:ea typeface="Cambria Math" panose="02040503050406030204" pitchFamily="18" charset="0"/>
                                  <a:cs typeface="Tahoma" panose="020B0604030504040204" pitchFamily="34" charset="0"/>
                                </a:rPr>
                                <m:t>𝜋</m:t>
                              </m:r>
                            </m:sub>
                          </m:sSub>
                          <m:d>
                            <m:dPr>
                              <m:ctrlPr>
                                <a:rPr lang="en-US" b="0" i="1" smtClean="0">
                                  <a:latin typeface="Cambria Math" panose="02040503050406030204" pitchFamily="18" charset="0"/>
                                  <a:ea typeface="Cambria Math" panose="02040503050406030204" pitchFamily="18" charset="0"/>
                                  <a:cs typeface="Tahoma" panose="020B0604030504040204" pitchFamily="34" charset="0"/>
                                </a:rPr>
                              </m:ctrlPr>
                            </m:dPr>
                            <m:e>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𝑠</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r>
                                    <a:rPr lang="en-US" b="0" i="1" smtClean="0">
                                      <a:latin typeface="Cambria Math" panose="02040503050406030204" pitchFamily="18" charset="0"/>
                                      <a:ea typeface="Cambria Math" panose="02040503050406030204" pitchFamily="18" charset="0"/>
                                      <a:cs typeface="Tahoma" panose="020B0604030504040204" pitchFamily="34" charset="0"/>
                                    </a:rPr>
                                    <m:t>+1</m:t>
                                  </m:r>
                                </m:sub>
                              </m:sSub>
                              <m:r>
                                <a:rPr lang="en-US" b="0" i="1" smtClean="0">
                                  <a:latin typeface="Cambria Math" panose="02040503050406030204" pitchFamily="18" charset="0"/>
                                  <a:ea typeface="Cambria Math" panose="02040503050406030204" pitchFamily="18" charset="0"/>
                                  <a:cs typeface="Tahoma" panose="020B0604030504040204" pitchFamily="34" charset="0"/>
                                </a:rPr>
                                <m:t>, </m:t>
                              </m:r>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𝑎</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r>
                                    <a:rPr lang="en-US" b="0" i="1" smtClean="0">
                                      <a:latin typeface="Cambria Math" panose="02040503050406030204" pitchFamily="18" charset="0"/>
                                      <a:ea typeface="Cambria Math" panose="02040503050406030204" pitchFamily="18" charset="0"/>
                                      <a:cs typeface="Tahoma" panose="020B0604030504040204" pitchFamily="34" charset="0"/>
                                    </a:rPr>
                                    <m:t>+1</m:t>
                                  </m:r>
                                </m:sub>
                              </m:sSub>
                            </m:e>
                          </m:d>
                          <m:r>
                            <a:rPr lang="en-US" b="0" i="1" smtClean="0">
                              <a:latin typeface="Cambria Math" panose="02040503050406030204" pitchFamily="18" charset="0"/>
                              <a:ea typeface="Cambria Math" panose="02040503050406030204" pitchFamily="18" charset="0"/>
                              <a:cs typeface="Tahoma" panose="020B0604030504040204" pitchFamily="34" charset="0"/>
                            </a:rPr>
                            <m:t>  |  </m:t>
                          </m:r>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𝑆</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sub>
                          </m:sSub>
                          <m:r>
                            <a:rPr lang="en-US" b="0" i="1" smtClean="0">
                              <a:latin typeface="Cambria Math" panose="02040503050406030204" pitchFamily="18" charset="0"/>
                              <a:ea typeface="Cambria Math" panose="02040503050406030204" pitchFamily="18"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𝑠</m:t>
                          </m:r>
                          <m:r>
                            <a:rPr lang="en-US" b="0" i="1" smtClean="0">
                              <a:latin typeface="Cambria Math" panose="02040503050406030204" pitchFamily="18" charset="0"/>
                              <a:ea typeface="Cambria Math" panose="02040503050406030204" pitchFamily="18" charset="0"/>
                              <a:cs typeface="Tahoma" panose="020B0604030504040204" pitchFamily="34" charset="0"/>
                            </a:rPr>
                            <m:t>, </m:t>
                          </m:r>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𝐴</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sub>
                          </m:sSub>
                          <m:r>
                            <a:rPr lang="en-US" b="0" i="1" smtClean="0">
                              <a:latin typeface="Cambria Math" panose="02040503050406030204" pitchFamily="18" charset="0"/>
                              <a:ea typeface="Cambria Math" panose="02040503050406030204" pitchFamily="18"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𝑎</m:t>
                          </m:r>
                        </m:e>
                      </m:d>
                    </m:oMath>
                  </m:oMathPara>
                </a14:m>
                <a:endParaRPr lang="en-US" b="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2" name="Text Placeholder 11">
                <a:extLst>
                  <a:ext uri="{FF2B5EF4-FFF2-40B4-BE49-F238E27FC236}">
                    <a16:creationId xmlns:a16="http://schemas.microsoft.com/office/drawing/2014/main" id="{D9B4FA66-70DB-AA66-E0B4-617169B6E814}"/>
                  </a:ext>
                </a:extLst>
              </p:cNvPr>
              <p:cNvSpPr>
                <a:spLocks noGrp="1" noRot="1" noChangeAspect="1" noMove="1" noResize="1" noEditPoints="1" noAdjustHandles="1" noChangeArrowheads="1" noChangeShapeType="1" noTextEdit="1"/>
              </p:cNvSpPr>
              <p:nvPr>
                <p:ph type="body" idx="1"/>
              </p:nvPr>
            </p:nvSpPr>
            <p:spPr>
              <a:xfrm>
                <a:off x="500684" y="1345601"/>
                <a:ext cx="8343461" cy="5013325"/>
              </a:xfrm>
              <a:blipFill>
                <a:blip r:embed="rId2"/>
                <a:stretch>
                  <a:fillRect l="-146" t="-1095"/>
                </a:stretch>
              </a:blipFill>
            </p:spPr>
            <p:txBody>
              <a:bodyPr/>
              <a:lstStyle/>
              <a:p>
                <a:r>
                  <a:rPr lang="en-US">
                    <a:noFill/>
                  </a:rPr>
                  <a:t> </a:t>
                </a:r>
              </a:p>
            </p:txBody>
          </p:sp>
        </mc:Fallback>
      </mc:AlternateContent>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Reminder: Bellman Equation (Expectation)</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sp>
        <p:nvSpPr>
          <p:cNvPr id="8" name="Slide Number Placeholder 7">
            <a:extLst>
              <a:ext uri="{FF2B5EF4-FFF2-40B4-BE49-F238E27FC236}">
                <a16:creationId xmlns:a16="http://schemas.microsoft.com/office/drawing/2014/main" id="{ED90C2D1-CD3B-D22D-16EC-429B6F1F9FB1}"/>
              </a:ext>
            </a:extLst>
          </p:cNvPr>
          <p:cNvSpPr>
            <a:spLocks noGrp="1"/>
          </p:cNvSpPr>
          <p:nvPr>
            <p:ph type="sldNum" sz="quarter" idx="2"/>
          </p:nvPr>
        </p:nvSpPr>
        <p:spPr/>
        <p:txBody>
          <a:bodyPr/>
          <a:lstStyle/>
          <a:p>
            <a:fld id="{86CB4B4D-7CA3-9044-876B-883B54F8677D}" type="slidenum">
              <a:rPr lang="en-US" smtClean="0"/>
              <a:t>52</a:t>
            </a:fld>
            <a:endParaRPr lang="en-US"/>
          </a:p>
        </p:txBody>
      </p:sp>
      <p:sp>
        <p:nvSpPr>
          <p:cNvPr id="2" name="Date Placeholder 3">
            <a:extLst>
              <a:ext uri="{FF2B5EF4-FFF2-40B4-BE49-F238E27FC236}">
                <a16:creationId xmlns:a16="http://schemas.microsoft.com/office/drawing/2014/main" id="{681CC1E9-F1C1-AF72-1131-F564331EDB67}"/>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Footer Placeholder 5">
            <a:extLst>
              <a:ext uri="{FF2B5EF4-FFF2-40B4-BE49-F238E27FC236}">
                <a16:creationId xmlns:a16="http://schemas.microsoft.com/office/drawing/2014/main" id="{0A28A7B8-1184-7EE0-26C8-21FCF50608C8}"/>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C541F785-1E59-840F-485C-8553D6299263}"/>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52</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3777599005"/>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mc:AlternateContent xmlns:mc="http://schemas.openxmlformats.org/markup-compatibility/2006" xmlns:a14="http://schemas.microsoft.com/office/drawing/2010/main">
        <mc:Choice Requires="a14">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783313" y="1312351"/>
                <a:ext cx="7607301" cy="5013325"/>
              </a:xfrm>
            </p:spPr>
            <p:txBody>
              <a:bodyPr/>
              <a:lstStyle/>
              <a:p>
                <a:pPr marL="139065" indent="0">
                  <a:spcAft>
                    <a:spcPts val="600"/>
                  </a:spcAft>
                  <a:buNone/>
                </a:pPr>
                <a:r>
                  <a:rPr lang="en-US" b="0" dirty="0">
                    <a:latin typeface="Tahoma" panose="020B0604030504040204" pitchFamily="34" charset="0"/>
                    <a:ea typeface="Tahoma" panose="020B0604030504040204" pitchFamily="34" charset="0"/>
                    <a:cs typeface="Tahoma" panose="020B0604030504040204" pitchFamily="34" charset="0"/>
                  </a:rPr>
                  <a:t>The Bellman optimality equation for </a:t>
                </a:r>
                <a14:m>
                  <m:oMath xmlns:m="http://schemas.openxmlformats.org/officeDocument/2006/math">
                    <m:sSub>
                      <m:sSubPr>
                        <m:ctrlPr>
                          <a:rPr lang="en-US" sz="2800" b="0" i="1" smtClean="0">
                            <a:uFill>
                              <a:solidFill>
                                <a:srgbClr val="000000"/>
                              </a:solidFill>
                            </a:uFill>
                            <a:latin typeface="Cambria Math" panose="02040503050406030204" pitchFamily="18" charset="0"/>
                            <a:ea typeface="+mn-ea"/>
                            <a:cs typeface="+mn-cs"/>
                            <a:sym typeface="Arial"/>
                          </a:rPr>
                        </m:ctrlPr>
                      </m:sSubPr>
                      <m:e>
                        <m:r>
                          <a:rPr lang="en-US" sz="2800" b="0" i="1" smtClean="0">
                            <a:uFill>
                              <a:solidFill>
                                <a:srgbClr val="000000"/>
                              </a:solidFill>
                            </a:uFill>
                            <a:latin typeface="Cambria Math" panose="02040503050406030204" pitchFamily="18" charset="0"/>
                            <a:ea typeface="+mn-ea"/>
                            <a:cs typeface="+mn-cs"/>
                            <a:sym typeface="Arial"/>
                          </a:rPr>
                          <m:t>𝑞</m:t>
                        </m:r>
                      </m:e>
                      <m:sub>
                        <m:r>
                          <a:rPr lang="en-US" sz="2800" b="0" i="1" smtClean="0">
                            <a:uFill>
                              <a:solidFill>
                                <a:srgbClr val="000000"/>
                              </a:solidFill>
                            </a:uFill>
                            <a:latin typeface="Cambria Math" panose="02040503050406030204" pitchFamily="18" charset="0"/>
                            <a:ea typeface="Cambria Math" panose="02040503050406030204" pitchFamily="18" charset="0"/>
                            <a:sym typeface="Arial"/>
                          </a:rPr>
                          <m:t>⋆</m:t>
                        </m:r>
                      </m:sub>
                    </m:sSub>
                  </m:oMath>
                </a14:m>
                <a:r>
                  <a:rPr lang="en-US" b="0" dirty="0">
                    <a:latin typeface="Tahoma" panose="020B0604030504040204" pitchFamily="34" charset="0"/>
                    <a:ea typeface="Tahoma" panose="020B0604030504040204" pitchFamily="34" charset="0"/>
                    <a:cs typeface="Tahoma" panose="020B0604030504040204" pitchFamily="34" charset="0"/>
                  </a:rPr>
                  <a:t> can be recursively decomposed just like the Bellman expectation equation</a:t>
                </a:r>
              </a:p>
              <a:p>
                <a:pPr marL="139065" indent="0">
                  <a:spcAft>
                    <a:spcPts val="600"/>
                  </a:spcAft>
                  <a:buNone/>
                </a:pPr>
                <a:endParaRPr lang="en-US" b="0" dirty="0">
                  <a:latin typeface="Tahoma" panose="020B0604030504040204" pitchFamily="34" charset="0"/>
                  <a:ea typeface="Tahoma" panose="020B0604030504040204" pitchFamily="34" charset="0"/>
                  <a:cs typeface="Tahoma" panose="020B0604030504040204" pitchFamily="34" charset="0"/>
                </a:endParaRPr>
              </a:p>
              <a:p>
                <a:pPr marL="139065" indent="0">
                  <a:spcAft>
                    <a:spcPts val="600"/>
                  </a:spcAft>
                  <a:buNone/>
                </a:pPr>
                <a14:m>
                  <m:oMathPara xmlns:m="http://schemas.openxmlformats.org/officeDocument/2006/math">
                    <m:oMathParaPr>
                      <m:jc m:val="centerGroup"/>
                    </m:oMathParaPr>
                    <m:oMath xmlns:m="http://schemas.openxmlformats.org/officeDocument/2006/math">
                      <m:sSub>
                        <m:sSubPr>
                          <m:ctrlPr>
                            <a:rPr lang="en-US" sz="2800" b="0" i="1">
                              <a:uFill>
                                <a:solidFill>
                                  <a:srgbClr val="000000"/>
                                </a:solidFill>
                              </a:uFill>
                              <a:latin typeface="Cambria Math" panose="02040503050406030204" pitchFamily="18" charset="0"/>
                            </a:rPr>
                          </m:ctrlPr>
                        </m:sSubPr>
                        <m:e>
                          <m:r>
                            <a:rPr lang="en-US" sz="2800" b="0" i="1">
                              <a:uFill>
                                <a:solidFill>
                                  <a:srgbClr val="000000"/>
                                </a:solidFill>
                              </a:uFill>
                              <a:latin typeface="Cambria Math" panose="02040503050406030204" pitchFamily="18" charset="0"/>
                            </a:rPr>
                            <m:t>𝑞</m:t>
                          </m:r>
                        </m:e>
                        <m:sub>
                          <m:r>
                            <a:rPr lang="en-US" sz="2800" b="0" i="1">
                              <a:uFill>
                                <a:solidFill>
                                  <a:srgbClr val="000000"/>
                                </a:solidFill>
                              </a:uFill>
                              <a:latin typeface="Cambria Math" panose="02040503050406030204" pitchFamily="18" charset="0"/>
                              <a:ea typeface="Cambria Math" panose="02040503050406030204" pitchFamily="18" charset="0"/>
                            </a:rPr>
                            <m:t>⋆</m:t>
                          </m:r>
                        </m:sub>
                      </m:sSub>
                      <m:d>
                        <m:dPr>
                          <m:ctrlPr>
                            <a:rPr lang="en-US" sz="2800" b="0" i="1" smtClean="0">
                              <a:uFill>
                                <a:solidFill>
                                  <a:srgbClr val="000000"/>
                                </a:solidFill>
                              </a:uFill>
                              <a:latin typeface="Cambria Math" panose="02040503050406030204" pitchFamily="18" charset="0"/>
                              <a:ea typeface="Cambria Math" panose="02040503050406030204" pitchFamily="18" charset="0"/>
                            </a:rPr>
                          </m:ctrlPr>
                        </m:dPr>
                        <m:e>
                          <m:r>
                            <a:rPr lang="en-US" sz="2800" b="0" i="1" smtClean="0">
                              <a:uFill>
                                <a:solidFill>
                                  <a:srgbClr val="000000"/>
                                </a:solidFill>
                              </a:uFill>
                              <a:latin typeface="Cambria Math" panose="02040503050406030204" pitchFamily="18" charset="0"/>
                              <a:ea typeface="Cambria Math" panose="02040503050406030204" pitchFamily="18" charset="0"/>
                            </a:rPr>
                            <m:t>𝑠</m:t>
                          </m:r>
                          <m:r>
                            <a:rPr lang="en-US" sz="2800" b="0" i="1" smtClean="0">
                              <a:uFill>
                                <a:solidFill>
                                  <a:srgbClr val="000000"/>
                                </a:solidFill>
                              </a:uFill>
                              <a:latin typeface="Cambria Math" panose="02040503050406030204" pitchFamily="18" charset="0"/>
                              <a:ea typeface="Cambria Math" panose="02040503050406030204" pitchFamily="18" charset="0"/>
                            </a:rPr>
                            <m:t>, </m:t>
                          </m:r>
                          <m:r>
                            <a:rPr lang="en-US" sz="2800" b="0" i="1" smtClean="0">
                              <a:uFill>
                                <a:solidFill>
                                  <a:srgbClr val="000000"/>
                                </a:solidFill>
                              </a:uFill>
                              <a:latin typeface="Cambria Math" panose="02040503050406030204" pitchFamily="18" charset="0"/>
                              <a:ea typeface="Cambria Math" panose="02040503050406030204" pitchFamily="18" charset="0"/>
                            </a:rPr>
                            <m:t>𝑎</m:t>
                          </m:r>
                        </m:e>
                      </m:d>
                      <m:r>
                        <a:rPr lang="en-US" sz="2800" b="0" i="1" smtClean="0">
                          <a:uFill>
                            <a:solidFill>
                              <a:srgbClr val="000000"/>
                            </a:solidFill>
                          </a:uFill>
                          <a:latin typeface="Cambria Math" panose="02040503050406030204" pitchFamily="18" charset="0"/>
                          <a:ea typeface="Cambria Math" panose="02040503050406030204" pitchFamily="18" charset="0"/>
                        </a:rPr>
                        <m:t>=</m:t>
                      </m:r>
                      <m:sSubSup>
                        <m:sSubSupPr>
                          <m:ctrlPr>
                            <a:rPr lang="en-US" sz="2800" b="0" i="1" smtClean="0">
                              <a:uFill>
                                <a:solidFill>
                                  <a:srgbClr val="000000"/>
                                </a:solidFill>
                              </a:uFill>
                              <a:latin typeface="Cambria Math" panose="02040503050406030204" pitchFamily="18" charset="0"/>
                              <a:ea typeface="Cambria Math" panose="02040503050406030204" pitchFamily="18" charset="0"/>
                            </a:rPr>
                          </m:ctrlPr>
                        </m:sSubSupPr>
                        <m:e>
                          <m:r>
                            <a:rPr lang="en-US" sz="2800" b="0" i="1" smtClean="0">
                              <a:uFill>
                                <a:solidFill>
                                  <a:srgbClr val="000000"/>
                                </a:solidFill>
                              </a:uFill>
                              <a:latin typeface="Cambria Math" panose="02040503050406030204" pitchFamily="18" charset="0"/>
                              <a:ea typeface="Cambria Math" panose="02040503050406030204" pitchFamily="18" charset="0"/>
                            </a:rPr>
                            <m:t>𝑅</m:t>
                          </m:r>
                        </m:e>
                        <m:sub>
                          <m:r>
                            <a:rPr lang="en-US" sz="2800" b="0" i="1" smtClean="0">
                              <a:uFill>
                                <a:solidFill>
                                  <a:srgbClr val="000000"/>
                                </a:solidFill>
                              </a:uFill>
                              <a:latin typeface="Cambria Math" panose="02040503050406030204" pitchFamily="18" charset="0"/>
                              <a:ea typeface="Cambria Math" panose="02040503050406030204" pitchFamily="18" charset="0"/>
                            </a:rPr>
                            <m:t>𝑠</m:t>
                          </m:r>
                        </m:sub>
                        <m:sup>
                          <m:r>
                            <a:rPr lang="en-US" sz="2800" b="0" i="1" smtClean="0">
                              <a:uFill>
                                <a:solidFill>
                                  <a:srgbClr val="000000"/>
                                </a:solidFill>
                              </a:uFill>
                              <a:latin typeface="Cambria Math" panose="02040503050406030204" pitchFamily="18" charset="0"/>
                              <a:ea typeface="Cambria Math" panose="02040503050406030204" pitchFamily="18" charset="0"/>
                            </a:rPr>
                            <m:t>𝑎</m:t>
                          </m:r>
                        </m:sup>
                      </m:sSubSup>
                      <m:r>
                        <a:rPr lang="en-US" sz="2800" b="0" i="1" smtClean="0">
                          <a:uFill>
                            <a:solidFill>
                              <a:srgbClr val="000000"/>
                            </a:solidFill>
                          </a:uFill>
                          <a:latin typeface="Cambria Math" panose="02040503050406030204" pitchFamily="18" charset="0"/>
                          <a:ea typeface="Cambria Math" panose="02040503050406030204" pitchFamily="18" charset="0"/>
                        </a:rPr>
                        <m:t>+</m:t>
                      </m:r>
                      <m:r>
                        <a:rPr lang="en-US" sz="2800" b="0" i="1" smtClean="0">
                          <a:uFill>
                            <a:solidFill>
                              <a:srgbClr val="000000"/>
                            </a:solidFill>
                          </a:uFill>
                          <a:latin typeface="Cambria Math" panose="02040503050406030204" pitchFamily="18" charset="0"/>
                          <a:ea typeface="Cambria Math" panose="02040503050406030204" pitchFamily="18" charset="0"/>
                        </a:rPr>
                        <m:t>𝛾</m:t>
                      </m:r>
                      <m:nary>
                        <m:naryPr>
                          <m:chr m:val="∑"/>
                          <m:supHide m:val="on"/>
                          <m:ctrlPr>
                            <a:rPr lang="en-US" sz="2800" b="0" i="1" smtClean="0">
                              <a:uFill>
                                <a:solidFill>
                                  <a:srgbClr val="000000"/>
                                </a:solidFill>
                              </a:uFill>
                              <a:latin typeface="Cambria Math" panose="02040503050406030204" pitchFamily="18" charset="0"/>
                              <a:ea typeface="Cambria Math" panose="02040503050406030204" pitchFamily="18" charset="0"/>
                            </a:rPr>
                          </m:ctrlPr>
                        </m:naryPr>
                        <m:sub>
                          <m:sSup>
                            <m:sSupPr>
                              <m:ctrlPr>
                                <a:rPr lang="en-US" sz="2800" b="0" i="1" smtClean="0">
                                  <a:uFill>
                                    <a:solidFill>
                                      <a:srgbClr val="000000"/>
                                    </a:solidFill>
                                  </a:uFill>
                                  <a:latin typeface="Cambria Math" panose="02040503050406030204" pitchFamily="18" charset="0"/>
                                  <a:ea typeface="Cambria Math" panose="02040503050406030204" pitchFamily="18" charset="0"/>
                                </a:rPr>
                              </m:ctrlPr>
                            </m:sSupPr>
                            <m:e>
                              <m:r>
                                <m:rPr>
                                  <m:brk m:alnAt="7"/>
                                </m:rPr>
                                <a:rPr lang="en-US" sz="2800" b="0" i="1" smtClean="0">
                                  <a:uFill>
                                    <a:solidFill>
                                      <a:srgbClr val="000000"/>
                                    </a:solidFill>
                                  </a:uFill>
                                  <a:latin typeface="Cambria Math" panose="02040503050406030204" pitchFamily="18" charset="0"/>
                                  <a:ea typeface="Cambria Math" panose="02040503050406030204" pitchFamily="18" charset="0"/>
                                </a:rPr>
                                <m:t>𝑠</m:t>
                              </m:r>
                            </m:e>
                            <m:sup>
                              <m:r>
                                <m:rPr>
                                  <m:brk m:alnAt="7"/>
                                </m:rPr>
                                <a:rPr lang="en-US" sz="2800" b="0" i="1" smtClean="0">
                                  <a:uFill>
                                    <a:solidFill>
                                      <a:srgbClr val="000000"/>
                                    </a:solidFill>
                                  </a:uFill>
                                  <a:latin typeface="Cambria Math" panose="02040503050406030204" pitchFamily="18" charset="0"/>
                                  <a:ea typeface="Cambria Math" panose="02040503050406030204" pitchFamily="18" charset="0"/>
                                </a:rPr>
                                <m:t>′</m:t>
                              </m:r>
                            </m:sup>
                          </m:sSup>
                        </m:sub>
                        <m:sup/>
                        <m:e>
                          <m:sSubSup>
                            <m:sSubSupPr>
                              <m:ctrlPr>
                                <a:rPr lang="en-US" sz="2800" b="0" i="1" smtClean="0">
                                  <a:uFill>
                                    <a:solidFill>
                                      <a:srgbClr val="000000"/>
                                    </a:solidFill>
                                  </a:uFill>
                                  <a:latin typeface="Cambria Math" panose="02040503050406030204" pitchFamily="18" charset="0"/>
                                  <a:ea typeface="Cambria Math" panose="02040503050406030204" pitchFamily="18" charset="0"/>
                                </a:rPr>
                              </m:ctrlPr>
                            </m:sSubSupPr>
                            <m:e>
                              <m:r>
                                <a:rPr lang="en-US" sz="2800" b="0" i="1" smtClean="0">
                                  <a:uFill>
                                    <a:solidFill>
                                      <a:srgbClr val="000000"/>
                                    </a:solidFill>
                                  </a:uFill>
                                  <a:latin typeface="Cambria Math" panose="02040503050406030204" pitchFamily="18" charset="0"/>
                                  <a:ea typeface="Cambria Math" panose="02040503050406030204" pitchFamily="18" charset="0"/>
                                </a:rPr>
                                <m:t>𝑃</m:t>
                              </m:r>
                            </m:e>
                            <m:sub>
                              <m:r>
                                <a:rPr lang="en-US" sz="2800" b="0" i="1" smtClean="0">
                                  <a:uFill>
                                    <a:solidFill>
                                      <a:srgbClr val="000000"/>
                                    </a:solidFill>
                                  </a:uFill>
                                  <a:latin typeface="Cambria Math" panose="02040503050406030204" pitchFamily="18" charset="0"/>
                                  <a:ea typeface="Cambria Math" panose="02040503050406030204" pitchFamily="18" charset="0"/>
                                </a:rPr>
                                <m:t>𝑠</m:t>
                              </m:r>
                              <m:r>
                                <a:rPr lang="en-US" sz="2800" b="0" i="1" smtClean="0">
                                  <a:uFill>
                                    <a:solidFill>
                                      <a:srgbClr val="000000"/>
                                    </a:solidFill>
                                  </a:uFill>
                                  <a:latin typeface="Cambria Math" panose="02040503050406030204" pitchFamily="18" charset="0"/>
                                  <a:ea typeface="Cambria Math" panose="02040503050406030204" pitchFamily="18" charset="0"/>
                                </a:rPr>
                                <m:t>,</m:t>
                              </m:r>
                              <m:sSup>
                                <m:sSupPr>
                                  <m:ctrlPr>
                                    <a:rPr lang="en-US" sz="2800" b="0" i="1" smtClean="0">
                                      <a:uFill>
                                        <a:solidFill>
                                          <a:srgbClr val="000000"/>
                                        </a:solidFill>
                                      </a:uFill>
                                      <a:latin typeface="Cambria Math" panose="02040503050406030204" pitchFamily="18" charset="0"/>
                                      <a:ea typeface="Cambria Math" panose="02040503050406030204" pitchFamily="18" charset="0"/>
                                    </a:rPr>
                                  </m:ctrlPr>
                                </m:sSupPr>
                                <m:e>
                                  <m:r>
                                    <a:rPr lang="en-US" sz="2800" b="0" i="1" smtClean="0">
                                      <a:uFill>
                                        <a:solidFill>
                                          <a:srgbClr val="000000"/>
                                        </a:solidFill>
                                      </a:uFill>
                                      <a:latin typeface="Cambria Math" panose="02040503050406030204" pitchFamily="18" charset="0"/>
                                      <a:ea typeface="Cambria Math" panose="02040503050406030204" pitchFamily="18" charset="0"/>
                                    </a:rPr>
                                    <m:t>𝑠</m:t>
                                  </m:r>
                                </m:e>
                                <m:sup>
                                  <m:r>
                                    <a:rPr lang="en-US" sz="2800" b="0" i="1" smtClean="0">
                                      <a:uFill>
                                        <a:solidFill>
                                          <a:srgbClr val="000000"/>
                                        </a:solidFill>
                                      </a:uFill>
                                      <a:latin typeface="Cambria Math" panose="02040503050406030204" pitchFamily="18" charset="0"/>
                                      <a:ea typeface="Cambria Math" panose="02040503050406030204" pitchFamily="18" charset="0"/>
                                    </a:rPr>
                                    <m:t>′</m:t>
                                  </m:r>
                                </m:sup>
                              </m:sSup>
                            </m:sub>
                            <m:sup>
                              <m:r>
                                <a:rPr lang="en-US" sz="2800" b="0" i="1" smtClean="0">
                                  <a:uFill>
                                    <a:solidFill>
                                      <a:srgbClr val="000000"/>
                                    </a:solidFill>
                                  </a:uFill>
                                  <a:latin typeface="Cambria Math" panose="02040503050406030204" pitchFamily="18" charset="0"/>
                                  <a:ea typeface="Cambria Math" panose="02040503050406030204" pitchFamily="18" charset="0"/>
                                </a:rPr>
                                <m:t>𝑎</m:t>
                              </m:r>
                            </m:sup>
                          </m:sSubSup>
                          <m:func>
                            <m:funcPr>
                              <m:ctrlPr>
                                <a:rPr lang="en-US" sz="2800" b="0" i="1" smtClean="0">
                                  <a:uFill>
                                    <a:solidFill>
                                      <a:srgbClr val="000000"/>
                                    </a:solidFill>
                                  </a:uFill>
                                  <a:latin typeface="Cambria Math" panose="02040503050406030204" pitchFamily="18" charset="0"/>
                                  <a:ea typeface="Cambria Math" panose="02040503050406030204" pitchFamily="18" charset="0"/>
                                </a:rPr>
                              </m:ctrlPr>
                            </m:funcPr>
                            <m:fName>
                              <m:limLow>
                                <m:limLowPr>
                                  <m:ctrlPr>
                                    <a:rPr lang="en-US" sz="2800" b="0" i="1" smtClean="0">
                                      <a:uFill>
                                        <a:solidFill>
                                          <a:srgbClr val="000000"/>
                                        </a:solidFill>
                                      </a:uFill>
                                      <a:latin typeface="Cambria Math" panose="02040503050406030204" pitchFamily="18" charset="0"/>
                                      <a:ea typeface="Cambria Math" panose="02040503050406030204" pitchFamily="18" charset="0"/>
                                    </a:rPr>
                                  </m:ctrlPr>
                                </m:limLowPr>
                                <m:e>
                                  <m:r>
                                    <m:rPr>
                                      <m:sty m:val="p"/>
                                    </m:rPr>
                                    <a:rPr lang="en-US" sz="2800" b="0" i="0" smtClean="0">
                                      <a:uFill>
                                        <a:solidFill>
                                          <a:srgbClr val="000000"/>
                                        </a:solidFill>
                                      </a:uFill>
                                      <a:latin typeface="Cambria Math" panose="02040503050406030204" pitchFamily="18" charset="0"/>
                                      <a:ea typeface="Cambria Math" panose="02040503050406030204" pitchFamily="18" charset="0"/>
                                    </a:rPr>
                                    <m:t>max</m:t>
                                  </m:r>
                                </m:e>
                                <m:lim>
                                  <m:sSup>
                                    <m:sSupPr>
                                      <m:ctrlPr>
                                        <a:rPr lang="en-US" sz="2800" b="0" i="1" smtClean="0">
                                          <a:uFill>
                                            <a:solidFill>
                                              <a:srgbClr val="000000"/>
                                            </a:solidFill>
                                          </a:uFill>
                                          <a:latin typeface="Cambria Math" panose="02040503050406030204" pitchFamily="18" charset="0"/>
                                          <a:ea typeface="Cambria Math" panose="02040503050406030204" pitchFamily="18" charset="0"/>
                                        </a:rPr>
                                      </m:ctrlPr>
                                    </m:sSupPr>
                                    <m:e>
                                      <m:r>
                                        <a:rPr lang="en-US" sz="2800" b="0" i="1" smtClean="0">
                                          <a:uFill>
                                            <a:solidFill>
                                              <a:srgbClr val="000000"/>
                                            </a:solidFill>
                                          </a:uFill>
                                          <a:latin typeface="Cambria Math" panose="02040503050406030204" pitchFamily="18" charset="0"/>
                                          <a:ea typeface="Cambria Math" panose="02040503050406030204" pitchFamily="18" charset="0"/>
                                        </a:rPr>
                                        <m:t>𝑎</m:t>
                                      </m:r>
                                    </m:e>
                                    <m:sup>
                                      <m:r>
                                        <a:rPr lang="en-US" sz="2800" b="0" i="1" smtClean="0">
                                          <a:uFill>
                                            <a:solidFill>
                                              <a:srgbClr val="000000"/>
                                            </a:solidFill>
                                          </a:uFill>
                                          <a:latin typeface="Cambria Math" panose="02040503050406030204" pitchFamily="18" charset="0"/>
                                          <a:ea typeface="Cambria Math" panose="02040503050406030204" pitchFamily="18" charset="0"/>
                                        </a:rPr>
                                        <m:t>′</m:t>
                                      </m:r>
                                    </m:sup>
                                  </m:sSup>
                                </m:lim>
                              </m:limLow>
                            </m:fName>
                            <m:e>
                              <m:sSub>
                                <m:sSubPr>
                                  <m:ctrlPr>
                                    <a:rPr lang="en-US" sz="2800" b="0" i="1">
                                      <a:uFill>
                                        <a:solidFill>
                                          <a:srgbClr val="000000"/>
                                        </a:solidFill>
                                      </a:uFill>
                                      <a:latin typeface="Cambria Math" panose="02040503050406030204" pitchFamily="18" charset="0"/>
                                    </a:rPr>
                                  </m:ctrlPr>
                                </m:sSubPr>
                                <m:e>
                                  <m:r>
                                    <a:rPr lang="en-US" sz="2800" b="0" i="1">
                                      <a:uFill>
                                        <a:solidFill>
                                          <a:srgbClr val="000000"/>
                                        </a:solidFill>
                                      </a:uFill>
                                      <a:latin typeface="Cambria Math" panose="02040503050406030204" pitchFamily="18" charset="0"/>
                                    </a:rPr>
                                    <m:t>𝑞</m:t>
                                  </m:r>
                                </m:e>
                                <m:sub>
                                  <m:r>
                                    <a:rPr lang="en-US" sz="2800" b="0" i="1">
                                      <a:uFill>
                                        <a:solidFill>
                                          <a:srgbClr val="000000"/>
                                        </a:solidFill>
                                      </a:uFill>
                                      <a:latin typeface="Cambria Math" panose="02040503050406030204" pitchFamily="18" charset="0"/>
                                      <a:ea typeface="Cambria Math" panose="02040503050406030204" pitchFamily="18" charset="0"/>
                                    </a:rPr>
                                    <m:t>⋆</m:t>
                                  </m:r>
                                </m:sub>
                              </m:sSub>
                              <m:d>
                                <m:dPr>
                                  <m:ctrlPr>
                                    <a:rPr lang="en-US" sz="2800" b="0" i="1" smtClean="0">
                                      <a:uFill>
                                        <a:solidFill>
                                          <a:srgbClr val="000000"/>
                                        </a:solidFill>
                                      </a:uFill>
                                      <a:latin typeface="Cambria Math" panose="02040503050406030204" pitchFamily="18" charset="0"/>
                                      <a:ea typeface="Cambria Math" panose="02040503050406030204" pitchFamily="18" charset="0"/>
                                    </a:rPr>
                                  </m:ctrlPr>
                                </m:dPr>
                                <m:e>
                                  <m:sSup>
                                    <m:sSupPr>
                                      <m:ctrlPr>
                                        <a:rPr lang="en-US" sz="2800" b="0" i="1" smtClean="0">
                                          <a:uFill>
                                            <a:solidFill>
                                              <a:srgbClr val="000000"/>
                                            </a:solidFill>
                                          </a:uFill>
                                          <a:latin typeface="Cambria Math" panose="02040503050406030204" pitchFamily="18" charset="0"/>
                                          <a:ea typeface="Cambria Math" panose="02040503050406030204" pitchFamily="18" charset="0"/>
                                        </a:rPr>
                                      </m:ctrlPr>
                                    </m:sSupPr>
                                    <m:e>
                                      <m:r>
                                        <a:rPr lang="en-US" sz="2800" b="0" i="1" smtClean="0">
                                          <a:uFill>
                                            <a:solidFill>
                                              <a:srgbClr val="000000"/>
                                            </a:solidFill>
                                          </a:uFill>
                                          <a:latin typeface="Cambria Math" panose="02040503050406030204" pitchFamily="18" charset="0"/>
                                          <a:ea typeface="Cambria Math" panose="02040503050406030204" pitchFamily="18" charset="0"/>
                                        </a:rPr>
                                        <m:t>𝑠</m:t>
                                      </m:r>
                                    </m:e>
                                    <m:sup>
                                      <m:r>
                                        <a:rPr lang="en-US" sz="2800" b="0" i="1" smtClean="0">
                                          <a:uFill>
                                            <a:solidFill>
                                              <a:srgbClr val="000000"/>
                                            </a:solidFill>
                                          </a:uFill>
                                          <a:latin typeface="Cambria Math" panose="02040503050406030204" pitchFamily="18" charset="0"/>
                                          <a:ea typeface="Cambria Math" panose="02040503050406030204" pitchFamily="18" charset="0"/>
                                        </a:rPr>
                                        <m:t>′</m:t>
                                      </m:r>
                                    </m:sup>
                                  </m:sSup>
                                  <m:r>
                                    <a:rPr lang="en-US" sz="2800" b="0" i="1" smtClean="0">
                                      <a:uFill>
                                        <a:solidFill>
                                          <a:srgbClr val="000000"/>
                                        </a:solidFill>
                                      </a:uFill>
                                      <a:latin typeface="Cambria Math" panose="02040503050406030204" pitchFamily="18" charset="0"/>
                                      <a:ea typeface="Cambria Math" panose="02040503050406030204" pitchFamily="18" charset="0"/>
                                    </a:rPr>
                                    <m:t>,</m:t>
                                  </m:r>
                                  <m:sSup>
                                    <m:sSupPr>
                                      <m:ctrlPr>
                                        <a:rPr lang="en-US" sz="2800" b="0" i="1" smtClean="0">
                                          <a:uFill>
                                            <a:solidFill>
                                              <a:srgbClr val="000000"/>
                                            </a:solidFill>
                                          </a:uFill>
                                          <a:latin typeface="Cambria Math" panose="02040503050406030204" pitchFamily="18" charset="0"/>
                                          <a:ea typeface="Cambria Math" panose="02040503050406030204" pitchFamily="18" charset="0"/>
                                        </a:rPr>
                                      </m:ctrlPr>
                                    </m:sSupPr>
                                    <m:e>
                                      <m:r>
                                        <a:rPr lang="en-US" sz="2800" b="0" i="1" smtClean="0">
                                          <a:uFill>
                                            <a:solidFill>
                                              <a:srgbClr val="000000"/>
                                            </a:solidFill>
                                          </a:uFill>
                                          <a:latin typeface="Cambria Math" panose="02040503050406030204" pitchFamily="18" charset="0"/>
                                          <a:ea typeface="Cambria Math" panose="02040503050406030204" pitchFamily="18" charset="0"/>
                                        </a:rPr>
                                        <m:t>𝑎</m:t>
                                      </m:r>
                                    </m:e>
                                    <m:sup>
                                      <m:r>
                                        <a:rPr lang="en-US" sz="2800" b="0" i="1" smtClean="0">
                                          <a:uFill>
                                            <a:solidFill>
                                              <a:srgbClr val="000000"/>
                                            </a:solidFill>
                                          </a:uFill>
                                          <a:latin typeface="Cambria Math" panose="02040503050406030204" pitchFamily="18" charset="0"/>
                                          <a:ea typeface="Cambria Math" panose="02040503050406030204" pitchFamily="18" charset="0"/>
                                        </a:rPr>
                                        <m:t>′</m:t>
                                      </m:r>
                                    </m:sup>
                                  </m:sSup>
                                </m:e>
                              </m:d>
                            </m:e>
                          </m:func>
                        </m:e>
                      </m:nary>
                    </m:oMath>
                  </m:oMathPara>
                </a14:m>
                <a:endParaRPr lang="en-US" b="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2" name="Text Placeholder 11">
                <a:extLst>
                  <a:ext uri="{FF2B5EF4-FFF2-40B4-BE49-F238E27FC236}">
                    <a16:creationId xmlns:a16="http://schemas.microsoft.com/office/drawing/2014/main" id="{D9B4FA66-70DB-AA66-E0B4-617169B6E814}"/>
                  </a:ext>
                </a:extLst>
              </p:cNvPr>
              <p:cNvSpPr>
                <a:spLocks noGrp="1" noRot="1" noChangeAspect="1" noMove="1" noResize="1" noEditPoints="1" noAdjustHandles="1" noChangeArrowheads="1" noChangeShapeType="1" noTextEdit="1"/>
              </p:cNvSpPr>
              <p:nvPr>
                <p:ph type="body" idx="1"/>
              </p:nvPr>
            </p:nvSpPr>
            <p:spPr>
              <a:xfrm>
                <a:off x="783313" y="1312351"/>
                <a:ext cx="7607301" cy="5013325"/>
              </a:xfrm>
              <a:blipFill>
                <a:blip r:embed="rId3"/>
                <a:stretch>
                  <a:fillRect l="-80" t="-8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Bellman Optimality Equation for </a:t>
                </a:r>
                <a14:m>
                  <m:oMath xmlns:m="http://schemas.openxmlformats.org/officeDocument/2006/math">
                    <m:sSub>
                      <m:sSubPr>
                        <m:ctrlPr>
                          <a:rPr lang="en-US" sz="3200" b="0" i="1" smtClean="0">
                            <a:uFill>
                              <a:solidFill>
                                <a:srgbClr val="000000"/>
                              </a:solidFill>
                            </a:uFill>
                            <a:latin typeface="Cambria Math" panose="02040503050406030204" pitchFamily="18" charset="0"/>
                            <a:ea typeface="+mn-ea"/>
                            <a:cs typeface="+mn-cs"/>
                            <a:sym typeface="Arial"/>
                          </a:rPr>
                        </m:ctrlPr>
                      </m:sSubPr>
                      <m:e>
                        <m:r>
                          <a:rPr lang="en-US" sz="3200" b="0" i="1" smtClean="0">
                            <a:uFill>
                              <a:solidFill>
                                <a:srgbClr val="000000"/>
                              </a:solidFill>
                            </a:uFill>
                            <a:latin typeface="Cambria Math" panose="02040503050406030204" pitchFamily="18" charset="0"/>
                            <a:ea typeface="+mn-ea"/>
                            <a:cs typeface="+mn-cs"/>
                            <a:sym typeface="Arial"/>
                          </a:rPr>
                          <m:t>𝑞</m:t>
                        </m:r>
                      </m:e>
                      <m:sub>
                        <m:r>
                          <a:rPr lang="en-US" sz="3200" b="0" i="1" smtClean="0">
                            <a:uFill>
                              <a:solidFill>
                                <a:srgbClr val="000000"/>
                              </a:solidFill>
                            </a:uFill>
                            <a:latin typeface="Cambria Math" panose="02040503050406030204" pitchFamily="18" charset="0"/>
                            <a:ea typeface="Cambria Math" panose="02040503050406030204" pitchFamily="18" charset="0"/>
                            <a:sym typeface="Arial"/>
                          </a:rPr>
                          <m:t>⋆</m:t>
                        </m:r>
                      </m:sub>
                    </m:sSub>
                  </m:oMath>
                </a14:m>
                <a:endParaRPr lang="en-US" sz="3200" b="0" dirty="0">
                  <a:uFill>
                    <a:solidFill>
                      <a:srgbClr val="000000"/>
                    </a:solidFill>
                  </a:uFill>
                  <a:latin typeface="+mn-lt"/>
                  <a:ea typeface="+mn-ea"/>
                  <a:cs typeface="+mn-cs"/>
                  <a:sym typeface="Arial"/>
                </a:endParaRPr>
              </a:p>
            </p:txBody>
          </p:sp>
        </mc:Choice>
        <mc:Fallback xmlns="">
          <p:sp>
            <p:nvSpPr>
              <p:cNvPr id="4" name="Deterministic Approaches">
                <a:extLst>
                  <a:ext uri="{FF2B5EF4-FFF2-40B4-BE49-F238E27FC236}">
                    <a16:creationId xmlns:a16="http://schemas.microsoft.com/office/drawing/2014/main" id="{E282F57B-3DBB-68F8-0EAB-E1735A55A2D6}"/>
                  </a:ext>
                </a:extLst>
              </p:cNvPr>
              <p:cNvSpPr txBox="1">
                <a:spLocks noGrp="1" noRot="1" noChangeAspect="1" noMove="1" noResize="1" noEditPoints="1" noAdjustHandles="1" noChangeArrowheads="1" noChangeShapeType="1" noTextEdit="1"/>
              </p:cNvSpPr>
              <p:nvPr>
                <p:ph type="title"/>
              </p:nvPr>
            </p:nvSpPr>
            <p:spPr>
              <a:xfrm>
                <a:off x="455414" y="-1"/>
                <a:ext cx="8229601" cy="981075"/>
              </a:xfrm>
              <a:prstGeom prst="rect">
                <a:avLst/>
              </a:prstGeom>
              <a:blipFill>
                <a:blip r:embed="rId4"/>
                <a:stretch>
                  <a:fillRect l="-889"/>
                </a:stretch>
              </a:blipFill>
            </p:spPr>
            <p:txBody>
              <a:bodyPr/>
              <a:lstStyle/>
              <a:p>
                <a:r>
                  <a:rPr lang="en-US">
                    <a:noFill/>
                  </a:rPr>
                  <a:t> </a:t>
                </a:r>
              </a:p>
            </p:txBody>
          </p:sp>
        </mc:Fallback>
      </mc:AlternateContent>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cxnSp>
        <p:nvCxnSpPr>
          <p:cNvPr id="3" name="Straight Arrow Connector 2">
            <a:extLst>
              <a:ext uri="{FF2B5EF4-FFF2-40B4-BE49-F238E27FC236}">
                <a16:creationId xmlns:a16="http://schemas.microsoft.com/office/drawing/2014/main" id="{B983483D-C458-AAAE-0541-E46676527C5C}"/>
              </a:ext>
            </a:extLst>
          </p:cNvPr>
          <p:cNvCxnSpPr>
            <a:cxnSpLocks/>
            <a:stCxn id="8" idx="0"/>
          </p:cNvCxnSpPr>
          <p:nvPr/>
        </p:nvCxnSpPr>
        <p:spPr>
          <a:xfrm flipV="1">
            <a:off x="2474557" y="3838470"/>
            <a:ext cx="821302" cy="1518885"/>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71CCC149-B66F-D18E-3EA4-4A56BBD6E7D9}"/>
                  </a:ext>
                </a:extLst>
              </p:cNvPr>
              <p:cNvSpPr/>
              <p:nvPr/>
            </p:nvSpPr>
            <p:spPr>
              <a:xfrm>
                <a:off x="42626" y="5357355"/>
                <a:ext cx="4863861" cy="379591"/>
              </a:xfrm>
              <a:prstGeom prst="rect">
                <a:avLst/>
              </a:prstGeom>
              <a:blipFill rotWithShape="1">
                <a:blip r:embed="rId5"/>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lang="en-US" sz="1800" dirty="0">
                    <a:solidFill>
                      <a:srgbClr val="FFFFFF"/>
                    </a:solidFill>
                    <a:effectLst>
                      <a:outerShdw blurRad="38100" dist="12700" dir="5400000" rotWithShape="0">
                        <a:srgbClr val="000000">
                          <a:alpha val="50000"/>
                        </a:srgbClr>
                      </a:outerShdw>
                    </a:effectLst>
                  </a:rPr>
                  <a:t>Expected immediate reward in state </a:t>
                </a:r>
                <a14:m>
                  <m:oMath xmlns:m="http://schemas.openxmlformats.org/officeDocument/2006/math">
                    <m:r>
                      <a:rPr lang="en-US" sz="1800" b="0" i="1" smtClean="0">
                        <a:solidFill>
                          <a:srgbClr val="FFFFFF"/>
                        </a:solidFill>
                        <a:effectLst>
                          <a:outerShdw blurRad="38100" dist="12700" dir="5400000" rotWithShape="0">
                            <a:srgbClr val="000000">
                              <a:alpha val="50000"/>
                            </a:srgbClr>
                          </a:outerShdw>
                        </a:effectLst>
                        <a:latin typeface="Cambria Math" panose="02040503050406030204" pitchFamily="18" charset="0"/>
                      </a:rPr>
                      <m:t>𝑠</m:t>
                    </m:r>
                  </m:oMath>
                </a14:m>
                <a:r>
                  <a:rPr kumimoji="0" lang="en-US" sz="1800" b="0" i="0" u="none" strike="noStrike" cap="none" spc="0" normalizeH="0" baseline="0" dirty="0">
                    <a:ln>
                      <a:noFill/>
                    </a:ln>
                    <a:solidFill>
                      <a:srgbClr val="FFFFFF"/>
                    </a:solidFill>
                    <a:effectLst>
                      <a:outerShdw blurRad="38100" dist="12700" dir="5400000" rotWithShape="0">
                        <a:srgbClr val="000000">
                          <a:alpha val="50000"/>
                        </a:srgbClr>
                      </a:outerShdw>
                    </a:effectLst>
                    <a:uFillTx/>
                    <a:sym typeface="Gill Sans"/>
                  </a:rPr>
                  <a:t> for action </a:t>
                </a:r>
                <a14:m>
                  <m:oMath xmlns:m="http://schemas.openxmlformats.org/officeDocument/2006/math">
                    <m:r>
                      <a:rPr kumimoji="0" lang="en-US" sz="1800" b="0" i="1" u="none" strike="noStrike" cap="none" spc="0" normalizeH="0" baseline="0" smtClean="0">
                        <a:ln>
                          <a:noFill/>
                        </a:ln>
                        <a:solidFill>
                          <a:srgbClr val="FFFFFF"/>
                        </a:solidFill>
                        <a:effectLst>
                          <a:outerShdw blurRad="38100" dist="12700" dir="5400000" rotWithShape="0">
                            <a:srgbClr val="000000">
                              <a:alpha val="50000"/>
                            </a:srgbClr>
                          </a:outerShdw>
                        </a:effectLst>
                        <a:uFillTx/>
                        <a:latin typeface="Cambria Math" panose="02040503050406030204" pitchFamily="18" charset="0"/>
                        <a:sym typeface="Gill Sans"/>
                      </a:rPr>
                      <m:t>𝑎</m:t>
                    </m:r>
                  </m:oMath>
                </a14:m>
                <a:endParaRPr kumimoji="0" lang="en-US" sz="1800" b="0" i="0" u="none" strike="noStrike" cap="none" spc="0" normalizeH="0" baseline="0" dirty="0">
                  <a:ln>
                    <a:noFill/>
                  </a:ln>
                  <a:solidFill>
                    <a:srgbClr val="FFFFFF"/>
                  </a:solidFill>
                  <a:effectLst>
                    <a:outerShdw blurRad="38100" dist="12700" dir="5400000" rotWithShape="0">
                      <a:srgbClr val="000000">
                        <a:alpha val="50000"/>
                      </a:srgbClr>
                    </a:outerShdw>
                  </a:effectLst>
                  <a:uFillTx/>
                  <a:sym typeface="Gill Sans"/>
                </a:endParaRPr>
              </a:p>
            </p:txBody>
          </p:sp>
        </mc:Choice>
        <mc:Fallback xmlns="">
          <p:sp>
            <p:nvSpPr>
              <p:cNvPr id="8" name="Rectangle 7">
                <a:extLst>
                  <a:ext uri="{FF2B5EF4-FFF2-40B4-BE49-F238E27FC236}">
                    <a16:creationId xmlns:a16="http://schemas.microsoft.com/office/drawing/2014/main" id="{71CCC149-B66F-D18E-3EA4-4A56BBD6E7D9}"/>
                  </a:ext>
                </a:extLst>
              </p:cNvPr>
              <p:cNvSpPr>
                <a:spLocks noRot="1" noChangeAspect="1" noMove="1" noResize="1" noEditPoints="1" noAdjustHandles="1" noChangeArrowheads="1" noChangeShapeType="1" noTextEdit="1"/>
              </p:cNvSpPr>
              <p:nvPr/>
            </p:nvSpPr>
            <p:spPr>
              <a:xfrm>
                <a:off x="42626" y="5357355"/>
                <a:ext cx="4863861" cy="379591"/>
              </a:xfrm>
              <a:prstGeom prst="rect">
                <a:avLst/>
              </a:prstGeom>
              <a:blipFill>
                <a:blip r:embed="rId6"/>
                <a:stretch>
                  <a:fillRect/>
                </a:stretch>
              </a:blipFill>
              <a:ln w="12700" cap="flat">
                <a:noFill/>
                <a:miter lim="400000"/>
              </a:ln>
              <a:effectLst>
                <a:outerShdw blurRad="38100" dist="25400" dir="5400000" rotWithShape="0">
                  <a:srgbClr val="000000">
                    <a:alpha val="50000"/>
                  </a:srgbClr>
                </a:outerShd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5C0D2C9F-54B5-144B-766D-C6AF39FAE862}"/>
                  </a:ext>
                </a:extLst>
              </p:cNvPr>
              <p:cNvSpPr/>
              <p:nvPr/>
            </p:nvSpPr>
            <p:spPr>
              <a:xfrm>
                <a:off x="4207587" y="5907481"/>
                <a:ext cx="4863861" cy="379591"/>
              </a:xfrm>
              <a:prstGeom prst="rect">
                <a:avLst/>
              </a:prstGeom>
              <a:blipFill rotWithShape="1">
                <a:blip r:embed="rId5"/>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lang="en-US" sz="1800" dirty="0">
                    <a:solidFill>
                      <a:srgbClr val="FFFFFF"/>
                    </a:solidFill>
                    <a:effectLst>
                      <a:outerShdw blurRad="38100" dist="12700" dir="5400000" rotWithShape="0">
                        <a:srgbClr val="000000">
                          <a:alpha val="50000"/>
                        </a:srgbClr>
                      </a:outerShdw>
                    </a:effectLst>
                  </a:rPr>
                  <a:t>Best expected future reward in state </a:t>
                </a:r>
                <a14:m>
                  <m:oMath xmlns:m="http://schemas.openxmlformats.org/officeDocument/2006/math">
                    <m:r>
                      <a:rPr lang="en-US" sz="1800" b="0" i="1" smtClean="0">
                        <a:solidFill>
                          <a:srgbClr val="FFFFFF"/>
                        </a:solidFill>
                        <a:effectLst>
                          <a:outerShdw blurRad="38100" dist="12700" dir="5400000" rotWithShape="0">
                            <a:srgbClr val="000000">
                              <a:alpha val="50000"/>
                            </a:srgbClr>
                          </a:outerShdw>
                        </a:effectLst>
                        <a:latin typeface="Cambria Math" panose="02040503050406030204" pitchFamily="18" charset="0"/>
                      </a:rPr>
                      <m:t>𝑠</m:t>
                    </m:r>
                  </m:oMath>
                </a14:m>
                <a:r>
                  <a:rPr kumimoji="0" lang="en-US" sz="1800" b="0" i="0" u="none" strike="noStrike" cap="none" spc="0" normalizeH="0" baseline="0" dirty="0">
                    <a:ln>
                      <a:noFill/>
                    </a:ln>
                    <a:solidFill>
                      <a:srgbClr val="FFFFFF"/>
                    </a:solidFill>
                    <a:effectLst>
                      <a:outerShdw blurRad="38100" dist="12700" dir="5400000" rotWithShape="0">
                        <a:srgbClr val="000000">
                          <a:alpha val="50000"/>
                        </a:srgbClr>
                      </a:outerShdw>
                    </a:effectLst>
                    <a:uFillTx/>
                    <a:sym typeface="Gill Sans"/>
                  </a:rPr>
                  <a:t> for action </a:t>
                </a:r>
                <a14:m>
                  <m:oMath xmlns:m="http://schemas.openxmlformats.org/officeDocument/2006/math">
                    <m:r>
                      <a:rPr kumimoji="0" lang="en-US" sz="1800" b="0" i="1" u="none" strike="noStrike" cap="none" spc="0" normalizeH="0" baseline="0" smtClean="0">
                        <a:ln>
                          <a:noFill/>
                        </a:ln>
                        <a:solidFill>
                          <a:srgbClr val="FFFFFF"/>
                        </a:solidFill>
                        <a:effectLst>
                          <a:outerShdw blurRad="38100" dist="12700" dir="5400000" rotWithShape="0">
                            <a:srgbClr val="000000">
                              <a:alpha val="50000"/>
                            </a:srgbClr>
                          </a:outerShdw>
                        </a:effectLst>
                        <a:uFillTx/>
                        <a:latin typeface="Cambria Math" panose="02040503050406030204" pitchFamily="18" charset="0"/>
                        <a:sym typeface="Gill Sans"/>
                      </a:rPr>
                      <m:t>𝑎</m:t>
                    </m:r>
                  </m:oMath>
                </a14:m>
                <a:endParaRPr kumimoji="0" lang="en-US" sz="1800" b="0" i="0" u="none" strike="noStrike" cap="none" spc="0" normalizeH="0" baseline="0" dirty="0">
                  <a:ln>
                    <a:noFill/>
                  </a:ln>
                  <a:solidFill>
                    <a:srgbClr val="FFFFFF"/>
                  </a:solidFill>
                  <a:effectLst>
                    <a:outerShdw blurRad="38100" dist="12700" dir="5400000" rotWithShape="0">
                      <a:srgbClr val="000000">
                        <a:alpha val="50000"/>
                      </a:srgbClr>
                    </a:outerShdw>
                  </a:effectLst>
                  <a:uFillTx/>
                  <a:sym typeface="Gill Sans"/>
                </a:endParaRPr>
              </a:p>
            </p:txBody>
          </p:sp>
        </mc:Choice>
        <mc:Fallback xmlns="">
          <p:sp>
            <p:nvSpPr>
              <p:cNvPr id="13" name="Rectangle 12">
                <a:extLst>
                  <a:ext uri="{FF2B5EF4-FFF2-40B4-BE49-F238E27FC236}">
                    <a16:creationId xmlns:a16="http://schemas.microsoft.com/office/drawing/2014/main" id="{5C0D2C9F-54B5-144B-766D-C6AF39FAE862}"/>
                  </a:ext>
                </a:extLst>
              </p:cNvPr>
              <p:cNvSpPr>
                <a:spLocks noRot="1" noChangeAspect="1" noMove="1" noResize="1" noEditPoints="1" noAdjustHandles="1" noChangeArrowheads="1" noChangeShapeType="1" noTextEdit="1"/>
              </p:cNvSpPr>
              <p:nvPr/>
            </p:nvSpPr>
            <p:spPr>
              <a:xfrm>
                <a:off x="4207587" y="5907481"/>
                <a:ext cx="4863861" cy="379591"/>
              </a:xfrm>
              <a:prstGeom prst="rect">
                <a:avLst/>
              </a:prstGeom>
              <a:blipFill>
                <a:blip r:embed="rId7"/>
                <a:stretch>
                  <a:fillRect/>
                </a:stretch>
              </a:blipFill>
              <a:ln w="12700" cap="flat">
                <a:noFill/>
                <a:miter lim="400000"/>
              </a:ln>
              <a:effectLst>
                <a:outerShdw blurRad="38100" dist="25400" dir="5400000" rotWithShape="0">
                  <a:srgbClr val="000000">
                    <a:alpha val="50000"/>
                  </a:srgbClr>
                </a:outerShdw>
              </a:effectLst>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697B55DD-119D-308C-886D-E8DE57AE2829}"/>
              </a:ext>
            </a:extLst>
          </p:cNvPr>
          <p:cNvCxnSpPr>
            <a:cxnSpLocks/>
          </p:cNvCxnSpPr>
          <p:nvPr/>
        </p:nvCxnSpPr>
        <p:spPr>
          <a:xfrm flipH="1" flipV="1">
            <a:off x="5927374" y="4141694"/>
            <a:ext cx="637035" cy="175639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 name="Slide Number Placeholder 1">
            <a:extLst>
              <a:ext uri="{FF2B5EF4-FFF2-40B4-BE49-F238E27FC236}">
                <a16:creationId xmlns:a16="http://schemas.microsoft.com/office/drawing/2014/main" id="{4867DE1A-36EF-916B-641F-7510C9DC6E25}"/>
              </a:ext>
            </a:extLst>
          </p:cNvPr>
          <p:cNvSpPr>
            <a:spLocks noGrp="1"/>
          </p:cNvSpPr>
          <p:nvPr>
            <p:ph type="sldNum" sz="quarter" idx="2"/>
          </p:nvPr>
        </p:nvSpPr>
        <p:spPr/>
        <p:txBody>
          <a:bodyPr/>
          <a:lstStyle/>
          <a:p>
            <a:fld id="{86CB4B4D-7CA3-9044-876B-883B54F8677D}" type="slidenum">
              <a:rPr lang="en-US" smtClean="0"/>
              <a:t>53</a:t>
            </a:fld>
            <a:endParaRPr lang="en-US"/>
          </a:p>
        </p:txBody>
      </p:sp>
      <p:sp>
        <p:nvSpPr>
          <p:cNvPr id="15" name="Date Placeholder 3">
            <a:extLst>
              <a:ext uri="{FF2B5EF4-FFF2-40B4-BE49-F238E27FC236}">
                <a16:creationId xmlns:a16="http://schemas.microsoft.com/office/drawing/2014/main" id="{D6AF9670-5548-9ED3-7021-9BFC87787114}"/>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Footer Placeholder 5">
            <a:extLst>
              <a:ext uri="{FF2B5EF4-FFF2-40B4-BE49-F238E27FC236}">
                <a16:creationId xmlns:a16="http://schemas.microsoft.com/office/drawing/2014/main" id="{306AB237-B296-9816-830F-1A0A71A603DC}"/>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7" name="Slide Number Placeholder 7">
            <a:extLst>
              <a:ext uri="{FF2B5EF4-FFF2-40B4-BE49-F238E27FC236}">
                <a16:creationId xmlns:a16="http://schemas.microsoft.com/office/drawing/2014/main" id="{7E0E987B-2FDF-AEBC-5E46-D0FE7680ABD1}"/>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53</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3779001082"/>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mc:AlternateContent xmlns:mc="http://schemas.openxmlformats.org/markup-compatibility/2006" xmlns:a14="http://schemas.microsoft.com/office/drawing/2010/main">
        <mc:Choice Requires="a14">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783313" y="1312351"/>
                <a:ext cx="7607301" cy="5013325"/>
              </a:xfrm>
            </p:spPr>
            <p:txBody>
              <a:bodyPr/>
              <a:lstStyle/>
              <a:p>
                <a:pPr marL="139065" indent="0">
                  <a:spcAft>
                    <a:spcPts val="600"/>
                  </a:spcAft>
                  <a:buNone/>
                </a:pPr>
                <a:r>
                  <a:rPr lang="en-US" b="0" dirty="0">
                    <a:latin typeface="Tahoma" panose="020B0604030504040204" pitchFamily="34" charset="0"/>
                    <a:ea typeface="Tahoma" panose="020B0604030504040204" pitchFamily="34" charset="0"/>
                    <a:cs typeface="Tahoma" panose="020B0604030504040204" pitchFamily="34" charset="0"/>
                  </a:rPr>
                  <a:t>Likewise, the Bellman optimality equation for </a:t>
                </a:r>
                <a14:m>
                  <m:oMath xmlns:m="http://schemas.openxmlformats.org/officeDocument/2006/math">
                    <m:sSub>
                      <m:sSubPr>
                        <m:ctrlPr>
                          <a:rPr lang="en-US" sz="2800" b="0" i="1" smtClean="0">
                            <a:uFill>
                              <a:solidFill>
                                <a:srgbClr val="000000"/>
                              </a:solidFill>
                            </a:uFill>
                            <a:latin typeface="Cambria Math" panose="02040503050406030204" pitchFamily="18" charset="0"/>
                            <a:ea typeface="+mn-ea"/>
                            <a:cs typeface="+mn-cs"/>
                            <a:sym typeface="Arial"/>
                          </a:rPr>
                        </m:ctrlPr>
                      </m:sSubPr>
                      <m:e>
                        <m:r>
                          <a:rPr lang="en-US" sz="2800" b="0" i="1" smtClean="0">
                            <a:uFill>
                              <a:solidFill>
                                <a:srgbClr val="000000"/>
                              </a:solidFill>
                            </a:uFill>
                            <a:latin typeface="Cambria Math" panose="02040503050406030204" pitchFamily="18" charset="0"/>
                            <a:ea typeface="+mn-ea"/>
                            <a:cs typeface="+mn-cs"/>
                            <a:sym typeface="Arial"/>
                          </a:rPr>
                          <m:t>𝑣</m:t>
                        </m:r>
                      </m:e>
                      <m:sub>
                        <m:r>
                          <a:rPr lang="en-US" sz="2800" b="0" i="1" smtClean="0">
                            <a:uFill>
                              <a:solidFill>
                                <a:srgbClr val="000000"/>
                              </a:solidFill>
                            </a:uFill>
                            <a:latin typeface="Cambria Math" panose="02040503050406030204" pitchFamily="18" charset="0"/>
                            <a:ea typeface="Cambria Math" panose="02040503050406030204" pitchFamily="18" charset="0"/>
                            <a:sym typeface="Arial"/>
                          </a:rPr>
                          <m:t>⋆</m:t>
                        </m:r>
                      </m:sub>
                    </m:sSub>
                  </m:oMath>
                </a14:m>
                <a:r>
                  <a:rPr lang="en-US" b="0" dirty="0">
                    <a:latin typeface="Tahoma" panose="020B0604030504040204" pitchFamily="34" charset="0"/>
                    <a:ea typeface="Tahoma" panose="020B0604030504040204" pitchFamily="34" charset="0"/>
                    <a:cs typeface="Tahoma" panose="020B0604030504040204" pitchFamily="34" charset="0"/>
                  </a:rPr>
                  <a:t> can be recursively decomposed in the same way</a:t>
                </a:r>
              </a:p>
              <a:p>
                <a:pPr marL="139065" indent="0">
                  <a:spcAft>
                    <a:spcPts val="600"/>
                  </a:spcAft>
                  <a:buNone/>
                </a:pPr>
                <a:endParaRPr lang="en-US" b="0" dirty="0">
                  <a:latin typeface="Tahoma" panose="020B0604030504040204" pitchFamily="34" charset="0"/>
                  <a:ea typeface="Tahoma" panose="020B0604030504040204" pitchFamily="34" charset="0"/>
                  <a:cs typeface="Tahoma" panose="020B0604030504040204" pitchFamily="34" charset="0"/>
                </a:endParaRPr>
              </a:p>
              <a:p>
                <a:pPr marL="139065" indent="0">
                  <a:spcAft>
                    <a:spcPts val="600"/>
                  </a:spcAft>
                  <a:buNone/>
                </a:pPr>
                <a14:m>
                  <m:oMathPara xmlns:m="http://schemas.openxmlformats.org/officeDocument/2006/math">
                    <m:oMathParaPr>
                      <m:jc m:val="centerGroup"/>
                    </m:oMathParaPr>
                    <m:oMath xmlns:m="http://schemas.openxmlformats.org/officeDocument/2006/math">
                      <m:sSub>
                        <m:sSubPr>
                          <m:ctrlPr>
                            <a:rPr lang="en-US" sz="2800" b="0" i="1">
                              <a:uFill>
                                <a:solidFill>
                                  <a:srgbClr val="000000"/>
                                </a:solidFill>
                              </a:uFill>
                              <a:latin typeface="Cambria Math" panose="02040503050406030204" pitchFamily="18" charset="0"/>
                            </a:rPr>
                          </m:ctrlPr>
                        </m:sSubPr>
                        <m:e>
                          <m:r>
                            <a:rPr lang="en-US" sz="2800" b="0" i="1">
                              <a:uFill>
                                <a:solidFill>
                                  <a:srgbClr val="000000"/>
                                </a:solidFill>
                              </a:uFill>
                              <a:latin typeface="Cambria Math" panose="02040503050406030204" pitchFamily="18" charset="0"/>
                            </a:rPr>
                            <m:t>𝑣</m:t>
                          </m:r>
                        </m:e>
                        <m:sub>
                          <m:r>
                            <a:rPr lang="en-US" sz="2800" b="0" i="1">
                              <a:uFill>
                                <a:solidFill>
                                  <a:srgbClr val="000000"/>
                                </a:solidFill>
                              </a:uFill>
                              <a:latin typeface="Cambria Math" panose="02040503050406030204" pitchFamily="18" charset="0"/>
                              <a:ea typeface="Cambria Math" panose="02040503050406030204" pitchFamily="18" charset="0"/>
                            </a:rPr>
                            <m:t>⋆</m:t>
                          </m:r>
                        </m:sub>
                      </m:sSub>
                      <m:d>
                        <m:dPr>
                          <m:ctrlPr>
                            <a:rPr lang="en-US" sz="2800" b="0" i="1" smtClean="0">
                              <a:uFill>
                                <a:solidFill>
                                  <a:srgbClr val="000000"/>
                                </a:solidFill>
                              </a:uFill>
                              <a:latin typeface="Cambria Math" panose="02040503050406030204" pitchFamily="18" charset="0"/>
                              <a:ea typeface="Cambria Math" panose="02040503050406030204" pitchFamily="18" charset="0"/>
                            </a:rPr>
                          </m:ctrlPr>
                        </m:dPr>
                        <m:e>
                          <m:r>
                            <a:rPr lang="en-US" sz="2800" b="0" i="1" smtClean="0">
                              <a:uFill>
                                <a:solidFill>
                                  <a:srgbClr val="000000"/>
                                </a:solidFill>
                              </a:uFill>
                              <a:latin typeface="Cambria Math" panose="02040503050406030204" pitchFamily="18" charset="0"/>
                              <a:ea typeface="Cambria Math" panose="02040503050406030204" pitchFamily="18" charset="0"/>
                            </a:rPr>
                            <m:t>𝑠</m:t>
                          </m:r>
                        </m:e>
                      </m:d>
                      <m:r>
                        <a:rPr lang="en-US" sz="2800" b="0" i="1" smtClean="0">
                          <a:uFill>
                            <a:solidFill>
                              <a:srgbClr val="000000"/>
                            </a:solidFill>
                          </a:uFill>
                          <a:latin typeface="Cambria Math" panose="02040503050406030204" pitchFamily="18" charset="0"/>
                          <a:ea typeface="Cambria Math" panose="02040503050406030204" pitchFamily="18" charset="0"/>
                        </a:rPr>
                        <m:t>=</m:t>
                      </m:r>
                      <m:func>
                        <m:funcPr>
                          <m:ctrlPr>
                            <a:rPr lang="en-US" sz="2800" b="0" i="1" smtClean="0">
                              <a:uFill>
                                <a:solidFill>
                                  <a:srgbClr val="000000"/>
                                </a:solidFill>
                              </a:uFill>
                              <a:latin typeface="Cambria Math" panose="02040503050406030204" pitchFamily="18" charset="0"/>
                              <a:ea typeface="Cambria Math" panose="02040503050406030204" pitchFamily="18" charset="0"/>
                            </a:rPr>
                          </m:ctrlPr>
                        </m:funcPr>
                        <m:fName>
                          <m:limLow>
                            <m:limLowPr>
                              <m:ctrlPr>
                                <a:rPr lang="en-US" sz="2800" b="0" i="1" smtClean="0">
                                  <a:uFill>
                                    <a:solidFill>
                                      <a:srgbClr val="000000"/>
                                    </a:solidFill>
                                  </a:uFill>
                                  <a:latin typeface="Cambria Math" panose="02040503050406030204" pitchFamily="18" charset="0"/>
                                  <a:ea typeface="Cambria Math" panose="02040503050406030204" pitchFamily="18" charset="0"/>
                                </a:rPr>
                              </m:ctrlPr>
                            </m:limLowPr>
                            <m:e>
                              <m:r>
                                <m:rPr>
                                  <m:sty m:val="p"/>
                                </m:rPr>
                                <a:rPr lang="en-US" sz="2800" b="0" i="0" smtClean="0">
                                  <a:uFill>
                                    <a:solidFill>
                                      <a:srgbClr val="000000"/>
                                    </a:solidFill>
                                  </a:uFill>
                                  <a:latin typeface="Cambria Math" panose="02040503050406030204" pitchFamily="18" charset="0"/>
                                  <a:ea typeface="Cambria Math" panose="02040503050406030204" pitchFamily="18" charset="0"/>
                                </a:rPr>
                                <m:t>max</m:t>
                              </m:r>
                            </m:e>
                            <m:lim>
                              <m:r>
                                <a:rPr lang="en-US" sz="2800" b="0" i="1" smtClean="0">
                                  <a:uFill>
                                    <a:solidFill>
                                      <a:srgbClr val="000000"/>
                                    </a:solidFill>
                                  </a:uFill>
                                  <a:latin typeface="Cambria Math" panose="02040503050406030204" pitchFamily="18" charset="0"/>
                                  <a:ea typeface="Cambria Math" panose="02040503050406030204" pitchFamily="18" charset="0"/>
                                </a:rPr>
                                <m:t>𝑎</m:t>
                              </m:r>
                            </m:lim>
                          </m:limLow>
                        </m:fName>
                        <m:e>
                          <m:d>
                            <m:dPr>
                              <m:ctrlPr>
                                <a:rPr lang="en-US" sz="2800" b="0" i="1" smtClean="0">
                                  <a:uFill>
                                    <a:solidFill>
                                      <a:srgbClr val="000000"/>
                                    </a:solidFill>
                                  </a:uFill>
                                  <a:latin typeface="Cambria Math" panose="02040503050406030204" pitchFamily="18" charset="0"/>
                                  <a:ea typeface="Cambria Math" panose="02040503050406030204" pitchFamily="18" charset="0"/>
                                </a:rPr>
                              </m:ctrlPr>
                            </m:dPr>
                            <m:e>
                              <m:sSubSup>
                                <m:sSubSupPr>
                                  <m:ctrlPr>
                                    <a:rPr lang="en-US" sz="2800" b="0" i="1" smtClean="0">
                                      <a:uFill>
                                        <a:solidFill>
                                          <a:srgbClr val="000000"/>
                                        </a:solidFill>
                                      </a:uFill>
                                      <a:latin typeface="Cambria Math" panose="02040503050406030204" pitchFamily="18" charset="0"/>
                                      <a:ea typeface="Cambria Math" panose="02040503050406030204" pitchFamily="18" charset="0"/>
                                    </a:rPr>
                                  </m:ctrlPr>
                                </m:sSubSupPr>
                                <m:e>
                                  <m:r>
                                    <a:rPr lang="en-US" sz="2800" b="0" i="1" smtClean="0">
                                      <a:uFill>
                                        <a:solidFill>
                                          <a:srgbClr val="000000"/>
                                        </a:solidFill>
                                      </a:uFill>
                                      <a:latin typeface="Cambria Math" panose="02040503050406030204" pitchFamily="18" charset="0"/>
                                      <a:ea typeface="Cambria Math" panose="02040503050406030204" pitchFamily="18" charset="0"/>
                                    </a:rPr>
                                    <m:t>𝑅</m:t>
                                  </m:r>
                                </m:e>
                                <m:sub>
                                  <m:r>
                                    <a:rPr lang="en-US" sz="2800" b="0" i="1" smtClean="0">
                                      <a:uFill>
                                        <a:solidFill>
                                          <a:srgbClr val="000000"/>
                                        </a:solidFill>
                                      </a:uFill>
                                      <a:latin typeface="Cambria Math" panose="02040503050406030204" pitchFamily="18" charset="0"/>
                                      <a:ea typeface="Cambria Math" panose="02040503050406030204" pitchFamily="18" charset="0"/>
                                    </a:rPr>
                                    <m:t>𝑠</m:t>
                                  </m:r>
                                </m:sub>
                                <m:sup>
                                  <m:r>
                                    <a:rPr lang="en-US" sz="2800" b="0" i="1" smtClean="0">
                                      <a:uFill>
                                        <a:solidFill>
                                          <a:srgbClr val="000000"/>
                                        </a:solidFill>
                                      </a:uFill>
                                      <a:latin typeface="Cambria Math" panose="02040503050406030204" pitchFamily="18" charset="0"/>
                                      <a:ea typeface="Cambria Math" panose="02040503050406030204" pitchFamily="18" charset="0"/>
                                    </a:rPr>
                                    <m:t>𝑎</m:t>
                                  </m:r>
                                </m:sup>
                              </m:sSubSup>
                              <m:r>
                                <a:rPr lang="en-US" sz="2800" b="0" i="1" smtClean="0">
                                  <a:uFill>
                                    <a:solidFill>
                                      <a:srgbClr val="000000"/>
                                    </a:solidFill>
                                  </a:uFill>
                                  <a:latin typeface="Cambria Math" panose="02040503050406030204" pitchFamily="18" charset="0"/>
                                  <a:ea typeface="Cambria Math" panose="02040503050406030204" pitchFamily="18" charset="0"/>
                                </a:rPr>
                                <m:t>+</m:t>
                              </m:r>
                              <m:r>
                                <a:rPr lang="en-US" sz="2800" b="0" i="1" smtClean="0">
                                  <a:uFill>
                                    <a:solidFill>
                                      <a:srgbClr val="000000"/>
                                    </a:solidFill>
                                  </a:uFill>
                                  <a:latin typeface="Cambria Math" panose="02040503050406030204" pitchFamily="18" charset="0"/>
                                  <a:ea typeface="Cambria Math" panose="02040503050406030204" pitchFamily="18" charset="0"/>
                                </a:rPr>
                                <m:t>𝛾</m:t>
                              </m:r>
                              <m:nary>
                                <m:naryPr>
                                  <m:chr m:val="∑"/>
                                  <m:supHide m:val="on"/>
                                  <m:ctrlPr>
                                    <a:rPr lang="en-US" sz="2800" b="0" i="1" smtClean="0">
                                      <a:uFill>
                                        <a:solidFill>
                                          <a:srgbClr val="000000"/>
                                        </a:solidFill>
                                      </a:uFill>
                                      <a:latin typeface="Cambria Math" panose="02040503050406030204" pitchFamily="18" charset="0"/>
                                      <a:ea typeface="Cambria Math" panose="02040503050406030204" pitchFamily="18" charset="0"/>
                                    </a:rPr>
                                  </m:ctrlPr>
                                </m:naryPr>
                                <m:sub>
                                  <m:sSup>
                                    <m:sSupPr>
                                      <m:ctrlPr>
                                        <a:rPr lang="en-US" sz="2800" b="0" i="1" smtClean="0">
                                          <a:uFill>
                                            <a:solidFill>
                                              <a:srgbClr val="000000"/>
                                            </a:solidFill>
                                          </a:uFill>
                                          <a:latin typeface="Cambria Math" panose="02040503050406030204" pitchFamily="18" charset="0"/>
                                          <a:ea typeface="Cambria Math" panose="02040503050406030204" pitchFamily="18" charset="0"/>
                                        </a:rPr>
                                      </m:ctrlPr>
                                    </m:sSupPr>
                                    <m:e>
                                      <m:r>
                                        <m:rPr>
                                          <m:brk m:alnAt="7"/>
                                        </m:rPr>
                                        <a:rPr lang="en-US" sz="2800" b="0" i="1" smtClean="0">
                                          <a:uFill>
                                            <a:solidFill>
                                              <a:srgbClr val="000000"/>
                                            </a:solidFill>
                                          </a:uFill>
                                          <a:latin typeface="Cambria Math" panose="02040503050406030204" pitchFamily="18" charset="0"/>
                                          <a:ea typeface="Cambria Math" panose="02040503050406030204" pitchFamily="18" charset="0"/>
                                        </a:rPr>
                                        <m:t>𝑠</m:t>
                                      </m:r>
                                    </m:e>
                                    <m:sup>
                                      <m:r>
                                        <m:rPr>
                                          <m:brk m:alnAt="7"/>
                                        </m:rPr>
                                        <a:rPr lang="en-US" sz="2800" b="0" i="1" smtClean="0">
                                          <a:uFill>
                                            <a:solidFill>
                                              <a:srgbClr val="000000"/>
                                            </a:solidFill>
                                          </a:uFill>
                                          <a:latin typeface="Cambria Math" panose="02040503050406030204" pitchFamily="18" charset="0"/>
                                          <a:ea typeface="Cambria Math" panose="02040503050406030204" pitchFamily="18" charset="0"/>
                                        </a:rPr>
                                        <m:t>′</m:t>
                                      </m:r>
                                    </m:sup>
                                  </m:sSup>
                                </m:sub>
                                <m:sup/>
                                <m:e>
                                  <m:sSubSup>
                                    <m:sSubSupPr>
                                      <m:ctrlPr>
                                        <a:rPr lang="en-US" sz="2800" b="0" i="1" smtClean="0">
                                          <a:uFill>
                                            <a:solidFill>
                                              <a:srgbClr val="000000"/>
                                            </a:solidFill>
                                          </a:uFill>
                                          <a:latin typeface="Cambria Math" panose="02040503050406030204" pitchFamily="18" charset="0"/>
                                          <a:ea typeface="Cambria Math" panose="02040503050406030204" pitchFamily="18" charset="0"/>
                                        </a:rPr>
                                      </m:ctrlPr>
                                    </m:sSubSupPr>
                                    <m:e>
                                      <m:r>
                                        <a:rPr lang="en-US" sz="2800" b="0" i="1" smtClean="0">
                                          <a:uFill>
                                            <a:solidFill>
                                              <a:srgbClr val="000000"/>
                                            </a:solidFill>
                                          </a:uFill>
                                          <a:latin typeface="Cambria Math" panose="02040503050406030204" pitchFamily="18" charset="0"/>
                                          <a:ea typeface="Cambria Math" panose="02040503050406030204" pitchFamily="18" charset="0"/>
                                        </a:rPr>
                                        <m:t>𝑃</m:t>
                                      </m:r>
                                    </m:e>
                                    <m:sub>
                                      <m:r>
                                        <a:rPr lang="en-US" sz="2800" b="0" i="1" smtClean="0">
                                          <a:uFill>
                                            <a:solidFill>
                                              <a:srgbClr val="000000"/>
                                            </a:solidFill>
                                          </a:uFill>
                                          <a:latin typeface="Cambria Math" panose="02040503050406030204" pitchFamily="18" charset="0"/>
                                          <a:ea typeface="Cambria Math" panose="02040503050406030204" pitchFamily="18" charset="0"/>
                                        </a:rPr>
                                        <m:t>𝑠</m:t>
                                      </m:r>
                                      <m:r>
                                        <a:rPr lang="en-US" sz="2800" b="0" i="1" smtClean="0">
                                          <a:uFill>
                                            <a:solidFill>
                                              <a:srgbClr val="000000"/>
                                            </a:solidFill>
                                          </a:uFill>
                                          <a:latin typeface="Cambria Math" panose="02040503050406030204" pitchFamily="18" charset="0"/>
                                          <a:ea typeface="Cambria Math" panose="02040503050406030204" pitchFamily="18" charset="0"/>
                                        </a:rPr>
                                        <m:t>,</m:t>
                                      </m:r>
                                      <m:sSup>
                                        <m:sSupPr>
                                          <m:ctrlPr>
                                            <a:rPr lang="en-US" sz="2800" b="0" i="1" smtClean="0">
                                              <a:uFill>
                                                <a:solidFill>
                                                  <a:srgbClr val="000000"/>
                                                </a:solidFill>
                                              </a:uFill>
                                              <a:latin typeface="Cambria Math" panose="02040503050406030204" pitchFamily="18" charset="0"/>
                                              <a:ea typeface="Cambria Math" panose="02040503050406030204" pitchFamily="18" charset="0"/>
                                            </a:rPr>
                                          </m:ctrlPr>
                                        </m:sSupPr>
                                        <m:e>
                                          <m:r>
                                            <a:rPr lang="en-US" sz="2800" b="0" i="1" smtClean="0">
                                              <a:uFill>
                                                <a:solidFill>
                                                  <a:srgbClr val="000000"/>
                                                </a:solidFill>
                                              </a:uFill>
                                              <a:latin typeface="Cambria Math" panose="02040503050406030204" pitchFamily="18" charset="0"/>
                                              <a:ea typeface="Cambria Math" panose="02040503050406030204" pitchFamily="18" charset="0"/>
                                            </a:rPr>
                                            <m:t>𝑠</m:t>
                                          </m:r>
                                        </m:e>
                                        <m:sup>
                                          <m:r>
                                            <a:rPr lang="en-US" sz="2800" b="0" i="1" smtClean="0">
                                              <a:uFill>
                                                <a:solidFill>
                                                  <a:srgbClr val="000000"/>
                                                </a:solidFill>
                                              </a:uFill>
                                              <a:latin typeface="Cambria Math" panose="02040503050406030204" pitchFamily="18" charset="0"/>
                                              <a:ea typeface="Cambria Math" panose="02040503050406030204" pitchFamily="18" charset="0"/>
                                            </a:rPr>
                                            <m:t>′</m:t>
                                          </m:r>
                                        </m:sup>
                                      </m:sSup>
                                    </m:sub>
                                    <m:sup>
                                      <m:r>
                                        <a:rPr lang="en-US" sz="2800" b="0" i="1" smtClean="0">
                                          <a:uFill>
                                            <a:solidFill>
                                              <a:srgbClr val="000000"/>
                                            </a:solidFill>
                                          </a:uFill>
                                          <a:latin typeface="Cambria Math" panose="02040503050406030204" pitchFamily="18" charset="0"/>
                                          <a:ea typeface="Cambria Math" panose="02040503050406030204" pitchFamily="18" charset="0"/>
                                        </a:rPr>
                                        <m:t>𝑎</m:t>
                                      </m:r>
                                    </m:sup>
                                  </m:sSubSup>
                                  <m:sSub>
                                    <m:sSubPr>
                                      <m:ctrlPr>
                                        <a:rPr lang="en-US" sz="2800" b="0" i="1">
                                          <a:uFill>
                                            <a:solidFill>
                                              <a:srgbClr val="000000"/>
                                            </a:solidFill>
                                          </a:uFill>
                                          <a:latin typeface="Cambria Math" panose="02040503050406030204" pitchFamily="18" charset="0"/>
                                        </a:rPr>
                                      </m:ctrlPr>
                                    </m:sSubPr>
                                    <m:e>
                                      <m:r>
                                        <a:rPr lang="en-US" sz="2800" b="0" i="1">
                                          <a:uFill>
                                            <a:solidFill>
                                              <a:srgbClr val="000000"/>
                                            </a:solidFill>
                                          </a:uFill>
                                          <a:latin typeface="Cambria Math" panose="02040503050406030204" pitchFamily="18" charset="0"/>
                                        </a:rPr>
                                        <m:t>𝑣</m:t>
                                      </m:r>
                                    </m:e>
                                    <m:sub>
                                      <m:r>
                                        <a:rPr lang="en-US" sz="2800" b="0" i="1">
                                          <a:uFill>
                                            <a:solidFill>
                                              <a:srgbClr val="000000"/>
                                            </a:solidFill>
                                          </a:uFill>
                                          <a:latin typeface="Cambria Math" panose="02040503050406030204" pitchFamily="18" charset="0"/>
                                          <a:ea typeface="Cambria Math" panose="02040503050406030204" pitchFamily="18" charset="0"/>
                                        </a:rPr>
                                        <m:t>⋆</m:t>
                                      </m:r>
                                    </m:sub>
                                  </m:sSub>
                                  <m:d>
                                    <m:dPr>
                                      <m:ctrlPr>
                                        <a:rPr lang="en-US" sz="2800" b="0" i="1" smtClean="0">
                                          <a:uFill>
                                            <a:solidFill>
                                              <a:srgbClr val="000000"/>
                                            </a:solidFill>
                                          </a:uFill>
                                          <a:latin typeface="Cambria Math" panose="02040503050406030204" pitchFamily="18" charset="0"/>
                                          <a:ea typeface="Cambria Math" panose="02040503050406030204" pitchFamily="18" charset="0"/>
                                        </a:rPr>
                                      </m:ctrlPr>
                                    </m:dPr>
                                    <m:e>
                                      <m:sSup>
                                        <m:sSupPr>
                                          <m:ctrlPr>
                                            <a:rPr lang="en-US" sz="2800" b="0" i="1" smtClean="0">
                                              <a:uFill>
                                                <a:solidFill>
                                                  <a:srgbClr val="000000"/>
                                                </a:solidFill>
                                              </a:uFill>
                                              <a:latin typeface="Cambria Math" panose="02040503050406030204" pitchFamily="18" charset="0"/>
                                              <a:ea typeface="Cambria Math" panose="02040503050406030204" pitchFamily="18" charset="0"/>
                                            </a:rPr>
                                          </m:ctrlPr>
                                        </m:sSupPr>
                                        <m:e>
                                          <m:r>
                                            <a:rPr lang="en-US" sz="2800" b="0" i="1" smtClean="0">
                                              <a:uFill>
                                                <a:solidFill>
                                                  <a:srgbClr val="000000"/>
                                                </a:solidFill>
                                              </a:uFill>
                                              <a:latin typeface="Cambria Math" panose="02040503050406030204" pitchFamily="18" charset="0"/>
                                              <a:ea typeface="Cambria Math" panose="02040503050406030204" pitchFamily="18" charset="0"/>
                                            </a:rPr>
                                            <m:t>𝑠</m:t>
                                          </m:r>
                                        </m:e>
                                        <m:sup>
                                          <m:r>
                                            <a:rPr lang="en-US" sz="2800" b="0" i="1" smtClean="0">
                                              <a:uFill>
                                                <a:solidFill>
                                                  <a:srgbClr val="000000"/>
                                                </a:solidFill>
                                              </a:uFill>
                                              <a:latin typeface="Cambria Math" panose="02040503050406030204" pitchFamily="18" charset="0"/>
                                              <a:ea typeface="Cambria Math" panose="02040503050406030204" pitchFamily="18" charset="0"/>
                                            </a:rPr>
                                            <m:t>′</m:t>
                                          </m:r>
                                        </m:sup>
                                      </m:sSup>
                                    </m:e>
                                  </m:d>
                                </m:e>
                              </m:nary>
                            </m:e>
                          </m:d>
                        </m:e>
                      </m:func>
                    </m:oMath>
                  </m:oMathPara>
                </a14:m>
                <a:endParaRPr lang="en-US" b="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2" name="Text Placeholder 11">
                <a:extLst>
                  <a:ext uri="{FF2B5EF4-FFF2-40B4-BE49-F238E27FC236}">
                    <a16:creationId xmlns:a16="http://schemas.microsoft.com/office/drawing/2014/main" id="{D9B4FA66-70DB-AA66-E0B4-617169B6E814}"/>
                  </a:ext>
                </a:extLst>
              </p:cNvPr>
              <p:cNvSpPr>
                <a:spLocks noGrp="1" noRot="1" noChangeAspect="1" noMove="1" noResize="1" noEditPoints="1" noAdjustHandles="1" noChangeArrowheads="1" noChangeShapeType="1" noTextEdit="1"/>
              </p:cNvSpPr>
              <p:nvPr>
                <p:ph type="body" idx="1"/>
              </p:nvPr>
            </p:nvSpPr>
            <p:spPr>
              <a:xfrm>
                <a:off x="783313" y="1312351"/>
                <a:ext cx="7607301" cy="5013325"/>
              </a:xfrm>
              <a:blipFill>
                <a:blip r:embed="rId2"/>
                <a:stretch>
                  <a:fillRect l="-80" t="-8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Bellman Optimality Equation for </a:t>
                </a:r>
                <a14:m>
                  <m:oMath xmlns:m="http://schemas.openxmlformats.org/officeDocument/2006/math">
                    <m:sSub>
                      <m:sSubPr>
                        <m:ctrlPr>
                          <a:rPr lang="en-US" sz="3200" b="0" i="1" smtClean="0">
                            <a:uFill>
                              <a:solidFill>
                                <a:srgbClr val="000000"/>
                              </a:solidFill>
                            </a:uFill>
                            <a:latin typeface="Cambria Math" panose="02040503050406030204" pitchFamily="18" charset="0"/>
                            <a:ea typeface="+mn-ea"/>
                            <a:cs typeface="+mn-cs"/>
                            <a:sym typeface="Arial"/>
                          </a:rPr>
                        </m:ctrlPr>
                      </m:sSubPr>
                      <m:e>
                        <m:r>
                          <a:rPr lang="en-US" sz="3200" b="0" i="1" smtClean="0">
                            <a:uFill>
                              <a:solidFill>
                                <a:srgbClr val="000000"/>
                              </a:solidFill>
                            </a:uFill>
                            <a:latin typeface="Cambria Math" panose="02040503050406030204" pitchFamily="18" charset="0"/>
                            <a:ea typeface="+mn-ea"/>
                            <a:cs typeface="+mn-cs"/>
                            <a:sym typeface="Arial"/>
                          </a:rPr>
                          <m:t>𝑣</m:t>
                        </m:r>
                      </m:e>
                      <m:sub>
                        <m:r>
                          <a:rPr lang="en-US" sz="3200" b="0" i="1" smtClean="0">
                            <a:uFill>
                              <a:solidFill>
                                <a:srgbClr val="000000"/>
                              </a:solidFill>
                            </a:uFill>
                            <a:latin typeface="Cambria Math" panose="02040503050406030204" pitchFamily="18" charset="0"/>
                            <a:ea typeface="Cambria Math" panose="02040503050406030204" pitchFamily="18" charset="0"/>
                            <a:sym typeface="Arial"/>
                          </a:rPr>
                          <m:t>⋆</m:t>
                        </m:r>
                      </m:sub>
                    </m:sSub>
                  </m:oMath>
                </a14:m>
                <a:endParaRPr lang="en-US" sz="3200" b="0" dirty="0">
                  <a:uFill>
                    <a:solidFill>
                      <a:srgbClr val="000000"/>
                    </a:solidFill>
                  </a:uFill>
                  <a:latin typeface="+mn-lt"/>
                  <a:ea typeface="+mn-ea"/>
                  <a:cs typeface="+mn-cs"/>
                  <a:sym typeface="Arial"/>
                </a:endParaRPr>
              </a:p>
            </p:txBody>
          </p:sp>
        </mc:Choice>
        <mc:Fallback xmlns="">
          <p:sp>
            <p:nvSpPr>
              <p:cNvPr id="4" name="Deterministic Approaches">
                <a:extLst>
                  <a:ext uri="{FF2B5EF4-FFF2-40B4-BE49-F238E27FC236}">
                    <a16:creationId xmlns:a16="http://schemas.microsoft.com/office/drawing/2014/main" id="{E282F57B-3DBB-68F8-0EAB-E1735A55A2D6}"/>
                  </a:ext>
                </a:extLst>
              </p:cNvPr>
              <p:cNvSpPr txBox="1">
                <a:spLocks noGrp="1" noRot="1" noChangeAspect="1" noMove="1" noResize="1" noEditPoints="1" noAdjustHandles="1" noChangeArrowheads="1" noChangeShapeType="1" noTextEdit="1"/>
              </p:cNvSpPr>
              <p:nvPr>
                <p:ph type="title"/>
              </p:nvPr>
            </p:nvSpPr>
            <p:spPr>
              <a:xfrm>
                <a:off x="455414" y="-1"/>
                <a:ext cx="8229601" cy="981075"/>
              </a:xfrm>
              <a:prstGeom prst="rect">
                <a:avLst/>
              </a:prstGeom>
              <a:blipFill>
                <a:blip r:embed="rId3"/>
                <a:stretch>
                  <a:fillRect l="-889"/>
                </a:stretch>
              </a:blipFill>
            </p:spPr>
            <p:txBody>
              <a:bodyPr/>
              <a:lstStyle/>
              <a:p>
                <a:r>
                  <a:rPr lang="en-US">
                    <a:noFill/>
                  </a:rPr>
                  <a:t> </a:t>
                </a:r>
              </a:p>
            </p:txBody>
          </p:sp>
        </mc:Fallback>
      </mc:AlternateContent>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sp>
        <p:nvSpPr>
          <p:cNvPr id="2" name="Slide Number Placeholder 1">
            <a:extLst>
              <a:ext uri="{FF2B5EF4-FFF2-40B4-BE49-F238E27FC236}">
                <a16:creationId xmlns:a16="http://schemas.microsoft.com/office/drawing/2014/main" id="{08F7860E-0212-1BF3-C33C-94AB2307D458}"/>
              </a:ext>
            </a:extLst>
          </p:cNvPr>
          <p:cNvSpPr>
            <a:spLocks noGrp="1"/>
          </p:cNvSpPr>
          <p:nvPr>
            <p:ph type="sldNum" sz="quarter" idx="2"/>
          </p:nvPr>
        </p:nvSpPr>
        <p:spPr/>
        <p:txBody>
          <a:bodyPr/>
          <a:lstStyle/>
          <a:p>
            <a:fld id="{86CB4B4D-7CA3-9044-876B-883B54F8677D}" type="slidenum">
              <a:rPr lang="en-US" smtClean="0"/>
              <a:t>54</a:t>
            </a:fld>
            <a:endParaRPr lang="en-US"/>
          </a:p>
        </p:txBody>
      </p:sp>
      <p:sp>
        <p:nvSpPr>
          <p:cNvPr id="3" name="Date Placeholder 3">
            <a:extLst>
              <a:ext uri="{FF2B5EF4-FFF2-40B4-BE49-F238E27FC236}">
                <a16:creationId xmlns:a16="http://schemas.microsoft.com/office/drawing/2014/main" id="{0C2DCF60-8ECD-6C7A-801E-22C47B54D651}"/>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C7E63628-3577-FD7E-9701-68DDCAD654FE}"/>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D8DCE8D6-FE6E-0C6A-D864-461C7ED74AB0}"/>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54</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3508703059"/>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783313" y="1312351"/>
            <a:ext cx="7901702" cy="5013325"/>
          </a:xfrm>
        </p:spPr>
        <p:txBody>
          <a:bodyPr/>
          <a:lstStyle/>
          <a:p>
            <a:pPr marL="139065" indent="0">
              <a:spcAft>
                <a:spcPts val="600"/>
              </a:spcAft>
              <a:buNone/>
            </a:pPr>
            <a:r>
              <a:rPr lang="en-US" b="0" dirty="0">
                <a:latin typeface="Tahoma" panose="020B0604030504040204" pitchFamily="34" charset="0"/>
                <a:ea typeface="Tahoma" panose="020B0604030504040204" pitchFamily="34" charset="0"/>
                <a:cs typeface="Tahoma" panose="020B0604030504040204" pitchFamily="34" charset="0"/>
              </a:rPr>
              <a:t>The Bellman Optimality Equation </a:t>
            </a:r>
          </a:p>
          <a:p>
            <a:pPr marL="139065" indent="0">
              <a:spcAft>
                <a:spcPts val="600"/>
              </a:spcAft>
              <a:buNone/>
            </a:pPr>
            <a:endParaRPr lang="en-US" sz="1200" b="0" dirty="0">
              <a:latin typeface="Tahoma" panose="020B0604030504040204" pitchFamily="34" charset="0"/>
              <a:ea typeface="Tahoma" panose="020B0604030504040204" pitchFamily="34" charset="0"/>
              <a:cs typeface="Tahoma" panose="020B0604030504040204" pitchFamily="34" charset="0"/>
            </a:endParaRP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is non-linear</a:t>
            </a: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does not admit a closed form solution in general</a:t>
            </a: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needs to be solved iteratively using </a:t>
            </a:r>
          </a:p>
          <a:p>
            <a:pPr marL="1203325" indent="-685800">
              <a:buSzPct val="85000"/>
              <a:buFont typeface="Wingdings 3" panose="05040102010807070707" pitchFamily="18" charset="2"/>
              <a:buChar char=""/>
            </a:pPr>
            <a:r>
              <a:rPr lang="en-US" b="0" dirty="0">
                <a:latin typeface="Tahoma" panose="020B0604030504040204" pitchFamily="34" charset="0"/>
                <a:ea typeface="Tahoma" panose="020B0604030504040204" pitchFamily="34" charset="0"/>
                <a:cs typeface="Tahoma" panose="020B0604030504040204" pitchFamily="34" charset="0"/>
              </a:rPr>
              <a:t>Policy Iteration </a:t>
            </a:r>
          </a:p>
          <a:p>
            <a:pPr marL="1203325" indent="-685800">
              <a:buSzPct val="85000"/>
              <a:buFont typeface="Wingdings 3" panose="05040102010807070707" pitchFamily="18" charset="2"/>
              <a:buChar char=""/>
            </a:pPr>
            <a:r>
              <a:rPr lang="en-US" b="0" dirty="0">
                <a:latin typeface="Tahoma" panose="020B0604030504040204" pitchFamily="34" charset="0"/>
                <a:ea typeface="Tahoma" panose="020B0604030504040204" pitchFamily="34" charset="0"/>
                <a:cs typeface="Tahoma" panose="020B0604030504040204" pitchFamily="34" charset="0"/>
              </a:rPr>
              <a:t>Value Iteration</a:t>
            </a:r>
          </a:p>
          <a:p>
            <a:pPr marL="1203325" indent="-685800">
              <a:buSzPct val="85000"/>
              <a:buFont typeface="Wingdings 3" panose="05040102010807070707" pitchFamily="18" charset="2"/>
              <a:buChar char=""/>
            </a:pPr>
            <a:r>
              <a:rPr lang="en-US" b="0" dirty="0">
                <a:latin typeface="Tahoma" panose="020B0604030504040204" pitchFamily="34" charset="0"/>
                <a:ea typeface="Tahoma" panose="020B0604030504040204" pitchFamily="34" charset="0"/>
                <a:cs typeface="Tahoma" panose="020B0604030504040204" pitchFamily="34" charset="0"/>
              </a:rPr>
              <a:t>SARSA</a:t>
            </a:r>
          </a:p>
          <a:p>
            <a:pPr marL="1203325" indent="-685800">
              <a:buSzPct val="85000"/>
              <a:buFont typeface="Wingdings 3" panose="05040102010807070707" pitchFamily="18" charset="2"/>
              <a:buChar char=""/>
            </a:pPr>
            <a:r>
              <a:rPr lang="en-US" b="0" dirty="0">
                <a:latin typeface="Tahoma" panose="020B0604030504040204" pitchFamily="34" charset="0"/>
                <a:ea typeface="Tahoma" panose="020B0604030504040204" pitchFamily="34" charset="0"/>
                <a:cs typeface="Tahoma" panose="020B0604030504040204" pitchFamily="34" charset="0"/>
              </a:rPr>
              <a:t>Q-Learning…</a:t>
            </a:r>
          </a:p>
        </p:txBody>
      </p:sp>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Solving the Bellman Optimality Equation</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sp>
        <p:nvSpPr>
          <p:cNvPr id="2" name="Slide Number Placeholder 1">
            <a:extLst>
              <a:ext uri="{FF2B5EF4-FFF2-40B4-BE49-F238E27FC236}">
                <a16:creationId xmlns:a16="http://schemas.microsoft.com/office/drawing/2014/main" id="{37B28C17-7A7D-BF55-F5A9-415F4F17A20E}"/>
              </a:ext>
            </a:extLst>
          </p:cNvPr>
          <p:cNvSpPr>
            <a:spLocks noGrp="1"/>
          </p:cNvSpPr>
          <p:nvPr>
            <p:ph type="sldNum" sz="quarter" idx="2"/>
          </p:nvPr>
        </p:nvSpPr>
        <p:spPr/>
        <p:txBody>
          <a:bodyPr/>
          <a:lstStyle/>
          <a:p>
            <a:fld id="{86CB4B4D-7CA3-9044-876B-883B54F8677D}" type="slidenum">
              <a:rPr lang="en-US" smtClean="0"/>
              <a:t>55</a:t>
            </a:fld>
            <a:endParaRPr lang="en-US"/>
          </a:p>
        </p:txBody>
      </p:sp>
      <p:sp>
        <p:nvSpPr>
          <p:cNvPr id="3" name="Date Placeholder 3">
            <a:extLst>
              <a:ext uri="{FF2B5EF4-FFF2-40B4-BE49-F238E27FC236}">
                <a16:creationId xmlns:a16="http://schemas.microsoft.com/office/drawing/2014/main" id="{7D780D74-5BA9-D458-EBC9-547A116F4374}"/>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C0254EDC-29D2-A79C-F43C-11B2457D69C6}"/>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0B106CBD-FBAF-C8BF-20BD-955021870AB3}"/>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55</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4151500787"/>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mc:AlternateContent xmlns:mc="http://schemas.openxmlformats.org/markup-compatibility/2006" xmlns:a14="http://schemas.microsoft.com/office/drawing/2010/main">
        <mc:Choice Requires="a14">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783313" y="1312351"/>
                <a:ext cx="7607301" cy="5013325"/>
              </a:xfrm>
            </p:spPr>
            <p:txBody>
              <a:bodyPr/>
              <a:lstStyle/>
              <a:p>
                <a:pPr marL="139065" indent="0">
                  <a:spcAft>
                    <a:spcPts val="600"/>
                  </a:spcAft>
                  <a:buNone/>
                </a:pPr>
                <a:r>
                  <a:rPr lang="en-US" b="0" dirty="0">
                    <a:latin typeface="Tahoma" panose="020B0604030504040204" pitchFamily="34" charset="0"/>
                    <a:ea typeface="Tahoma" panose="020B0604030504040204" pitchFamily="34" charset="0"/>
                    <a:cs typeface="Tahoma" panose="020B0604030504040204" pitchFamily="34" charset="0"/>
                  </a:rPr>
                  <a:t>Given a policy </a:t>
                </a:r>
                <a14:m>
                  <m:oMath xmlns:m="http://schemas.openxmlformats.org/officeDocument/2006/math">
                    <m:r>
                      <a:rPr lang="en-US" b="0" i="1" smtClean="0">
                        <a:latin typeface="Cambria Math" panose="02040503050406030204" pitchFamily="18" charset="0"/>
                        <a:ea typeface="Tahoma" panose="020B0604030504040204" pitchFamily="34" charset="0"/>
                        <a:cs typeface="Tahoma" panose="020B0604030504040204" pitchFamily="34" charset="0"/>
                      </a:rPr>
                      <m:t>𝜋</m:t>
                    </m:r>
                  </m:oMath>
                </a14:m>
                <a:endParaRPr lang="en-US" b="0" dirty="0">
                  <a:latin typeface="Tahoma" panose="020B0604030504040204" pitchFamily="34" charset="0"/>
                  <a:ea typeface="Tahoma" panose="020B0604030504040204" pitchFamily="34" charset="0"/>
                  <a:cs typeface="Tahoma" panose="020B0604030504040204" pitchFamily="34" charset="0"/>
                </a:endParaRPr>
              </a:p>
              <a:p>
                <a:pPr marL="139065" indent="0">
                  <a:spcAft>
                    <a:spcPts val="600"/>
                  </a:spcAft>
                  <a:buNone/>
                </a:pPr>
                <a:endParaRPr lang="en-US" sz="1600" b="0" dirty="0">
                  <a:latin typeface="Tahoma" panose="020B0604030504040204" pitchFamily="34" charset="0"/>
                  <a:ea typeface="Tahoma" panose="020B0604030504040204" pitchFamily="34" charset="0"/>
                  <a:cs typeface="Tahoma" panose="020B0604030504040204" pitchFamily="34" charset="0"/>
                </a:endParaRPr>
              </a:p>
              <a:p>
                <a:pPr>
                  <a:spcAft>
                    <a:spcPts val="600"/>
                  </a:spcAft>
                  <a:buClr>
                    <a:schemeClr val="tx1"/>
                  </a:buClr>
                  <a:buFont typeface="Wingdings 2" panose="05020102010507070707" pitchFamily="18" charset="2"/>
                  <a:buChar char="u"/>
                </a:pPr>
                <a:r>
                  <a:rPr lang="en-US" b="0" dirty="0">
                    <a:solidFill>
                      <a:srgbClr val="7030A0"/>
                    </a:solidFill>
                    <a:latin typeface="Tahoma" panose="020B0604030504040204" pitchFamily="34" charset="0"/>
                    <a:ea typeface="Tahoma" panose="020B0604030504040204" pitchFamily="34" charset="0"/>
                    <a:cs typeface="Tahoma" panose="020B0604030504040204" pitchFamily="34" charset="0"/>
                  </a:rPr>
                  <a:t>Evaluate</a:t>
                </a:r>
                <a:r>
                  <a:rPr lang="en-US" b="0" dirty="0">
                    <a:latin typeface="Tahoma" panose="020B0604030504040204" pitchFamily="34" charset="0"/>
                    <a:ea typeface="Tahoma" panose="020B0604030504040204" pitchFamily="34" charset="0"/>
                    <a:cs typeface="Tahoma" panose="020B0604030504040204" pitchFamily="34" charset="0"/>
                  </a:rPr>
                  <a:t> the policy </a:t>
                </a:r>
                <a14:m>
                  <m:oMath xmlns:m="http://schemas.openxmlformats.org/officeDocument/2006/math">
                    <m:r>
                      <a:rPr lang="en-US" b="0" i="1" smtClean="0">
                        <a:latin typeface="Cambria Math" panose="02040503050406030204" pitchFamily="18" charset="0"/>
                        <a:ea typeface="Tahoma" panose="020B0604030504040204" pitchFamily="34" charset="0"/>
                        <a:cs typeface="Tahoma" panose="020B0604030504040204" pitchFamily="34" charset="0"/>
                      </a:rPr>
                      <m:t>𝜋</m:t>
                    </m:r>
                    <m:r>
                      <a:rPr lang="en-US" b="0" i="1" smtClean="0">
                        <a:latin typeface="Cambria Math" panose="02040503050406030204" pitchFamily="18" charset="0"/>
                        <a:ea typeface="Tahoma" panose="020B0604030504040204" pitchFamily="34" charset="0"/>
                        <a:cs typeface="Tahoma" panose="020B0604030504040204" pitchFamily="34" charset="0"/>
                      </a:rPr>
                      <m:t> </m:t>
                    </m:r>
                  </m:oMath>
                </a14:m>
                <a:r>
                  <a:rPr lang="en-US" b="0" dirty="0">
                    <a:latin typeface="Tahoma" panose="020B0604030504040204" pitchFamily="34" charset="0"/>
                    <a:ea typeface="Tahoma" panose="020B0604030504040204" pitchFamily="34" charset="0"/>
                    <a:cs typeface="Tahoma" panose="020B0604030504040204" pitchFamily="34" charset="0"/>
                  </a:rPr>
                  <a:t>(as shown before)</a:t>
                </a:r>
                <a:br>
                  <a:rPr lang="en-US" b="0" dirty="0">
                    <a:latin typeface="Tahoma" panose="020B0604030504040204" pitchFamily="34" charset="0"/>
                    <a:ea typeface="Tahoma" panose="020B0604030504040204" pitchFamily="34" charset="0"/>
                    <a:cs typeface="Tahoma" panose="020B0604030504040204" pitchFamily="34" charset="0"/>
                  </a:rPr>
                </a:br>
                <a14:m>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smtClean="0">
                            <a:latin typeface="Cambria Math" panose="02040503050406030204" pitchFamily="18" charset="0"/>
                            <a:ea typeface="Tahoma" panose="020B0604030504040204" pitchFamily="34" charset="0"/>
                            <a:cs typeface="Tahoma" panose="020B0604030504040204" pitchFamily="34" charset="0"/>
                          </a:rPr>
                          <m:t>𝜋</m:t>
                        </m:r>
                      </m:sub>
                    </m:sSub>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𝑠</m:t>
                        </m:r>
                      </m:e>
                    </m:d>
                    <m:r>
                      <a:rPr lang="en-US" b="0" i="1" smtClean="0">
                        <a:latin typeface="Cambria Math" panose="02040503050406030204" pitchFamily="18" charset="0"/>
                        <a:ea typeface="Tahoma" panose="020B0604030504040204" pitchFamily="34" charset="0"/>
                        <a:cs typeface="Tahoma" panose="020B0604030504040204" pitchFamily="34" charset="0"/>
                      </a:rPr>
                      <m:t>=</m:t>
                    </m:r>
                    <m:r>
                      <a:rPr lang="en-US" b="0" i="1">
                        <a:latin typeface="Cambria Math" panose="02040503050406030204" pitchFamily="18" charset="0"/>
                        <a:ea typeface="Cambria Math" panose="02040503050406030204" pitchFamily="18" charset="0"/>
                        <a:cs typeface="Tahoma" panose="020B0604030504040204" pitchFamily="34" charset="0"/>
                      </a:rPr>
                      <m:t>𝔼</m:t>
                    </m:r>
                    <m:d>
                      <m:dPr>
                        <m:begChr m:val="["/>
                        <m:endChr m:val="]"/>
                        <m:ctrlPr>
                          <a:rPr lang="en-US" b="0" i="1">
                            <a:latin typeface="Cambria Math" panose="02040503050406030204" pitchFamily="18" charset="0"/>
                            <a:ea typeface="Cambria Math" panose="02040503050406030204" pitchFamily="18" charset="0"/>
                            <a:cs typeface="Tahoma" panose="020B0604030504040204" pitchFamily="34" charset="0"/>
                          </a:rPr>
                        </m:ctrlPr>
                      </m:dPr>
                      <m:e>
                        <m:sSub>
                          <m:sSubPr>
                            <m:ctrlPr>
                              <a:rPr lang="en-US" b="0" i="1">
                                <a:latin typeface="Cambria Math" panose="02040503050406030204" pitchFamily="18" charset="0"/>
                                <a:ea typeface="Cambria Math" panose="02040503050406030204" pitchFamily="18" charset="0"/>
                                <a:cs typeface="Tahoma" panose="020B0604030504040204" pitchFamily="34" charset="0"/>
                              </a:rPr>
                            </m:ctrlPr>
                          </m:sSubPr>
                          <m:e>
                            <m:r>
                              <a:rPr lang="en-US" b="0" i="1">
                                <a:latin typeface="Cambria Math" panose="02040503050406030204" pitchFamily="18" charset="0"/>
                                <a:ea typeface="Cambria Math" panose="02040503050406030204" pitchFamily="18" charset="0"/>
                                <a:cs typeface="Tahoma" panose="020B0604030504040204" pitchFamily="34" charset="0"/>
                              </a:rPr>
                              <m:t>𝑅</m:t>
                            </m:r>
                          </m:e>
                          <m:sub>
                            <m:r>
                              <a:rPr lang="en-US" b="0" i="1">
                                <a:latin typeface="Cambria Math" panose="02040503050406030204" pitchFamily="18" charset="0"/>
                                <a:ea typeface="Cambria Math" panose="02040503050406030204" pitchFamily="18" charset="0"/>
                                <a:cs typeface="Tahoma" panose="020B0604030504040204" pitchFamily="34" charset="0"/>
                              </a:rPr>
                              <m:t>𝑡</m:t>
                            </m:r>
                            <m:r>
                              <a:rPr lang="en-US" b="0" i="1">
                                <a:latin typeface="Cambria Math" panose="02040503050406030204" pitchFamily="18" charset="0"/>
                                <a:ea typeface="Cambria Math" panose="02040503050406030204" pitchFamily="18" charset="0"/>
                                <a:cs typeface="Tahoma" panose="020B0604030504040204" pitchFamily="34" charset="0"/>
                              </a:rPr>
                              <m:t>+1</m:t>
                            </m:r>
                          </m:sub>
                        </m:sSub>
                        <m:r>
                          <a:rPr lang="en-US" b="0" i="1">
                            <a:latin typeface="Cambria Math" panose="02040503050406030204" pitchFamily="18" charset="0"/>
                            <a:ea typeface="Cambria Math" panose="02040503050406030204" pitchFamily="18" charset="0"/>
                            <a:cs typeface="Tahoma" panose="020B0604030504040204" pitchFamily="34" charset="0"/>
                          </a:rPr>
                          <m:t>+</m:t>
                        </m:r>
                        <m:r>
                          <a:rPr lang="en-US" b="0" i="1" smtClean="0">
                            <a:latin typeface="Cambria Math" panose="02040503050406030204" pitchFamily="18" charset="0"/>
                            <a:ea typeface="Cambria Math" panose="02040503050406030204" pitchFamily="18" charset="0"/>
                            <a:cs typeface="Tahoma" panose="020B0604030504040204" pitchFamily="34" charset="0"/>
                          </a:rPr>
                          <m:t>𝛾</m:t>
                        </m:r>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𝑅</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r>
                              <a:rPr lang="en-US" b="0" i="1" smtClean="0">
                                <a:latin typeface="Cambria Math" panose="02040503050406030204" pitchFamily="18" charset="0"/>
                                <a:ea typeface="Cambria Math" panose="02040503050406030204" pitchFamily="18" charset="0"/>
                                <a:cs typeface="Tahoma" panose="020B0604030504040204" pitchFamily="34" charset="0"/>
                              </a:rPr>
                              <m:t>+2</m:t>
                            </m:r>
                          </m:sub>
                        </m:sSub>
                        <m:r>
                          <a:rPr lang="en-US" b="0" i="1" smtClean="0">
                            <a:latin typeface="Cambria Math" panose="02040503050406030204" pitchFamily="18" charset="0"/>
                            <a:ea typeface="Cambria Math" panose="02040503050406030204" pitchFamily="18" charset="0"/>
                            <a:cs typeface="Tahoma" panose="020B0604030504040204" pitchFamily="34" charset="0"/>
                          </a:rPr>
                          <m:t>+</m:t>
                        </m:r>
                        <m:sSup>
                          <m:sSup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pPr>
                          <m:e>
                            <m:r>
                              <a:rPr lang="en-US" b="0" i="1">
                                <a:latin typeface="Cambria Math" panose="02040503050406030204" pitchFamily="18" charset="0"/>
                                <a:ea typeface="Cambria Math" panose="02040503050406030204" pitchFamily="18" charset="0"/>
                                <a:cs typeface="Tahoma" panose="020B0604030504040204" pitchFamily="34" charset="0"/>
                              </a:rPr>
                              <m:t>𝛾</m:t>
                            </m:r>
                          </m:e>
                          <m:sup>
                            <m:r>
                              <a:rPr lang="en-US" b="0" i="1" smtClean="0">
                                <a:latin typeface="Cambria Math" panose="02040503050406030204" pitchFamily="18" charset="0"/>
                                <a:ea typeface="Cambria Math" panose="02040503050406030204" pitchFamily="18" charset="0"/>
                                <a:cs typeface="Tahoma" panose="020B0604030504040204" pitchFamily="34" charset="0"/>
                              </a:rPr>
                              <m:t>2</m:t>
                            </m:r>
                          </m:sup>
                        </m:sSup>
                        <m:sSub>
                          <m:sSubPr>
                            <m:ctrlPr>
                              <a:rPr lang="en-US"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b="0" i="1" smtClean="0">
                                <a:latin typeface="Cambria Math" panose="02040503050406030204" pitchFamily="18" charset="0"/>
                                <a:ea typeface="Cambria Math" panose="02040503050406030204" pitchFamily="18" charset="0"/>
                                <a:cs typeface="Tahoma" panose="020B0604030504040204" pitchFamily="34" charset="0"/>
                              </a:rPr>
                              <m:t>𝑅</m:t>
                            </m:r>
                          </m:e>
                          <m:sub>
                            <m:r>
                              <a:rPr lang="en-US" b="0" i="1" smtClean="0">
                                <a:latin typeface="Cambria Math" panose="02040503050406030204" pitchFamily="18" charset="0"/>
                                <a:ea typeface="Cambria Math" panose="02040503050406030204" pitchFamily="18" charset="0"/>
                                <a:cs typeface="Tahoma" panose="020B0604030504040204" pitchFamily="34" charset="0"/>
                              </a:rPr>
                              <m:t>𝑡</m:t>
                            </m:r>
                            <m:r>
                              <a:rPr lang="en-US" b="0" i="1" smtClean="0">
                                <a:latin typeface="Cambria Math" panose="02040503050406030204" pitchFamily="18" charset="0"/>
                                <a:ea typeface="Cambria Math" panose="02040503050406030204" pitchFamily="18" charset="0"/>
                                <a:cs typeface="Tahoma" panose="020B0604030504040204" pitchFamily="34" charset="0"/>
                              </a:rPr>
                              <m:t>+3</m:t>
                            </m:r>
                          </m:sub>
                        </m:sSub>
                        <m:r>
                          <a:rPr lang="en-US" b="0" i="1">
                            <a:latin typeface="Cambria Math" panose="02040503050406030204" pitchFamily="18" charset="0"/>
                            <a:ea typeface="Cambria Math" panose="02040503050406030204" pitchFamily="18" charset="0"/>
                            <a:cs typeface="Tahoma" panose="020B0604030504040204" pitchFamily="34" charset="0"/>
                          </a:rPr>
                          <m:t>  |  </m:t>
                        </m:r>
                        <m:sSub>
                          <m:sSubPr>
                            <m:ctrlPr>
                              <a:rPr lang="en-US" b="0" i="1">
                                <a:latin typeface="Cambria Math" panose="02040503050406030204" pitchFamily="18" charset="0"/>
                                <a:ea typeface="Cambria Math" panose="02040503050406030204" pitchFamily="18" charset="0"/>
                                <a:cs typeface="Tahoma" panose="020B0604030504040204" pitchFamily="34" charset="0"/>
                              </a:rPr>
                            </m:ctrlPr>
                          </m:sSubPr>
                          <m:e>
                            <m:r>
                              <a:rPr lang="en-US" b="0" i="1">
                                <a:latin typeface="Cambria Math" panose="02040503050406030204" pitchFamily="18" charset="0"/>
                                <a:ea typeface="Cambria Math" panose="02040503050406030204" pitchFamily="18" charset="0"/>
                                <a:cs typeface="Tahoma" panose="020B0604030504040204" pitchFamily="34" charset="0"/>
                              </a:rPr>
                              <m:t>𝑆</m:t>
                            </m:r>
                          </m:e>
                          <m:sub>
                            <m:r>
                              <a:rPr lang="en-US" b="0" i="1">
                                <a:latin typeface="Cambria Math" panose="02040503050406030204" pitchFamily="18" charset="0"/>
                                <a:ea typeface="Cambria Math" panose="02040503050406030204" pitchFamily="18" charset="0"/>
                                <a:cs typeface="Tahoma" panose="020B0604030504040204" pitchFamily="34" charset="0"/>
                              </a:rPr>
                              <m:t>𝑡</m:t>
                            </m:r>
                          </m:sub>
                        </m:sSub>
                        <m:r>
                          <a:rPr lang="en-US" b="0" i="1">
                            <a:latin typeface="Cambria Math" panose="02040503050406030204" pitchFamily="18" charset="0"/>
                            <a:ea typeface="Cambria Math" panose="02040503050406030204" pitchFamily="18" charset="0"/>
                            <a:cs typeface="Tahoma" panose="020B0604030504040204" pitchFamily="34" charset="0"/>
                          </a:rPr>
                          <m:t>=</m:t>
                        </m:r>
                        <m:r>
                          <a:rPr lang="en-US" b="0" i="1">
                            <a:latin typeface="Cambria Math" panose="02040503050406030204" pitchFamily="18" charset="0"/>
                            <a:ea typeface="Cambria Math" panose="02040503050406030204" pitchFamily="18" charset="0"/>
                            <a:cs typeface="Tahoma" panose="020B0604030504040204" pitchFamily="34" charset="0"/>
                          </a:rPr>
                          <m:t>𝑠</m:t>
                        </m:r>
                      </m:e>
                    </m:d>
                  </m:oMath>
                </a14:m>
                <a:br>
                  <a:rPr lang="en-US" b="0" dirty="0">
                    <a:latin typeface="Tahoma" panose="020B0604030504040204" pitchFamily="34" charset="0"/>
                    <a:ea typeface="Tahoma" panose="020B0604030504040204" pitchFamily="34" charset="0"/>
                    <a:cs typeface="Tahoma" panose="020B0604030504040204" pitchFamily="34" charset="0"/>
                  </a:rPr>
                </a:br>
                <a:endParaRPr lang="en-US" b="0" dirty="0">
                  <a:latin typeface="Tahoma" panose="020B0604030504040204" pitchFamily="34" charset="0"/>
                  <a:ea typeface="Tahoma" panose="020B0604030504040204" pitchFamily="34" charset="0"/>
                  <a:cs typeface="Tahoma" panose="020B0604030504040204" pitchFamily="34" charset="0"/>
                </a:endParaRPr>
              </a:p>
              <a:p>
                <a:pPr>
                  <a:spcAft>
                    <a:spcPts val="600"/>
                  </a:spcAft>
                  <a:buFont typeface="Wingdings 2" panose="05020102010507070707" pitchFamily="18" charset="2"/>
                  <a:buChar char="v"/>
                </a:pPr>
                <a:endParaRPr lang="en-US" sz="1000" b="0" dirty="0">
                  <a:latin typeface="Tahoma" panose="020B0604030504040204" pitchFamily="34" charset="0"/>
                  <a:ea typeface="Tahoma" panose="020B0604030504040204" pitchFamily="34" charset="0"/>
                  <a:cs typeface="Tahoma" panose="020B0604030504040204" pitchFamily="34" charset="0"/>
                </a:endParaRPr>
              </a:p>
              <a:p>
                <a:pPr>
                  <a:spcAft>
                    <a:spcPts val="600"/>
                  </a:spcAft>
                  <a:buClr>
                    <a:schemeClr val="tx1"/>
                  </a:buClr>
                  <a:buFont typeface="Wingdings 2" panose="05020102010507070707" pitchFamily="18" charset="2"/>
                  <a:buChar char="v"/>
                </a:pPr>
                <a:r>
                  <a:rPr lang="en-US" b="0" dirty="0">
                    <a:solidFill>
                      <a:srgbClr val="7030A0"/>
                    </a:solidFill>
                    <a:latin typeface="Tahoma" panose="020B0604030504040204" pitchFamily="34" charset="0"/>
                    <a:ea typeface="Tahoma" panose="020B0604030504040204" pitchFamily="34" charset="0"/>
                    <a:cs typeface="Tahoma" panose="020B0604030504040204" pitchFamily="34" charset="0"/>
                  </a:rPr>
                  <a:t>Improve</a:t>
                </a:r>
                <a:r>
                  <a:rPr lang="en-US" b="0" dirty="0">
                    <a:latin typeface="Tahoma" panose="020B0604030504040204" pitchFamily="34" charset="0"/>
                    <a:ea typeface="Tahoma" panose="020B0604030504040204" pitchFamily="34" charset="0"/>
                    <a:cs typeface="Tahoma" panose="020B0604030504040204" pitchFamily="34" charset="0"/>
                  </a:rPr>
                  <a:t> the policy by acting greedily with respect to </a:t>
                </a:r>
                <a14:m>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smtClean="0">
                            <a:latin typeface="Cambria Math" panose="02040503050406030204" pitchFamily="18" charset="0"/>
                            <a:ea typeface="Tahoma" panose="020B0604030504040204" pitchFamily="34" charset="0"/>
                            <a:cs typeface="Tahoma" panose="020B0604030504040204" pitchFamily="34" charset="0"/>
                          </a:rPr>
                          <m:t>𝜋</m:t>
                        </m:r>
                      </m:sub>
                    </m:sSub>
                  </m:oMath>
                </a14:m>
                <a:br>
                  <a:rPr lang="en-US" b="0" dirty="0">
                    <a:latin typeface="Tahoma" panose="020B0604030504040204" pitchFamily="34" charset="0"/>
                    <a:ea typeface="Tahoma" panose="020B0604030504040204" pitchFamily="34" charset="0"/>
                    <a:cs typeface="Tahoma" panose="020B0604030504040204" pitchFamily="34" charset="0"/>
                  </a:rPr>
                </a:br>
                <a14:m>
                  <m:oMath xmlns:m="http://schemas.openxmlformats.org/officeDocument/2006/math">
                    <m:sSup>
                      <m:sSupPr>
                        <m:ctrlPr>
                          <a:rPr lang="en-US" b="0" i="1" smtClean="0">
                            <a:latin typeface="Cambria Math" panose="02040503050406030204" pitchFamily="18" charset="0"/>
                            <a:ea typeface="Tahoma" panose="020B0604030504040204" pitchFamily="34" charset="0"/>
                            <a:cs typeface="Tahoma" panose="020B0604030504040204" pitchFamily="34" charset="0"/>
                          </a:rPr>
                        </m:ctrlPr>
                      </m:sSupPr>
                      <m:e>
                        <m:r>
                          <a:rPr lang="en-US" b="0" i="1" smtClean="0">
                            <a:latin typeface="Cambria Math" panose="02040503050406030204" pitchFamily="18" charset="0"/>
                            <a:ea typeface="Tahoma" panose="020B0604030504040204" pitchFamily="34" charset="0"/>
                            <a:cs typeface="Tahoma" panose="020B0604030504040204" pitchFamily="34" charset="0"/>
                          </a:rPr>
                          <m:t>𝜋</m:t>
                        </m:r>
                      </m:e>
                      <m:sup>
                        <m:r>
                          <a:rPr lang="en-US" b="0" i="1" smtClean="0">
                            <a:latin typeface="Cambria Math" panose="02040503050406030204" pitchFamily="18" charset="0"/>
                            <a:ea typeface="Tahoma" panose="020B0604030504040204" pitchFamily="34" charset="0"/>
                            <a:cs typeface="Tahoma" panose="020B0604030504040204" pitchFamily="34" charset="0"/>
                          </a:rPr>
                          <m:t>𝑡</m:t>
                        </m:r>
                      </m:sup>
                    </m:sSup>
                    <m:r>
                      <a:rPr lang="en-US" b="0" i="1" smtClean="0">
                        <a:latin typeface="Cambria Math" panose="02040503050406030204" pitchFamily="18" charset="0"/>
                        <a:ea typeface="Tahoma" panose="020B0604030504040204" pitchFamily="34" charset="0"/>
                        <a:cs typeface="Tahoma" panose="020B0604030504040204" pitchFamily="34" charset="0"/>
                      </a:rPr>
                      <m:t>=</m:t>
                    </m:r>
                    <m:r>
                      <m:rPr>
                        <m:sty m:val="p"/>
                      </m:rPr>
                      <a:rPr lang="en-US" b="0" i="0" smtClean="0">
                        <a:latin typeface="Cambria Math" panose="02040503050406030204" pitchFamily="18" charset="0"/>
                        <a:ea typeface="Tahoma" panose="020B0604030504040204" pitchFamily="34" charset="0"/>
                        <a:cs typeface="Tahoma" panose="020B0604030504040204" pitchFamily="34" charset="0"/>
                      </a:rPr>
                      <m:t>greedy</m:t>
                    </m:r>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smtClean="0">
                                <a:latin typeface="Cambria Math" panose="02040503050406030204" pitchFamily="18" charset="0"/>
                                <a:ea typeface="Tahoma" panose="020B0604030504040204" pitchFamily="34" charset="0"/>
                                <a:cs typeface="Tahoma" panose="020B0604030504040204" pitchFamily="34" charset="0"/>
                              </a:rPr>
                              <m:t>𝜋</m:t>
                            </m:r>
                          </m:sub>
                        </m:sSub>
                      </m:e>
                    </m:d>
                  </m:oMath>
                </a14:m>
                <a:endParaRPr lang="en-US" b="0" dirty="0">
                  <a:latin typeface="Tahoma" panose="020B0604030504040204" pitchFamily="34" charset="0"/>
                  <a:ea typeface="Tahoma" panose="020B0604030504040204" pitchFamily="34" charset="0"/>
                  <a:cs typeface="Tahoma" panose="020B0604030504040204" pitchFamily="34" charset="0"/>
                </a:endParaRPr>
              </a:p>
              <a:p>
                <a:pPr>
                  <a:spcAft>
                    <a:spcPts val="600"/>
                  </a:spcAft>
                  <a:buFont typeface="Wingdings 2" panose="05020102010507070707" pitchFamily="18" charset="2"/>
                  <a:buChar char="w"/>
                </a:pPr>
                <a:endParaRPr lang="en-US" sz="100" b="0" dirty="0">
                  <a:latin typeface="Tahoma" panose="020B0604030504040204" pitchFamily="34" charset="0"/>
                  <a:ea typeface="Tahoma" panose="020B0604030504040204" pitchFamily="34" charset="0"/>
                  <a:cs typeface="Tahoma" panose="020B0604030504040204" pitchFamily="34" charset="0"/>
                </a:endParaRPr>
              </a:p>
              <a:p>
                <a:pPr>
                  <a:spcAft>
                    <a:spcPts val="600"/>
                  </a:spcAft>
                  <a:buFont typeface="Wingdings 2" panose="05020102010507070707" pitchFamily="18" charset="2"/>
                  <a:buChar char="w"/>
                </a:pPr>
                <a:r>
                  <a:rPr lang="en-US" b="0" dirty="0">
                    <a:latin typeface="Tahoma" panose="020B0604030504040204" pitchFamily="34" charset="0"/>
                    <a:ea typeface="Tahoma" panose="020B0604030504040204" pitchFamily="34" charset="0"/>
                    <a:cs typeface="Tahoma" panose="020B0604030504040204" pitchFamily="34" charset="0"/>
                  </a:rPr>
                  <a:t>repeat</a:t>
                </a:r>
              </a:p>
            </p:txBody>
          </p:sp>
        </mc:Choice>
        <mc:Fallback xmlns="">
          <p:sp>
            <p:nvSpPr>
              <p:cNvPr id="12" name="Text Placeholder 11">
                <a:extLst>
                  <a:ext uri="{FF2B5EF4-FFF2-40B4-BE49-F238E27FC236}">
                    <a16:creationId xmlns:a16="http://schemas.microsoft.com/office/drawing/2014/main" id="{D9B4FA66-70DB-AA66-E0B4-617169B6E814}"/>
                  </a:ext>
                </a:extLst>
              </p:cNvPr>
              <p:cNvSpPr>
                <a:spLocks noGrp="1" noRot="1" noChangeAspect="1" noMove="1" noResize="1" noEditPoints="1" noAdjustHandles="1" noChangeArrowheads="1" noChangeShapeType="1" noTextEdit="1"/>
              </p:cNvSpPr>
              <p:nvPr>
                <p:ph type="body" idx="1"/>
              </p:nvPr>
            </p:nvSpPr>
            <p:spPr>
              <a:xfrm>
                <a:off x="783313" y="1312351"/>
                <a:ext cx="7607301" cy="5013325"/>
              </a:xfrm>
              <a:blipFill>
                <a:blip r:embed="rId3"/>
                <a:stretch>
                  <a:fillRect l="-80" t="-1094"/>
                </a:stretch>
              </a:blipFill>
            </p:spPr>
            <p:txBody>
              <a:bodyPr/>
              <a:lstStyle/>
              <a:p>
                <a:r>
                  <a:rPr lang="en-US">
                    <a:noFill/>
                  </a:rPr>
                  <a:t> </a:t>
                </a:r>
              </a:p>
            </p:txBody>
          </p:sp>
        </mc:Fallback>
      </mc:AlternateContent>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Policy Iteration</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grpSp>
        <p:nvGrpSpPr>
          <p:cNvPr id="2" name="Group 1">
            <a:extLst>
              <a:ext uri="{FF2B5EF4-FFF2-40B4-BE49-F238E27FC236}">
                <a16:creationId xmlns:a16="http://schemas.microsoft.com/office/drawing/2014/main" id="{C295C923-C0D0-A39D-D48C-1B366F37E40A}"/>
              </a:ext>
            </a:extLst>
          </p:cNvPr>
          <p:cNvGrpSpPr/>
          <p:nvPr/>
        </p:nvGrpSpPr>
        <p:grpSpPr>
          <a:xfrm>
            <a:off x="1008529" y="5659066"/>
            <a:ext cx="7086600" cy="931089"/>
            <a:chOff x="2804160" y="2916736"/>
            <a:chExt cx="7279683" cy="1470406"/>
          </a:xfrm>
        </p:grpSpPr>
        <p:sp>
          <p:nvSpPr>
            <p:cNvPr id="3" name="Rectangle: Rounded Corners 2">
              <a:extLst>
                <a:ext uri="{FF2B5EF4-FFF2-40B4-BE49-F238E27FC236}">
                  <a16:creationId xmlns:a16="http://schemas.microsoft.com/office/drawing/2014/main" id="{A8E4B320-5A6E-C3D1-FA75-DA135B3B60B4}"/>
                </a:ext>
              </a:extLst>
            </p:cNvPr>
            <p:cNvSpPr/>
            <p:nvPr/>
          </p:nvSpPr>
          <p:spPr>
            <a:xfrm>
              <a:off x="2804160" y="2916736"/>
              <a:ext cx="7193277" cy="1470406"/>
            </a:xfrm>
            <a:prstGeom prst="roundRect">
              <a:avLst/>
            </a:prstGeom>
            <a:solidFill>
              <a:srgbClr val="E6E9ED"/>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75B760B-525E-FB9D-6510-D10666228133}"/>
                    </a:ext>
                  </a:extLst>
                </p:cNvPr>
                <p:cNvSpPr txBox="1"/>
                <p:nvPr/>
              </p:nvSpPr>
              <p:spPr>
                <a:xfrm>
                  <a:off x="2958299" y="3103204"/>
                  <a:ext cx="7125544" cy="1020707"/>
                </a:xfrm>
                <a:prstGeom prst="rect">
                  <a:avLst/>
                </a:prstGeom>
                <a:noFill/>
              </p:spPr>
              <p:txBody>
                <a:bodyPr wrap="square" rtlCol="0">
                  <a:spAutoFit/>
                </a:bodyPr>
                <a:lstStyle/>
                <a:p>
                  <a:pPr algn="l"/>
                  <a:r>
                    <a:rPr lang="en-US" sz="1800" b="0" i="0" u="none" strike="noStrike" baseline="0" dirty="0">
                      <a:latin typeface="Tahoma" panose="020B0604030504040204" pitchFamily="34" charset="0"/>
                      <a:ea typeface="Tahoma" panose="020B0604030504040204" pitchFamily="34" charset="0"/>
                      <a:cs typeface="Tahoma" panose="020B0604030504040204" pitchFamily="34" charset="0"/>
                    </a:rPr>
                    <a:t>This process of policy improvement always converges to </a:t>
                  </a:r>
                  <a14:m>
                    <m:oMath xmlns:m="http://schemas.openxmlformats.org/officeDocument/2006/math">
                      <m:sSub>
                        <m:sSubPr>
                          <m:ctrlPr>
                            <a:rPr lang="en-US" sz="1800" i="1">
                              <a:latin typeface="Cambria Math" panose="02040503050406030204" pitchFamily="18" charset="0"/>
                              <a:ea typeface="Tahoma" panose="020B0604030504040204" pitchFamily="34" charset="0"/>
                              <a:cs typeface="Tahoma" panose="020B0604030504040204" pitchFamily="34" charset="0"/>
                            </a:rPr>
                          </m:ctrlPr>
                        </m:sSubPr>
                        <m:e>
                          <m:r>
                            <a:rPr lang="en-US" sz="1800">
                              <a:latin typeface="Cambria Math" panose="02040503050406030204" pitchFamily="18" charset="0"/>
                              <a:ea typeface="Tahoma" panose="020B0604030504040204" pitchFamily="34" charset="0"/>
                              <a:cs typeface="Tahoma" panose="020B0604030504040204" pitchFamily="34" charset="0"/>
                            </a:rPr>
                            <m:t>𝜋</m:t>
                          </m:r>
                        </m:e>
                        <m:sub>
                          <m:r>
                            <a:rPr lang="en-US" sz="1800">
                              <a:latin typeface="Cambria Math" panose="02040503050406030204" pitchFamily="18" charset="0"/>
                              <a:ea typeface="Tahoma" panose="020B0604030504040204" pitchFamily="34" charset="0"/>
                              <a:cs typeface="Tahoma" panose="020B0604030504040204" pitchFamily="34" charset="0"/>
                            </a:rPr>
                            <m:t>⋆</m:t>
                          </m:r>
                        </m:sub>
                      </m:sSub>
                    </m:oMath>
                  </a14:m>
                  <a:r>
                    <a:rPr lang="en-MY" sz="1800" dirty="0">
                      <a:latin typeface="Tahoma" panose="020B0604030504040204" pitchFamily="34" charset="0"/>
                      <a:ea typeface="Tahoma" panose="020B0604030504040204" pitchFamily="34" charset="0"/>
                      <a:cs typeface="Tahoma" panose="020B0604030504040204" pitchFamily="34" charset="0"/>
                    </a:rPr>
                    <a:t> but may require many iterations of improvement.</a:t>
                  </a:r>
                </a:p>
              </p:txBody>
            </p:sp>
          </mc:Choice>
          <mc:Fallback xmlns="">
            <p:sp>
              <p:nvSpPr>
                <p:cNvPr id="8" name="TextBox 7">
                  <a:extLst>
                    <a:ext uri="{FF2B5EF4-FFF2-40B4-BE49-F238E27FC236}">
                      <a16:creationId xmlns:a16="http://schemas.microsoft.com/office/drawing/2014/main" id="{775B760B-525E-FB9D-6510-D10666228133}"/>
                    </a:ext>
                  </a:extLst>
                </p:cNvPr>
                <p:cNvSpPr txBox="1">
                  <a:spLocks noRot="1" noChangeAspect="1" noMove="1" noResize="1" noEditPoints="1" noAdjustHandles="1" noChangeArrowheads="1" noChangeShapeType="1" noTextEdit="1"/>
                </p:cNvSpPr>
                <p:nvPr/>
              </p:nvSpPr>
              <p:spPr>
                <a:xfrm>
                  <a:off x="2958299" y="3103204"/>
                  <a:ext cx="7125544" cy="1020707"/>
                </a:xfrm>
                <a:prstGeom prst="rect">
                  <a:avLst/>
                </a:prstGeom>
                <a:blipFill>
                  <a:blip r:embed="rId4"/>
                  <a:stretch>
                    <a:fillRect l="-703" t="-5660" b="-14151"/>
                  </a:stretch>
                </a:blipFill>
              </p:spPr>
              <p:txBody>
                <a:bodyPr/>
                <a:lstStyle/>
                <a:p>
                  <a:r>
                    <a:rPr lang="en-US">
                      <a:noFill/>
                    </a:rPr>
                    <a:t> </a:t>
                  </a:r>
                </a:p>
              </p:txBody>
            </p:sp>
          </mc:Fallback>
        </mc:AlternateContent>
      </p:grpSp>
      <p:sp>
        <p:nvSpPr>
          <p:cNvPr id="13" name="Slide Number Placeholder 12">
            <a:extLst>
              <a:ext uri="{FF2B5EF4-FFF2-40B4-BE49-F238E27FC236}">
                <a16:creationId xmlns:a16="http://schemas.microsoft.com/office/drawing/2014/main" id="{3952BACC-E743-7DC7-DC26-DA102107079E}"/>
              </a:ext>
            </a:extLst>
          </p:cNvPr>
          <p:cNvSpPr>
            <a:spLocks noGrp="1"/>
          </p:cNvSpPr>
          <p:nvPr>
            <p:ph type="sldNum" sz="quarter" idx="2"/>
          </p:nvPr>
        </p:nvSpPr>
        <p:spPr/>
        <p:txBody>
          <a:bodyPr/>
          <a:lstStyle/>
          <a:p>
            <a:fld id="{86CB4B4D-7CA3-9044-876B-883B54F8677D}" type="slidenum">
              <a:rPr lang="en-US" smtClean="0"/>
              <a:t>56</a:t>
            </a:fld>
            <a:endParaRPr lang="en-US"/>
          </a:p>
        </p:txBody>
      </p:sp>
      <p:sp>
        <p:nvSpPr>
          <p:cNvPr id="14" name="Date Placeholder 3">
            <a:extLst>
              <a:ext uri="{FF2B5EF4-FFF2-40B4-BE49-F238E27FC236}">
                <a16:creationId xmlns:a16="http://schemas.microsoft.com/office/drawing/2014/main" id="{974FE046-D7F3-6829-50E7-95B0105D9B42}"/>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Footer Placeholder 5">
            <a:extLst>
              <a:ext uri="{FF2B5EF4-FFF2-40B4-BE49-F238E27FC236}">
                <a16:creationId xmlns:a16="http://schemas.microsoft.com/office/drawing/2014/main" id="{55EA8717-5970-F642-9CD6-ACBE44AF150E}"/>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6" name="Slide Number Placeholder 7">
            <a:extLst>
              <a:ext uri="{FF2B5EF4-FFF2-40B4-BE49-F238E27FC236}">
                <a16:creationId xmlns:a16="http://schemas.microsoft.com/office/drawing/2014/main" id="{A6EB8621-5F67-FEBB-9464-A45D10D21265}"/>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56</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3735381064"/>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mc:AlternateContent xmlns:mc="http://schemas.openxmlformats.org/markup-compatibility/2006" xmlns:a14="http://schemas.microsoft.com/office/drawing/2010/main">
        <mc:Choice Requires="a14">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783313" y="1312351"/>
                <a:ext cx="7607301" cy="5013325"/>
              </a:xfrm>
            </p:spPr>
            <p:txBody>
              <a:bodyPr/>
              <a:lstStyle/>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Does the policy evaluation need to fully converge to </a:t>
                </a:r>
                <a14:m>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smtClean="0">
                            <a:latin typeface="Cambria Math" panose="02040503050406030204" pitchFamily="18" charset="0"/>
                            <a:ea typeface="Tahoma" panose="020B0604030504040204" pitchFamily="34" charset="0"/>
                            <a:cs typeface="Tahoma" panose="020B0604030504040204" pitchFamily="34" charset="0"/>
                          </a:rPr>
                          <m:t>𝜋</m:t>
                        </m:r>
                      </m:sub>
                    </m:sSub>
                  </m:oMath>
                </a14:m>
                <a:r>
                  <a:rPr lang="en-US" b="0" dirty="0">
                    <a:latin typeface="Tahoma" panose="020B0604030504040204" pitchFamily="34" charset="0"/>
                    <a:ea typeface="Tahoma" panose="020B0604030504040204" pitchFamily="34" charset="0"/>
                    <a:cs typeface="Tahoma" panose="020B0604030504040204" pitchFamily="34" charset="0"/>
                  </a:rPr>
                  <a:t>?</a:t>
                </a: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Could we stop earlier? e.g. fixed number of iterations</a:t>
                </a:r>
              </a:p>
              <a:p>
                <a:pPr>
                  <a:spcAft>
                    <a:spcPts val="600"/>
                  </a:spcAft>
                </a:pPr>
                <a:endParaRPr lang="en-US" b="0" dirty="0">
                  <a:latin typeface="Tahoma" panose="020B0604030504040204" pitchFamily="34" charset="0"/>
                  <a:ea typeface="Tahoma" panose="020B0604030504040204" pitchFamily="34" charset="0"/>
                  <a:cs typeface="Tahoma" panose="020B0604030504040204" pitchFamily="34" charset="0"/>
                </a:endParaRP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If fixed number of iterations, can we stop after the first one already </a:t>
                </a:r>
                <a14:m>
                  <m:oMath xmlns:m="http://schemas.openxmlformats.org/officeDocument/2006/math">
                    <m:d>
                      <m:dPr>
                        <m:ctrlPr>
                          <a:rPr lang="en-US" b="0" i="1" dirty="0" smtClean="0">
                            <a:latin typeface="Cambria Math" panose="02040503050406030204" pitchFamily="18" charset="0"/>
                            <a:ea typeface="Tahoma" panose="020B0604030504040204" pitchFamily="34" charset="0"/>
                            <a:cs typeface="Tahoma" panose="020B0604030504040204" pitchFamily="34" charset="0"/>
                          </a:rPr>
                        </m:ctrlPr>
                      </m:dPr>
                      <m:e>
                        <m:r>
                          <a:rPr lang="en-US" b="0" i="1" dirty="0" smtClean="0">
                            <a:latin typeface="Cambria Math" panose="02040503050406030204" pitchFamily="18" charset="0"/>
                            <a:ea typeface="Tahoma" panose="020B0604030504040204" pitchFamily="34" charset="0"/>
                            <a:cs typeface="Tahoma" panose="020B0604030504040204" pitchFamily="34" charset="0"/>
                          </a:rPr>
                          <m:t>𝑘</m:t>
                        </m:r>
                        <m:r>
                          <a:rPr lang="en-US" b="0" i="1" dirty="0" smtClean="0">
                            <a:latin typeface="Cambria Math" panose="02040503050406030204" pitchFamily="18" charset="0"/>
                            <a:ea typeface="Tahoma" panose="020B0604030504040204" pitchFamily="34" charset="0"/>
                            <a:cs typeface="Tahoma" panose="020B0604030504040204" pitchFamily="34" charset="0"/>
                          </a:rPr>
                          <m:t>=1</m:t>
                        </m:r>
                      </m:e>
                    </m:d>
                  </m:oMath>
                </a14:m>
                <a:r>
                  <a:rPr lang="en-US" b="0" dirty="0">
                    <a:latin typeface="Tahoma" panose="020B0604030504040204" pitchFamily="34" charset="0"/>
                    <a:ea typeface="Tahoma" panose="020B0604030504040204" pitchFamily="34" charset="0"/>
                    <a:cs typeface="Tahoma" panose="020B0604030504040204" pitchFamily="34" charset="0"/>
                  </a:rPr>
                  <a:t>?</a:t>
                </a:r>
              </a:p>
              <a:p>
                <a:pPr>
                  <a:spcAft>
                    <a:spcPts val="600"/>
                  </a:spcAft>
                </a:pPr>
                <a:endParaRPr lang="en-US" b="0" dirty="0">
                  <a:latin typeface="Tahoma" panose="020B0604030504040204" pitchFamily="34" charset="0"/>
                  <a:ea typeface="Tahoma" panose="020B0604030504040204" pitchFamily="34" charset="0"/>
                  <a:cs typeface="Tahoma" panose="020B0604030504040204" pitchFamily="34" charset="0"/>
                </a:endParaRP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We can! This method is known as </a:t>
                </a:r>
                <a:r>
                  <a:rPr lang="en-US" b="0" dirty="0">
                    <a:solidFill>
                      <a:srgbClr val="B34836"/>
                    </a:solidFill>
                    <a:latin typeface="Tahoma" panose="020B0604030504040204" pitchFamily="34" charset="0"/>
                    <a:ea typeface="Tahoma" panose="020B0604030504040204" pitchFamily="34" charset="0"/>
                    <a:cs typeface="Tahoma" panose="020B0604030504040204" pitchFamily="34" charset="0"/>
                  </a:rPr>
                  <a:t>value iteration</a:t>
                </a:r>
              </a:p>
            </p:txBody>
          </p:sp>
        </mc:Choice>
        <mc:Fallback xmlns="">
          <p:sp>
            <p:nvSpPr>
              <p:cNvPr id="12" name="Text Placeholder 11">
                <a:extLst>
                  <a:ext uri="{FF2B5EF4-FFF2-40B4-BE49-F238E27FC236}">
                    <a16:creationId xmlns:a16="http://schemas.microsoft.com/office/drawing/2014/main" id="{D9B4FA66-70DB-AA66-E0B4-617169B6E814}"/>
                  </a:ext>
                </a:extLst>
              </p:cNvPr>
              <p:cNvSpPr>
                <a:spLocks noGrp="1" noRot="1" noChangeAspect="1" noMove="1" noResize="1" noEditPoints="1" noAdjustHandles="1" noChangeArrowheads="1" noChangeShapeType="1" noTextEdit="1"/>
              </p:cNvSpPr>
              <p:nvPr>
                <p:ph type="body" idx="1"/>
              </p:nvPr>
            </p:nvSpPr>
            <p:spPr>
              <a:xfrm>
                <a:off x="783313" y="1312351"/>
                <a:ext cx="7607301" cy="5013325"/>
              </a:xfrm>
              <a:blipFill>
                <a:blip r:embed="rId2"/>
                <a:stretch>
                  <a:fillRect l="-80" t="-972" r="-641"/>
                </a:stretch>
              </a:blipFill>
            </p:spPr>
            <p:txBody>
              <a:bodyPr/>
              <a:lstStyle/>
              <a:p>
                <a:r>
                  <a:rPr lang="en-US">
                    <a:noFill/>
                  </a:rPr>
                  <a:t> </a:t>
                </a:r>
              </a:p>
            </p:txBody>
          </p:sp>
        </mc:Fallback>
      </mc:AlternateContent>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Policy Iteration</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sp>
        <p:nvSpPr>
          <p:cNvPr id="2" name="Slide Number Placeholder 1">
            <a:extLst>
              <a:ext uri="{FF2B5EF4-FFF2-40B4-BE49-F238E27FC236}">
                <a16:creationId xmlns:a16="http://schemas.microsoft.com/office/drawing/2014/main" id="{C9A4990D-EA16-7111-B478-4ABEA85D3B91}"/>
              </a:ext>
            </a:extLst>
          </p:cNvPr>
          <p:cNvSpPr>
            <a:spLocks noGrp="1"/>
          </p:cNvSpPr>
          <p:nvPr>
            <p:ph type="sldNum" sz="quarter" idx="2"/>
          </p:nvPr>
        </p:nvSpPr>
        <p:spPr/>
        <p:txBody>
          <a:bodyPr/>
          <a:lstStyle/>
          <a:p>
            <a:fld id="{86CB4B4D-7CA3-9044-876B-883B54F8677D}" type="slidenum">
              <a:rPr lang="en-US" smtClean="0"/>
              <a:t>57</a:t>
            </a:fld>
            <a:endParaRPr lang="en-US"/>
          </a:p>
        </p:txBody>
      </p:sp>
      <p:sp>
        <p:nvSpPr>
          <p:cNvPr id="3" name="Date Placeholder 3">
            <a:extLst>
              <a:ext uri="{FF2B5EF4-FFF2-40B4-BE49-F238E27FC236}">
                <a16:creationId xmlns:a16="http://schemas.microsoft.com/office/drawing/2014/main" id="{E096C958-C750-EAD3-4150-BB1E90605B8B}"/>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E2024953-6637-3CC3-91FA-2F1A33503420}"/>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B1856AEB-3F3B-2340-9466-F38F1A9C3D02}"/>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57</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2431507059"/>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mc:AlternateContent xmlns:mc="http://schemas.openxmlformats.org/markup-compatibility/2006" xmlns:a14="http://schemas.microsoft.com/office/drawing/2010/main">
        <mc:Choice Requires="a14">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783313" y="1312351"/>
                <a:ext cx="7607301" cy="5013325"/>
              </a:xfrm>
            </p:spPr>
            <p:txBody>
              <a:bodyPr/>
              <a:lstStyle/>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If we know the solution </a:t>
                </a:r>
                <a14:m>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smtClean="0">
                            <a:latin typeface="Cambria Math" panose="02040503050406030204" pitchFamily="18" charset="0"/>
                            <a:ea typeface="Cambria Math" panose="02040503050406030204" pitchFamily="18" charset="0"/>
                            <a:cs typeface="Tahoma" panose="020B0604030504040204" pitchFamily="34" charset="0"/>
                          </a:rPr>
                          <m:t>⋆</m:t>
                        </m:r>
                      </m:sub>
                    </m:sSub>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sSup>
                          <m:sSupPr>
                            <m:ctrlPr>
                              <a:rPr lang="en-US" b="0" i="1" smtClean="0">
                                <a:latin typeface="Cambria Math" panose="02040503050406030204" pitchFamily="18" charset="0"/>
                                <a:ea typeface="Tahoma" panose="020B0604030504040204" pitchFamily="34" charset="0"/>
                                <a:cs typeface="Tahoma" panose="020B0604030504040204" pitchFamily="34" charset="0"/>
                              </a:rPr>
                            </m:ctrlPr>
                          </m:sSupPr>
                          <m:e>
                            <m:r>
                              <a:rPr lang="en-US" b="0" i="1" smtClean="0">
                                <a:latin typeface="Cambria Math" panose="02040503050406030204" pitchFamily="18" charset="0"/>
                                <a:ea typeface="Tahoma" panose="020B0604030504040204" pitchFamily="34" charset="0"/>
                                <a:cs typeface="Tahoma" panose="020B0604030504040204" pitchFamily="34" charset="0"/>
                              </a:rPr>
                              <m:t>𝑠</m:t>
                            </m:r>
                          </m:e>
                          <m:sup>
                            <m:r>
                              <a:rPr lang="en-US" b="0" i="1" smtClean="0">
                                <a:latin typeface="Cambria Math" panose="02040503050406030204" pitchFamily="18" charset="0"/>
                                <a:ea typeface="Tahoma" panose="020B0604030504040204" pitchFamily="34" charset="0"/>
                                <a:cs typeface="Tahoma" panose="020B0604030504040204" pitchFamily="34" charset="0"/>
                              </a:rPr>
                              <m:t>′</m:t>
                            </m:r>
                          </m:sup>
                        </m:sSup>
                      </m:e>
                    </m:d>
                  </m:oMath>
                </a14:m>
                <a:r>
                  <a:rPr lang="en-US" b="0" dirty="0">
                    <a:latin typeface="Tahoma" panose="020B0604030504040204" pitchFamily="34" charset="0"/>
                    <a:ea typeface="Tahoma" panose="020B0604030504040204" pitchFamily="34" charset="0"/>
                    <a:cs typeface="Tahoma" panose="020B0604030504040204" pitchFamily="34" charset="0"/>
                  </a:rPr>
                  <a:t> to subsequent states </a:t>
                </a:r>
                <a14:m>
                  <m:oMath xmlns:m="http://schemas.openxmlformats.org/officeDocument/2006/math">
                    <m:r>
                      <a:rPr lang="en-US" b="0" i="1" smtClean="0">
                        <a:latin typeface="Cambria Math" panose="02040503050406030204" pitchFamily="18" charset="0"/>
                        <a:ea typeface="Tahoma" panose="020B0604030504040204" pitchFamily="34" charset="0"/>
                        <a:cs typeface="Tahoma" panose="020B0604030504040204" pitchFamily="34" charset="0"/>
                      </a:rPr>
                      <m:t>𝑠</m:t>
                    </m:r>
                  </m:oMath>
                </a14:m>
                <a:r>
                  <a:rPr lang="en-US" b="0" dirty="0">
                    <a:latin typeface="Tahoma" panose="020B0604030504040204" pitchFamily="34" charset="0"/>
                    <a:ea typeface="Tahoma" panose="020B0604030504040204" pitchFamily="34" charset="0"/>
                    <a:cs typeface="Tahoma" panose="020B0604030504040204" pitchFamily="34" charset="0"/>
                  </a:rPr>
                  <a:t> then solution </a:t>
                </a:r>
                <a14:m>
                  <m:oMath xmlns:m="http://schemas.openxmlformats.org/officeDocument/2006/math">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i="1">
                            <a:latin typeface="Cambria Math" panose="02040503050406030204" pitchFamily="18" charset="0"/>
                            <a:ea typeface="Tahoma" panose="020B0604030504040204" pitchFamily="34" charset="0"/>
                            <a:cs typeface="Tahoma" panose="020B0604030504040204" pitchFamily="34" charset="0"/>
                          </a:rPr>
                          <m:t>𝑣</m:t>
                        </m:r>
                      </m:e>
                      <m:sub>
                        <m:r>
                          <a:rPr lang="en-US" b="0" i="1">
                            <a:latin typeface="Cambria Math" panose="02040503050406030204" pitchFamily="18" charset="0"/>
                            <a:ea typeface="Cambria Math" panose="02040503050406030204" pitchFamily="18" charset="0"/>
                            <a:cs typeface="Tahoma" panose="020B0604030504040204" pitchFamily="34" charset="0"/>
                          </a:rPr>
                          <m:t>⋆</m:t>
                        </m:r>
                      </m:sub>
                    </m:sSub>
                    <m:d>
                      <m:dPr>
                        <m:ctrlPr>
                          <a:rPr lang="en-US" b="0" i="1">
                            <a:latin typeface="Cambria Math" panose="02040503050406030204" pitchFamily="18" charset="0"/>
                            <a:ea typeface="Cambria Math" panose="02040503050406030204" pitchFamily="18" charset="0"/>
                            <a:cs typeface="Tahoma" panose="020B0604030504040204" pitchFamily="34" charset="0"/>
                          </a:rPr>
                        </m:ctrlPr>
                      </m:dPr>
                      <m:e>
                        <m:r>
                          <a:rPr lang="en-US" b="0" i="1">
                            <a:latin typeface="Cambria Math" panose="02040503050406030204" pitchFamily="18" charset="0"/>
                            <a:ea typeface="Cambria Math" panose="02040503050406030204" pitchFamily="18" charset="0"/>
                            <a:cs typeface="Tahoma" panose="020B0604030504040204" pitchFamily="34" charset="0"/>
                          </a:rPr>
                          <m:t>𝑠</m:t>
                        </m:r>
                      </m:e>
                    </m:d>
                  </m:oMath>
                </a14:m>
                <a:r>
                  <a:rPr lang="en-US" b="0" dirty="0">
                    <a:latin typeface="Tahoma" panose="020B0604030504040204" pitchFamily="34" charset="0"/>
                    <a:ea typeface="Tahoma" panose="020B0604030504040204" pitchFamily="34" charset="0"/>
                    <a:cs typeface="Tahoma" panose="020B0604030504040204" pitchFamily="34" charset="0"/>
                  </a:rPr>
                  <a:t> can be found by one-step lookahead</a:t>
                </a:r>
                <a:br>
                  <a:rPr lang="en-US" b="0" dirty="0">
                    <a:latin typeface="Tahoma" panose="020B0604030504040204" pitchFamily="34" charset="0"/>
                    <a:ea typeface="Tahoma" panose="020B0604030504040204" pitchFamily="34" charset="0"/>
                    <a:cs typeface="Tahoma" panose="020B0604030504040204" pitchFamily="34" charset="0"/>
                  </a:rPr>
                </a:br>
                <a14:m>
                  <m:oMath xmlns:m="http://schemas.openxmlformats.org/officeDocument/2006/math">
                    <m:sSub>
                      <m:sSubPr>
                        <m:ctrlPr>
                          <a:rPr lang="en-US" b="0" i="1">
                            <a:latin typeface="Cambria Math" panose="02040503050406030204" pitchFamily="18" charset="0"/>
                            <a:ea typeface="Tahoma" panose="020B0604030504040204" pitchFamily="34" charset="0"/>
                            <a:cs typeface="Tahoma" panose="020B0604030504040204" pitchFamily="34" charset="0"/>
                          </a:rPr>
                        </m:ctrlPr>
                      </m:sSubPr>
                      <m:e>
                        <m:r>
                          <a:rPr lang="en-US" b="0" i="1">
                            <a:latin typeface="Cambria Math" panose="02040503050406030204" pitchFamily="18" charset="0"/>
                            <a:ea typeface="Tahoma" panose="020B0604030504040204" pitchFamily="34" charset="0"/>
                            <a:cs typeface="Tahoma" panose="020B0604030504040204" pitchFamily="34" charset="0"/>
                          </a:rPr>
                          <m:t>𝑣</m:t>
                        </m:r>
                      </m:e>
                      <m:sub>
                        <m:r>
                          <a:rPr lang="en-US" b="0" i="1">
                            <a:latin typeface="Cambria Math" panose="02040503050406030204" pitchFamily="18" charset="0"/>
                            <a:ea typeface="Cambria Math" panose="02040503050406030204" pitchFamily="18" charset="0"/>
                            <a:cs typeface="Tahoma" panose="020B0604030504040204" pitchFamily="34" charset="0"/>
                          </a:rPr>
                          <m:t>⋆</m:t>
                        </m:r>
                      </m:sub>
                    </m:sSub>
                    <m:d>
                      <m:dPr>
                        <m:ctrlPr>
                          <a:rPr lang="en-US" b="0" i="1">
                            <a:latin typeface="Cambria Math" panose="02040503050406030204" pitchFamily="18" charset="0"/>
                            <a:ea typeface="Cambria Math" panose="02040503050406030204" pitchFamily="18" charset="0"/>
                            <a:cs typeface="Tahoma" panose="020B0604030504040204" pitchFamily="34" charset="0"/>
                          </a:rPr>
                        </m:ctrlPr>
                      </m:dPr>
                      <m:e>
                        <m:r>
                          <a:rPr lang="en-US" b="0" i="1">
                            <a:latin typeface="Cambria Math" panose="02040503050406030204" pitchFamily="18" charset="0"/>
                            <a:ea typeface="Cambria Math" panose="02040503050406030204" pitchFamily="18" charset="0"/>
                            <a:cs typeface="Tahoma" panose="020B0604030504040204" pitchFamily="34" charset="0"/>
                          </a:rPr>
                          <m:t>𝑠</m:t>
                        </m:r>
                      </m:e>
                    </m:d>
                    <m:r>
                      <a:rPr lang="en-US" b="0" i="1" smtClean="0">
                        <a:latin typeface="Cambria Math" panose="02040503050406030204" pitchFamily="18" charset="0"/>
                        <a:ea typeface="Cambria Math" panose="02040503050406030204" pitchFamily="18" charset="0"/>
                        <a:cs typeface="Tahoma" panose="020B0604030504040204" pitchFamily="34" charset="0"/>
                      </a:rPr>
                      <m:t>=</m:t>
                    </m:r>
                    <m:func>
                      <m:funcPr>
                        <m:ctrlPr>
                          <a:rPr lang="en-US" sz="2400" b="0" i="1">
                            <a:uFill>
                              <a:solidFill>
                                <a:srgbClr val="000000"/>
                              </a:solidFill>
                            </a:uFill>
                            <a:latin typeface="Cambria Math" panose="02040503050406030204" pitchFamily="18" charset="0"/>
                            <a:ea typeface="Cambria Math" panose="02040503050406030204" pitchFamily="18" charset="0"/>
                          </a:rPr>
                        </m:ctrlPr>
                      </m:funcPr>
                      <m:fName>
                        <m:limLow>
                          <m:limLowPr>
                            <m:ctrlPr>
                              <a:rPr lang="en-US" sz="2400" b="0" i="1">
                                <a:uFill>
                                  <a:solidFill>
                                    <a:srgbClr val="000000"/>
                                  </a:solidFill>
                                </a:uFill>
                                <a:latin typeface="Cambria Math" panose="02040503050406030204" pitchFamily="18" charset="0"/>
                                <a:ea typeface="Cambria Math" panose="02040503050406030204" pitchFamily="18" charset="0"/>
                              </a:rPr>
                            </m:ctrlPr>
                          </m:limLowPr>
                          <m:e>
                            <m:r>
                              <m:rPr>
                                <m:sty m:val="p"/>
                              </m:rPr>
                              <a:rPr lang="en-US" sz="2400" b="0">
                                <a:uFill>
                                  <a:solidFill>
                                    <a:srgbClr val="000000"/>
                                  </a:solidFill>
                                </a:uFill>
                                <a:latin typeface="Cambria Math" panose="02040503050406030204" pitchFamily="18" charset="0"/>
                                <a:ea typeface="Cambria Math" panose="02040503050406030204" pitchFamily="18" charset="0"/>
                              </a:rPr>
                              <m:t>max</m:t>
                            </m:r>
                          </m:e>
                          <m:lim>
                            <m:r>
                              <a:rPr lang="en-US" sz="2400" b="0" i="1">
                                <a:uFill>
                                  <a:solidFill>
                                    <a:srgbClr val="000000"/>
                                  </a:solidFill>
                                </a:uFill>
                                <a:latin typeface="Cambria Math" panose="02040503050406030204" pitchFamily="18" charset="0"/>
                                <a:ea typeface="Cambria Math" panose="02040503050406030204" pitchFamily="18" charset="0"/>
                              </a:rPr>
                              <m:t>𝑎</m:t>
                            </m:r>
                            <m:r>
                              <a:rPr lang="en-US" sz="2400" b="0" i="1" smtClean="0">
                                <a:uFill>
                                  <a:solidFill>
                                    <a:srgbClr val="000000"/>
                                  </a:solidFill>
                                </a:uFill>
                                <a:latin typeface="Cambria Math" panose="02040503050406030204" pitchFamily="18" charset="0"/>
                                <a:ea typeface="Cambria Math" panose="02040503050406030204" pitchFamily="18" charset="0"/>
                              </a:rPr>
                              <m:t>∈</m:t>
                            </m:r>
                            <m:r>
                              <a:rPr lang="en-US" sz="2400" b="0" i="1" smtClean="0">
                                <a:uFill>
                                  <a:solidFill>
                                    <a:srgbClr val="000000"/>
                                  </a:solidFill>
                                </a:uFill>
                                <a:latin typeface="Cambria Math" panose="02040503050406030204" pitchFamily="18" charset="0"/>
                                <a:ea typeface="Cambria Math" panose="02040503050406030204" pitchFamily="18" charset="0"/>
                              </a:rPr>
                              <m:t>𝐴</m:t>
                            </m:r>
                          </m:lim>
                        </m:limLow>
                      </m:fName>
                      <m:e>
                        <m:d>
                          <m:dPr>
                            <m:ctrlPr>
                              <a:rPr lang="en-US" sz="2400" b="0" i="1">
                                <a:uFill>
                                  <a:solidFill>
                                    <a:srgbClr val="000000"/>
                                  </a:solidFill>
                                </a:uFill>
                                <a:latin typeface="Cambria Math" panose="02040503050406030204" pitchFamily="18" charset="0"/>
                                <a:ea typeface="Cambria Math" panose="02040503050406030204" pitchFamily="18" charset="0"/>
                              </a:rPr>
                            </m:ctrlPr>
                          </m:dPr>
                          <m:e>
                            <m:sSubSup>
                              <m:sSubSupPr>
                                <m:ctrlPr>
                                  <a:rPr lang="en-US" sz="2400" b="0" i="1">
                                    <a:uFill>
                                      <a:solidFill>
                                        <a:srgbClr val="000000"/>
                                      </a:solidFill>
                                    </a:uFill>
                                    <a:latin typeface="Cambria Math" panose="02040503050406030204" pitchFamily="18" charset="0"/>
                                    <a:ea typeface="Cambria Math" panose="02040503050406030204" pitchFamily="18" charset="0"/>
                                  </a:rPr>
                                </m:ctrlPr>
                              </m:sSubSupPr>
                              <m:e>
                                <m:r>
                                  <a:rPr lang="en-US" sz="2400" b="0" i="1">
                                    <a:uFill>
                                      <a:solidFill>
                                        <a:srgbClr val="000000"/>
                                      </a:solidFill>
                                    </a:uFill>
                                    <a:latin typeface="Cambria Math" panose="02040503050406030204" pitchFamily="18" charset="0"/>
                                    <a:ea typeface="Cambria Math" panose="02040503050406030204" pitchFamily="18" charset="0"/>
                                  </a:rPr>
                                  <m:t>𝑅</m:t>
                                </m:r>
                              </m:e>
                              <m:sub>
                                <m:r>
                                  <a:rPr lang="en-US" sz="2400" b="0" i="1">
                                    <a:uFill>
                                      <a:solidFill>
                                        <a:srgbClr val="000000"/>
                                      </a:solidFill>
                                    </a:uFill>
                                    <a:latin typeface="Cambria Math" panose="02040503050406030204" pitchFamily="18" charset="0"/>
                                    <a:ea typeface="Cambria Math" panose="02040503050406030204" pitchFamily="18" charset="0"/>
                                  </a:rPr>
                                  <m:t>𝑠</m:t>
                                </m:r>
                              </m:sub>
                              <m:sup>
                                <m:r>
                                  <a:rPr lang="en-US" sz="2400" b="0" i="1">
                                    <a:uFill>
                                      <a:solidFill>
                                        <a:srgbClr val="000000"/>
                                      </a:solidFill>
                                    </a:uFill>
                                    <a:latin typeface="Cambria Math" panose="02040503050406030204" pitchFamily="18" charset="0"/>
                                    <a:ea typeface="Cambria Math" panose="02040503050406030204" pitchFamily="18" charset="0"/>
                                  </a:rPr>
                                  <m:t>𝑎</m:t>
                                </m:r>
                              </m:sup>
                            </m:sSubSup>
                            <m:r>
                              <a:rPr lang="en-US" sz="2400" b="0" i="1">
                                <a:uFill>
                                  <a:solidFill>
                                    <a:srgbClr val="000000"/>
                                  </a:solidFill>
                                </a:uFill>
                                <a:latin typeface="Cambria Math" panose="02040503050406030204" pitchFamily="18" charset="0"/>
                                <a:ea typeface="Cambria Math" panose="02040503050406030204" pitchFamily="18" charset="0"/>
                              </a:rPr>
                              <m:t>+</m:t>
                            </m:r>
                            <m:r>
                              <a:rPr lang="en-US" sz="2400" b="0" i="1">
                                <a:uFill>
                                  <a:solidFill>
                                    <a:srgbClr val="000000"/>
                                  </a:solidFill>
                                </a:uFill>
                                <a:latin typeface="Cambria Math" panose="02040503050406030204" pitchFamily="18" charset="0"/>
                                <a:ea typeface="Cambria Math" panose="02040503050406030204" pitchFamily="18" charset="0"/>
                              </a:rPr>
                              <m:t>𝛾</m:t>
                            </m:r>
                            <m:nary>
                              <m:naryPr>
                                <m:chr m:val="∑"/>
                                <m:supHide m:val="on"/>
                                <m:ctrlPr>
                                  <a:rPr lang="en-US" sz="2400" b="0" i="1">
                                    <a:uFill>
                                      <a:solidFill>
                                        <a:srgbClr val="000000"/>
                                      </a:solidFill>
                                    </a:uFill>
                                    <a:latin typeface="Cambria Math" panose="02040503050406030204" pitchFamily="18" charset="0"/>
                                    <a:ea typeface="Cambria Math" panose="02040503050406030204" pitchFamily="18" charset="0"/>
                                  </a:rPr>
                                </m:ctrlPr>
                              </m:naryPr>
                              <m:sub>
                                <m:sSup>
                                  <m:sSupPr>
                                    <m:ctrlPr>
                                      <a:rPr lang="en-US" sz="2400" b="0" i="1">
                                        <a:uFill>
                                          <a:solidFill>
                                            <a:srgbClr val="000000"/>
                                          </a:solidFill>
                                        </a:uFill>
                                        <a:latin typeface="Cambria Math" panose="02040503050406030204" pitchFamily="18" charset="0"/>
                                        <a:ea typeface="Cambria Math" panose="02040503050406030204" pitchFamily="18" charset="0"/>
                                      </a:rPr>
                                    </m:ctrlPr>
                                  </m:sSupPr>
                                  <m:e>
                                    <m:r>
                                      <m:rPr>
                                        <m:brk m:alnAt="7"/>
                                      </m:rPr>
                                      <a:rPr lang="en-US" sz="2400" b="0" i="1">
                                        <a:uFill>
                                          <a:solidFill>
                                            <a:srgbClr val="000000"/>
                                          </a:solidFill>
                                        </a:uFill>
                                        <a:latin typeface="Cambria Math" panose="02040503050406030204" pitchFamily="18" charset="0"/>
                                        <a:ea typeface="Cambria Math" panose="02040503050406030204" pitchFamily="18" charset="0"/>
                                      </a:rPr>
                                      <m:t>𝑠</m:t>
                                    </m:r>
                                  </m:e>
                                  <m:sup>
                                    <m:r>
                                      <m:rPr>
                                        <m:brk m:alnAt="7"/>
                                      </m:rPr>
                                      <a:rPr lang="en-US" sz="2400" b="0" i="1">
                                        <a:uFill>
                                          <a:solidFill>
                                            <a:srgbClr val="000000"/>
                                          </a:solidFill>
                                        </a:uFill>
                                        <a:latin typeface="Cambria Math" panose="02040503050406030204" pitchFamily="18" charset="0"/>
                                        <a:ea typeface="Cambria Math" panose="02040503050406030204" pitchFamily="18" charset="0"/>
                                      </a:rPr>
                                      <m:t>′</m:t>
                                    </m:r>
                                  </m:sup>
                                </m:sSup>
                                <m:r>
                                  <a:rPr lang="en-US" sz="2400" b="0" i="1" smtClean="0">
                                    <a:uFill>
                                      <a:solidFill>
                                        <a:srgbClr val="000000"/>
                                      </a:solidFill>
                                    </a:uFill>
                                    <a:latin typeface="Cambria Math" panose="02040503050406030204" pitchFamily="18" charset="0"/>
                                    <a:ea typeface="Cambria Math" panose="02040503050406030204" pitchFamily="18" charset="0"/>
                                  </a:rPr>
                                  <m:t>∈</m:t>
                                </m:r>
                                <m:r>
                                  <a:rPr lang="en-US" sz="2400" b="0" i="1" smtClean="0">
                                    <a:uFill>
                                      <a:solidFill>
                                        <a:srgbClr val="000000"/>
                                      </a:solidFill>
                                    </a:uFill>
                                    <a:latin typeface="Cambria Math" panose="02040503050406030204" pitchFamily="18" charset="0"/>
                                    <a:ea typeface="Cambria Math" panose="02040503050406030204" pitchFamily="18" charset="0"/>
                                  </a:rPr>
                                  <m:t>𝑆</m:t>
                                </m:r>
                              </m:sub>
                              <m:sup/>
                              <m:e>
                                <m:sSubSup>
                                  <m:sSubSupPr>
                                    <m:ctrlPr>
                                      <a:rPr lang="en-US" sz="2400" b="0" i="1">
                                        <a:uFill>
                                          <a:solidFill>
                                            <a:srgbClr val="000000"/>
                                          </a:solidFill>
                                        </a:uFill>
                                        <a:latin typeface="Cambria Math" panose="02040503050406030204" pitchFamily="18" charset="0"/>
                                        <a:ea typeface="Cambria Math" panose="02040503050406030204" pitchFamily="18" charset="0"/>
                                      </a:rPr>
                                    </m:ctrlPr>
                                  </m:sSubSupPr>
                                  <m:e>
                                    <m:r>
                                      <a:rPr lang="en-US" sz="2400" b="0" i="1">
                                        <a:uFill>
                                          <a:solidFill>
                                            <a:srgbClr val="000000"/>
                                          </a:solidFill>
                                        </a:uFill>
                                        <a:latin typeface="Cambria Math" panose="02040503050406030204" pitchFamily="18" charset="0"/>
                                        <a:ea typeface="Cambria Math" panose="02040503050406030204" pitchFamily="18" charset="0"/>
                                      </a:rPr>
                                      <m:t>𝑃</m:t>
                                    </m:r>
                                  </m:e>
                                  <m:sub>
                                    <m:r>
                                      <a:rPr lang="en-US" sz="2400" b="0" i="1">
                                        <a:uFill>
                                          <a:solidFill>
                                            <a:srgbClr val="000000"/>
                                          </a:solidFill>
                                        </a:uFill>
                                        <a:latin typeface="Cambria Math" panose="02040503050406030204" pitchFamily="18" charset="0"/>
                                        <a:ea typeface="Cambria Math" panose="02040503050406030204" pitchFamily="18" charset="0"/>
                                      </a:rPr>
                                      <m:t>𝑠</m:t>
                                    </m:r>
                                    <m:r>
                                      <a:rPr lang="en-US" sz="2400" b="0" i="1">
                                        <a:uFill>
                                          <a:solidFill>
                                            <a:srgbClr val="000000"/>
                                          </a:solidFill>
                                        </a:uFill>
                                        <a:latin typeface="Cambria Math" panose="02040503050406030204" pitchFamily="18" charset="0"/>
                                        <a:ea typeface="Cambria Math" panose="02040503050406030204" pitchFamily="18" charset="0"/>
                                      </a:rPr>
                                      <m:t>,</m:t>
                                    </m:r>
                                    <m:sSup>
                                      <m:sSupPr>
                                        <m:ctrlPr>
                                          <a:rPr lang="en-US" sz="2400" b="0" i="1">
                                            <a:uFill>
                                              <a:solidFill>
                                                <a:srgbClr val="000000"/>
                                              </a:solidFill>
                                            </a:uFill>
                                            <a:latin typeface="Cambria Math" panose="02040503050406030204" pitchFamily="18" charset="0"/>
                                            <a:ea typeface="Cambria Math" panose="02040503050406030204" pitchFamily="18" charset="0"/>
                                          </a:rPr>
                                        </m:ctrlPr>
                                      </m:sSupPr>
                                      <m:e>
                                        <m:r>
                                          <a:rPr lang="en-US" sz="2400" b="0" i="1">
                                            <a:uFill>
                                              <a:solidFill>
                                                <a:srgbClr val="000000"/>
                                              </a:solidFill>
                                            </a:uFill>
                                            <a:latin typeface="Cambria Math" panose="02040503050406030204" pitchFamily="18" charset="0"/>
                                            <a:ea typeface="Cambria Math" panose="02040503050406030204" pitchFamily="18" charset="0"/>
                                          </a:rPr>
                                          <m:t>𝑠</m:t>
                                        </m:r>
                                      </m:e>
                                      <m:sup>
                                        <m:r>
                                          <a:rPr lang="en-US" sz="2400" b="0" i="1">
                                            <a:uFill>
                                              <a:solidFill>
                                                <a:srgbClr val="000000"/>
                                              </a:solidFill>
                                            </a:uFill>
                                            <a:latin typeface="Cambria Math" panose="02040503050406030204" pitchFamily="18" charset="0"/>
                                            <a:ea typeface="Cambria Math" panose="02040503050406030204" pitchFamily="18" charset="0"/>
                                          </a:rPr>
                                          <m:t>′</m:t>
                                        </m:r>
                                      </m:sup>
                                    </m:sSup>
                                  </m:sub>
                                  <m:sup>
                                    <m:r>
                                      <a:rPr lang="en-US" sz="2400" b="0" i="1">
                                        <a:uFill>
                                          <a:solidFill>
                                            <a:srgbClr val="000000"/>
                                          </a:solidFill>
                                        </a:uFill>
                                        <a:latin typeface="Cambria Math" panose="02040503050406030204" pitchFamily="18" charset="0"/>
                                        <a:ea typeface="Cambria Math" panose="02040503050406030204" pitchFamily="18" charset="0"/>
                                      </a:rPr>
                                      <m:t>𝑎</m:t>
                                    </m:r>
                                  </m:sup>
                                </m:sSubSup>
                                <m:sSub>
                                  <m:sSubPr>
                                    <m:ctrlPr>
                                      <a:rPr lang="en-US" sz="2400" b="0" i="1">
                                        <a:uFill>
                                          <a:solidFill>
                                            <a:srgbClr val="000000"/>
                                          </a:solidFill>
                                        </a:uFill>
                                        <a:latin typeface="Cambria Math" panose="02040503050406030204" pitchFamily="18" charset="0"/>
                                      </a:rPr>
                                    </m:ctrlPr>
                                  </m:sSubPr>
                                  <m:e>
                                    <m:r>
                                      <a:rPr lang="en-US" sz="2400" b="0" i="1">
                                        <a:uFill>
                                          <a:solidFill>
                                            <a:srgbClr val="000000"/>
                                          </a:solidFill>
                                        </a:uFill>
                                        <a:latin typeface="Cambria Math" panose="02040503050406030204" pitchFamily="18" charset="0"/>
                                      </a:rPr>
                                      <m:t>𝑣</m:t>
                                    </m:r>
                                  </m:e>
                                  <m:sub>
                                    <m:r>
                                      <a:rPr lang="en-US" sz="2400" b="0" i="1">
                                        <a:uFill>
                                          <a:solidFill>
                                            <a:srgbClr val="000000"/>
                                          </a:solidFill>
                                        </a:uFill>
                                        <a:latin typeface="Cambria Math" panose="02040503050406030204" pitchFamily="18" charset="0"/>
                                        <a:ea typeface="Cambria Math" panose="02040503050406030204" pitchFamily="18" charset="0"/>
                                      </a:rPr>
                                      <m:t>⋆</m:t>
                                    </m:r>
                                  </m:sub>
                                </m:sSub>
                                <m:d>
                                  <m:dPr>
                                    <m:ctrlPr>
                                      <a:rPr lang="en-US" sz="2400" b="0" i="1">
                                        <a:uFill>
                                          <a:solidFill>
                                            <a:srgbClr val="000000"/>
                                          </a:solidFill>
                                        </a:uFill>
                                        <a:latin typeface="Cambria Math" panose="02040503050406030204" pitchFamily="18" charset="0"/>
                                        <a:ea typeface="Cambria Math" panose="02040503050406030204" pitchFamily="18" charset="0"/>
                                      </a:rPr>
                                    </m:ctrlPr>
                                  </m:dPr>
                                  <m:e>
                                    <m:sSup>
                                      <m:sSupPr>
                                        <m:ctrlPr>
                                          <a:rPr lang="en-US" sz="2400" b="0" i="1">
                                            <a:uFill>
                                              <a:solidFill>
                                                <a:srgbClr val="000000"/>
                                              </a:solidFill>
                                            </a:uFill>
                                            <a:latin typeface="Cambria Math" panose="02040503050406030204" pitchFamily="18" charset="0"/>
                                            <a:ea typeface="Cambria Math" panose="02040503050406030204" pitchFamily="18" charset="0"/>
                                          </a:rPr>
                                        </m:ctrlPr>
                                      </m:sSupPr>
                                      <m:e>
                                        <m:r>
                                          <a:rPr lang="en-US" sz="2400" b="0" i="1">
                                            <a:uFill>
                                              <a:solidFill>
                                                <a:srgbClr val="000000"/>
                                              </a:solidFill>
                                            </a:uFill>
                                            <a:latin typeface="Cambria Math" panose="02040503050406030204" pitchFamily="18" charset="0"/>
                                            <a:ea typeface="Cambria Math" panose="02040503050406030204" pitchFamily="18" charset="0"/>
                                          </a:rPr>
                                          <m:t>𝑠</m:t>
                                        </m:r>
                                      </m:e>
                                      <m:sup>
                                        <m:r>
                                          <a:rPr lang="en-US" sz="2400" b="0" i="1">
                                            <a:uFill>
                                              <a:solidFill>
                                                <a:srgbClr val="000000"/>
                                              </a:solidFill>
                                            </a:uFill>
                                            <a:latin typeface="Cambria Math" panose="02040503050406030204" pitchFamily="18" charset="0"/>
                                            <a:ea typeface="Cambria Math" panose="02040503050406030204" pitchFamily="18" charset="0"/>
                                          </a:rPr>
                                          <m:t>′</m:t>
                                        </m:r>
                                      </m:sup>
                                    </m:sSup>
                                  </m:e>
                                </m:d>
                              </m:e>
                            </m:nary>
                          </m:e>
                        </m:d>
                      </m:e>
                    </m:func>
                  </m:oMath>
                </a14:m>
                <a:endParaRPr lang="en-US" sz="2400" b="0" dirty="0">
                  <a:uFill>
                    <a:solidFill>
                      <a:srgbClr val="000000"/>
                    </a:solidFill>
                  </a:uFill>
                  <a:latin typeface="Tahoma" panose="020B0604030504040204" pitchFamily="34" charset="0"/>
                  <a:ea typeface="Cambria Math" panose="02040503050406030204" pitchFamily="18" charset="0"/>
                </a:endParaRPr>
              </a:p>
              <a:p>
                <a:pPr>
                  <a:spcAft>
                    <a:spcPts val="600"/>
                  </a:spcAft>
                </a:pPr>
                <a:endParaRPr lang="en-US" sz="1400" b="0" dirty="0">
                  <a:latin typeface="Tahoma" panose="020B0604030504040204" pitchFamily="34" charset="0"/>
                  <a:ea typeface="Tahoma" panose="020B0604030504040204" pitchFamily="34" charset="0"/>
                  <a:cs typeface="Tahoma" panose="020B0604030504040204" pitchFamily="34" charset="0"/>
                </a:endParaRP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The idea of value iteration is to apply these updates iteratively </a:t>
                </a: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Intuition: start with final rewards and work </a:t>
                </a:r>
                <a:r>
                  <a:rPr lang="en-US" b="0" dirty="0">
                    <a:solidFill>
                      <a:srgbClr val="7030A0"/>
                    </a:solidFill>
                    <a:latin typeface="Tahoma" panose="020B0604030504040204" pitchFamily="34" charset="0"/>
                    <a:ea typeface="Tahoma" panose="020B0604030504040204" pitchFamily="34" charset="0"/>
                    <a:cs typeface="Tahoma" panose="020B0604030504040204" pitchFamily="34" charset="0"/>
                  </a:rPr>
                  <a:t>backwards</a:t>
                </a: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Still works with loopy, stochastic MDPs</a:t>
                </a:r>
              </a:p>
            </p:txBody>
          </p:sp>
        </mc:Choice>
        <mc:Fallback xmlns="">
          <p:sp>
            <p:nvSpPr>
              <p:cNvPr id="12" name="Text Placeholder 11">
                <a:extLst>
                  <a:ext uri="{FF2B5EF4-FFF2-40B4-BE49-F238E27FC236}">
                    <a16:creationId xmlns:a16="http://schemas.microsoft.com/office/drawing/2014/main" id="{D9B4FA66-70DB-AA66-E0B4-617169B6E814}"/>
                  </a:ext>
                </a:extLst>
              </p:cNvPr>
              <p:cNvSpPr>
                <a:spLocks noGrp="1" noRot="1" noChangeAspect="1" noMove="1" noResize="1" noEditPoints="1" noAdjustHandles="1" noChangeArrowheads="1" noChangeShapeType="1" noTextEdit="1"/>
              </p:cNvSpPr>
              <p:nvPr>
                <p:ph type="body" idx="1"/>
              </p:nvPr>
            </p:nvSpPr>
            <p:spPr>
              <a:xfrm>
                <a:off x="783313" y="1312351"/>
                <a:ext cx="7607301" cy="5013325"/>
              </a:xfrm>
              <a:blipFill>
                <a:blip r:embed="rId3"/>
                <a:stretch>
                  <a:fillRect l="-80" t="-1094" b="-4496"/>
                </a:stretch>
              </a:blipFill>
            </p:spPr>
            <p:txBody>
              <a:bodyPr/>
              <a:lstStyle/>
              <a:p>
                <a:r>
                  <a:rPr lang="en-US">
                    <a:noFill/>
                  </a:rPr>
                  <a:t> </a:t>
                </a:r>
              </a:p>
            </p:txBody>
          </p:sp>
        </mc:Fallback>
      </mc:AlternateContent>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Deterministic Value Iteration</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sp>
        <p:nvSpPr>
          <p:cNvPr id="2" name="Slide Number Placeholder 1">
            <a:extLst>
              <a:ext uri="{FF2B5EF4-FFF2-40B4-BE49-F238E27FC236}">
                <a16:creationId xmlns:a16="http://schemas.microsoft.com/office/drawing/2014/main" id="{E2C9D44A-525C-C3CD-413F-846B6C3B67E9}"/>
              </a:ext>
            </a:extLst>
          </p:cNvPr>
          <p:cNvSpPr>
            <a:spLocks noGrp="1"/>
          </p:cNvSpPr>
          <p:nvPr>
            <p:ph type="sldNum" sz="quarter" idx="2"/>
          </p:nvPr>
        </p:nvSpPr>
        <p:spPr/>
        <p:txBody>
          <a:bodyPr/>
          <a:lstStyle/>
          <a:p>
            <a:fld id="{86CB4B4D-7CA3-9044-876B-883B54F8677D}" type="slidenum">
              <a:rPr lang="en-US" smtClean="0"/>
              <a:t>58</a:t>
            </a:fld>
            <a:endParaRPr lang="en-US"/>
          </a:p>
        </p:txBody>
      </p:sp>
      <p:sp>
        <p:nvSpPr>
          <p:cNvPr id="3" name="Date Placeholder 3">
            <a:extLst>
              <a:ext uri="{FF2B5EF4-FFF2-40B4-BE49-F238E27FC236}">
                <a16:creationId xmlns:a16="http://schemas.microsoft.com/office/drawing/2014/main" id="{1C3053D8-4160-AFEC-457A-F481E215CF54}"/>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ECBC2859-3B02-3690-655E-744C1F833963}"/>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63DB1D4A-E50F-37A6-A4CB-93CF4A7766CA}"/>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58</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1885832468"/>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mc:AlternateContent xmlns:mc="http://schemas.openxmlformats.org/markup-compatibility/2006" xmlns:a14="http://schemas.microsoft.com/office/drawing/2010/main">
        <mc:Choice Requires="a14">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783313" y="1312351"/>
                <a:ext cx="7901702" cy="5332289"/>
              </a:xfrm>
            </p:spPr>
            <p:txBody>
              <a:bodyPr/>
              <a:lstStyle/>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Problem: find optimal value function </a:t>
                </a:r>
                <a14:m>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smtClean="0">
                            <a:latin typeface="Cambria Math" panose="02040503050406030204" pitchFamily="18" charset="0"/>
                            <a:ea typeface="Tahoma" panose="020B0604030504040204" pitchFamily="34" charset="0"/>
                            <a:cs typeface="Tahoma" panose="020B0604030504040204" pitchFamily="34" charset="0"/>
                          </a:rPr>
                          <m:t>⋆</m:t>
                        </m:r>
                      </m:sub>
                    </m:sSub>
                  </m:oMath>
                </a14:m>
                <a:endParaRPr lang="en-US" b="0" dirty="0">
                  <a:latin typeface="Tahoma" panose="020B0604030504040204" pitchFamily="34" charset="0"/>
                  <a:ea typeface="Tahoma" panose="020B0604030504040204" pitchFamily="34" charset="0"/>
                  <a:cs typeface="Tahoma" panose="020B0604030504040204" pitchFamily="34" charset="0"/>
                </a:endParaRP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Solution: iterative application of Bellman optimality equation</a:t>
                </a:r>
                <a:br>
                  <a:rPr lang="en-US" b="0" dirty="0">
                    <a:latin typeface="Tahoma" panose="020B0604030504040204" pitchFamily="34" charset="0"/>
                    <a:ea typeface="Tahoma" panose="020B0604030504040204" pitchFamily="34" charset="0"/>
                    <a:cs typeface="Tahoma" panose="020B0604030504040204" pitchFamily="34" charset="0"/>
                  </a:rPr>
                </a:br>
                <a14:m>
                  <m:oMath xmlns:m="http://schemas.openxmlformats.org/officeDocument/2006/math">
                    <m:sSub>
                      <m:sSubPr>
                        <m:ctrlP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ctrlPr>
                      </m:sSubPr>
                      <m:e>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𝑣</m:t>
                        </m:r>
                      </m:e>
                      <m:sub>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1</m:t>
                        </m:r>
                      </m:sub>
                    </m:sSub>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m:t>
                    </m:r>
                    <m:sSub>
                      <m:sSubPr>
                        <m:ctrlP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ctrlPr>
                      </m:sSubPr>
                      <m:e>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𝑣</m:t>
                        </m:r>
                      </m:e>
                      <m:sub>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2</m:t>
                        </m:r>
                      </m:sub>
                    </m:sSub>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m:t>
                    </m:r>
                    <m:sSub>
                      <m:sSubPr>
                        <m:ctrlP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ctrlPr>
                      </m:sSubPr>
                      <m:e>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𝑣</m:t>
                        </m:r>
                      </m:e>
                      <m:sub>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𝑛</m:t>
                        </m:r>
                      </m:sub>
                    </m:sSub>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m:t>
                    </m:r>
                    <m:sSub>
                      <m:sSubPr>
                        <m:ctrlP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ctrlPr>
                      </m:sSubPr>
                      <m:e>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𝑣</m:t>
                        </m:r>
                      </m:e>
                      <m:sub>
                        <m:r>
                          <a:rPr lang="en-US" b="0" i="1" smtClean="0">
                            <a:solidFill>
                              <a:srgbClr val="FF0000"/>
                            </a:solidFill>
                            <a:latin typeface="Cambria Math" panose="02040503050406030204" pitchFamily="18" charset="0"/>
                            <a:ea typeface="Tahoma" panose="020B0604030504040204" pitchFamily="34" charset="0"/>
                            <a:cs typeface="Tahoma" panose="020B0604030504040204" pitchFamily="34" charset="0"/>
                          </a:rPr>
                          <m:t>⋆</m:t>
                        </m:r>
                      </m:sub>
                    </m:sSub>
                  </m:oMath>
                </a14:m>
                <a:endParaRPr lang="en-US" b="0" dirty="0">
                  <a:latin typeface="Tahoma" panose="020B0604030504040204" pitchFamily="34" charset="0"/>
                  <a:ea typeface="Tahoma" panose="020B0604030504040204" pitchFamily="34" charset="0"/>
                  <a:cs typeface="Tahoma" panose="020B0604030504040204" pitchFamily="34" charset="0"/>
                </a:endParaRP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Update </a:t>
                </a:r>
                <a14:m>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smtClean="0">
                            <a:latin typeface="Cambria Math" panose="02040503050406030204" pitchFamily="18" charset="0"/>
                            <a:ea typeface="Tahoma" panose="020B0604030504040204" pitchFamily="34" charset="0"/>
                            <a:cs typeface="Tahoma" panose="020B0604030504040204" pitchFamily="34" charset="0"/>
                          </a:rPr>
                          <m:t>𝑘</m:t>
                        </m:r>
                        <m:r>
                          <a:rPr lang="en-US" b="0" i="1" smtClean="0">
                            <a:latin typeface="Cambria Math" panose="02040503050406030204" pitchFamily="18" charset="0"/>
                            <a:ea typeface="Tahoma" panose="020B0604030504040204" pitchFamily="34" charset="0"/>
                            <a:cs typeface="Tahoma" panose="020B0604030504040204" pitchFamily="34" charset="0"/>
                          </a:rPr>
                          <m:t>+1</m:t>
                        </m:r>
                      </m:sub>
                    </m:sSub>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r>
                          <a:rPr lang="en-US" b="0" i="1" smtClean="0">
                            <a:latin typeface="Cambria Math" panose="02040503050406030204" pitchFamily="18" charset="0"/>
                            <a:ea typeface="Tahoma" panose="020B0604030504040204" pitchFamily="34" charset="0"/>
                            <a:cs typeface="Tahoma" panose="020B0604030504040204" pitchFamily="34" charset="0"/>
                          </a:rPr>
                          <m:t>𝑠</m:t>
                        </m:r>
                      </m:e>
                    </m:d>
                  </m:oMath>
                </a14:m>
                <a:r>
                  <a:rPr lang="en-US" b="0" dirty="0">
                    <a:latin typeface="Tahoma" panose="020B0604030504040204" pitchFamily="34" charset="0"/>
                    <a:ea typeface="Tahoma" panose="020B0604030504040204" pitchFamily="34" charset="0"/>
                    <a:cs typeface="Tahoma" panose="020B0604030504040204" pitchFamily="34" charset="0"/>
                  </a:rPr>
                  <a:t> from </a:t>
                </a:r>
                <a14:m>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smtClean="0">
                            <a:latin typeface="Cambria Math" panose="02040503050406030204" pitchFamily="18" charset="0"/>
                            <a:ea typeface="Tahoma" panose="020B0604030504040204" pitchFamily="34" charset="0"/>
                            <a:cs typeface="Tahoma" panose="020B0604030504040204" pitchFamily="34" charset="0"/>
                          </a:rPr>
                          <m:t>𝑘</m:t>
                        </m:r>
                      </m:sub>
                    </m:sSub>
                    <m:d>
                      <m:dPr>
                        <m:ctrlPr>
                          <a:rPr lang="en-US" b="0" i="1" smtClean="0">
                            <a:latin typeface="Cambria Math" panose="02040503050406030204" pitchFamily="18" charset="0"/>
                            <a:ea typeface="Tahoma" panose="020B0604030504040204" pitchFamily="34" charset="0"/>
                            <a:cs typeface="Tahoma" panose="020B0604030504040204" pitchFamily="34" charset="0"/>
                          </a:rPr>
                        </m:ctrlPr>
                      </m:dPr>
                      <m:e>
                        <m:sSup>
                          <m:sSupPr>
                            <m:ctrlPr>
                              <a:rPr lang="en-US" b="0" i="1" smtClean="0">
                                <a:latin typeface="Cambria Math" panose="02040503050406030204" pitchFamily="18" charset="0"/>
                                <a:ea typeface="Tahoma" panose="020B0604030504040204" pitchFamily="34" charset="0"/>
                                <a:cs typeface="Tahoma" panose="020B0604030504040204" pitchFamily="34" charset="0"/>
                              </a:rPr>
                            </m:ctrlPr>
                          </m:sSupPr>
                          <m:e>
                            <m:r>
                              <a:rPr lang="en-US" b="0" i="1" smtClean="0">
                                <a:latin typeface="Cambria Math" panose="02040503050406030204" pitchFamily="18" charset="0"/>
                                <a:ea typeface="Tahoma" panose="020B0604030504040204" pitchFamily="34" charset="0"/>
                                <a:cs typeface="Tahoma" panose="020B0604030504040204" pitchFamily="34" charset="0"/>
                              </a:rPr>
                              <m:t>𝑠</m:t>
                            </m:r>
                          </m:e>
                          <m:sup>
                            <m:r>
                              <a:rPr lang="en-US" b="0" i="1" smtClean="0">
                                <a:latin typeface="Cambria Math" panose="02040503050406030204" pitchFamily="18" charset="0"/>
                                <a:ea typeface="Tahoma" panose="020B0604030504040204" pitchFamily="34" charset="0"/>
                                <a:cs typeface="Tahoma" panose="020B0604030504040204" pitchFamily="34" charset="0"/>
                              </a:rPr>
                              <m:t>′</m:t>
                            </m:r>
                          </m:sup>
                        </m:sSup>
                      </m:e>
                    </m:d>
                  </m:oMath>
                </a14:m>
                <a:r>
                  <a:rPr lang="en-US" b="0" dirty="0">
                    <a:latin typeface="Tahoma" panose="020B0604030504040204" pitchFamily="34" charset="0"/>
                    <a:ea typeface="Tahoma" panose="020B0604030504040204" pitchFamily="34" charset="0"/>
                    <a:cs typeface="Tahoma" panose="020B0604030504040204" pitchFamily="34" charset="0"/>
                  </a:rPr>
                  <a:t> where </a:t>
                </a:r>
                <a14:m>
                  <m:oMath xmlns:m="http://schemas.openxmlformats.org/officeDocument/2006/math">
                    <m:sSup>
                      <m:sSupPr>
                        <m:ctrlPr>
                          <a:rPr lang="en-US" b="0" i="1" smtClean="0">
                            <a:latin typeface="Cambria Math" panose="02040503050406030204" pitchFamily="18" charset="0"/>
                            <a:ea typeface="Tahoma" panose="020B0604030504040204" pitchFamily="34" charset="0"/>
                            <a:cs typeface="Tahoma" panose="020B0604030504040204" pitchFamily="34" charset="0"/>
                          </a:rPr>
                        </m:ctrlPr>
                      </m:sSupPr>
                      <m:e>
                        <m:r>
                          <a:rPr lang="en-US" b="0" i="1" smtClean="0">
                            <a:latin typeface="Cambria Math" panose="02040503050406030204" pitchFamily="18" charset="0"/>
                            <a:ea typeface="Tahoma" panose="020B0604030504040204" pitchFamily="34" charset="0"/>
                            <a:cs typeface="Tahoma" panose="020B0604030504040204" pitchFamily="34" charset="0"/>
                          </a:rPr>
                          <m:t>𝑠</m:t>
                        </m:r>
                      </m:e>
                      <m:sup>
                        <m:r>
                          <a:rPr lang="en-US" b="0" i="1" smtClean="0">
                            <a:latin typeface="Cambria Math" panose="02040503050406030204" pitchFamily="18" charset="0"/>
                            <a:ea typeface="Tahoma" panose="020B0604030504040204" pitchFamily="34" charset="0"/>
                            <a:cs typeface="Tahoma" panose="020B0604030504040204" pitchFamily="34" charset="0"/>
                          </a:rPr>
                          <m:t>′</m:t>
                        </m:r>
                      </m:sup>
                    </m:sSup>
                  </m:oMath>
                </a14:m>
                <a:r>
                  <a:rPr lang="en-US" b="0" dirty="0">
                    <a:latin typeface="Tahoma" panose="020B0604030504040204" pitchFamily="34" charset="0"/>
                    <a:ea typeface="Tahoma" panose="020B0604030504040204" pitchFamily="34" charset="0"/>
                    <a:cs typeface="Tahoma" panose="020B0604030504040204" pitchFamily="34" charset="0"/>
                  </a:rPr>
                  <a:t> is a successor state of </a:t>
                </a:r>
                <a14:m>
                  <m:oMath xmlns:m="http://schemas.openxmlformats.org/officeDocument/2006/math">
                    <m:r>
                      <a:rPr lang="en-US" b="0" i="1" smtClean="0">
                        <a:latin typeface="Cambria Math" panose="02040503050406030204" pitchFamily="18" charset="0"/>
                        <a:ea typeface="Tahoma" panose="020B0604030504040204" pitchFamily="34" charset="0"/>
                        <a:cs typeface="Tahoma" panose="020B0604030504040204" pitchFamily="34" charset="0"/>
                      </a:rPr>
                      <m:t>𝑠</m:t>
                    </m:r>
                  </m:oMath>
                </a14:m>
                <a:r>
                  <a:rPr lang="en-US" b="0" dirty="0">
                    <a:latin typeface="Tahoma" panose="020B0604030504040204" pitchFamily="34" charset="0"/>
                    <a:ea typeface="Tahoma" panose="020B0604030504040204" pitchFamily="34" charset="0"/>
                    <a:cs typeface="Tahoma" panose="020B0604030504040204" pitchFamily="34" charset="0"/>
                  </a:rPr>
                  <a:t> </a:t>
                </a: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At each iteration, evaluate for all states</a:t>
                </a: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Convergence to </a:t>
                </a:r>
                <a14:m>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𝑣</m:t>
                        </m:r>
                      </m:e>
                      <m:sub>
                        <m:r>
                          <a:rPr lang="en-US" b="0" i="1" smtClean="0">
                            <a:latin typeface="Cambria Math" panose="02040503050406030204" pitchFamily="18" charset="0"/>
                            <a:ea typeface="Tahoma" panose="020B0604030504040204" pitchFamily="34" charset="0"/>
                            <a:cs typeface="Tahoma" panose="020B0604030504040204" pitchFamily="34" charset="0"/>
                          </a:rPr>
                          <m:t>⋆</m:t>
                        </m:r>
                      </m:sub>
                    </m:sSub>
                  </m:oMath>
                </a14:m>
                <a:r>
                  <a:rPr lang="en-US" b="0" dirty="0">
                    <a:latin typeface="Tahoma" panose="020B0604030504040204" pitchFamily="34" charset="0"/>
                    <a:ea typeface="Tahoma" panose="020B0604030504040204" pitchFamily="34" charset="0"/>
                    <a:cs typeface="Tahoma" panose="020B0604030504040204" pitchFamily="34" charset="0"/>
                  </a:rPr>
                  <a:t> can be proven</a:t>
                </a:r>
              </a:p>
              <a:p>
                <a:pPr>
                  <a:spcAft>
                    <a:spcPts val="600"/>
                  </a:spcAft>
                </a:pPr>
                <a:r>
                  <a:rPr lang="en-US" b="0" dirty="0">
                    <a:solidFill>
                      <a:srgbClr val="B34836"/>
                    </a:solidFill>
                    <a:latin typeface="Tahoma" panose="020B0604030504040204" pitchFamily="34" charset="0"/>
                    <a:ea typeface="Tahoma" panose="020B0604030504040204" pitchFamily="34" charset="0"/>
                    <a:cs typeface="Tahoma" panose="020B0604030504040204" pitchFamily="34" charset="0"/>
                  </a:rPr>
                  <a:t>There is no explicit policy! (greedy policy over </a:t>
                </a:r>
                <a14:m>
                  <m:oMath xmlns:m="http://schemas.openxmlformats.org/officeDocument/2006/math">
                    <m:sSub>
                      <m:sSubPr>
                        <m:ctrlPr>
                          <a:rPr lang="en-US" b="0" i="1" smtClean="0">
                            <a:solidFill>
                              <a:srgbClr val="B34836"/>
                            </a:solidFill>
                            <a:latin typeface="Cambria Math" panose="02040503050406030204" pitchFamily="18" charset="0"/>
                            <a:ea typeface="Tahoma" panose="020B0604030504040204" pitchFamily="34" charset="0"/>
                            <a:cs typeface="Tahoma" panose="020B0604030504040204" pitchFamily="34" charset="0"/>
                          </a:rPr>
                        </m:ctrlPr>
                      </m:sSubPr>
                      <m:e>
                        <m:r>
                          <a:rPr lang="en-US" b="0" i="1" smtClean="0">
                            <a:solidFill>
                              <a:srgbClr val="B34836"/>
                            </a:solidFill>
                            <a:latin typeface="Cambria Math" panose="02040503050406030204" pitchFamily="18" charset="0"/>
                            <a:ea typeface="Tahoma" panose="020B0604030504040204" pitchFamily="34" charset="0"/>
                            <a:cs typeface="Tahoma" panose="020B0604030504040204" pitchFamily="34" charset="0"/>
                          </a:rPr>
                          <m:t>𝑣</m:t>
                        </m:r>
                      </m:e>
                      <m:sub>
                        <m:r>
                          <a:rPr lang="en-US" b="0" i="1" smtClean="0">
                            <a:solidFill>
                              <a:srgbClr val="B34836"/>
                            </a:solidFill>
                            <a:latin typeface="Cambria Math" panose="02040503050406030204" pitchFamily="18" charset="0"/>
                            <a:ea typeface="Tahoma" panose="020B0604030504040204" pitchFamily="34" charset="0"/>
                            <a:cs typeface="Tahoma" panose="020B0604030504040204" pitchFamily="34" charset="0"/>
                          </a:rPr>
                          <m:t>⋆</m:t>
                        </m:r>
                      </m:sub>
                    </m:sSub>
                  </m:oMath>
                </a14:m>
                <a:r>
                  <a:rPr lang="en-US" b="0" dirty="0">
                    <a:solidFill>
                      <a:srgbClr val="B34836"/>
                    </a:solidFill>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2" name="Text Placeholder 11">
                <a:extLst>
                  <a:ext uri="{FF2B5EF4-FFF2-40B4-BE49-F238E27FC236}">
                    <a16:creationId xmlns:a16="http://schemas.microsoft.com/office/drawing/2014/main" id="{D9B4FA66-70DB-AA66-E0B4-617169B6E814}"/>
                  </a:ext>
                </a:extLst>
              </p:cNvPr>
              <p:cNvSpPr>
                <a:spLocks noGrp="1" noRot="1" noChangeAspect="1" noMove="1" noResize="1" noEditPoints="1" noAdjustHandles="1" noChangeArrowheads="1" noChangeShapeType="1" noTextEdit="1"/>
              </p:cNvSpPr>
              <p:nvPr>
                <p:ph type="body" idx="1"/>
              </p:nvPr>
            </p:nvSpPr>
            <p:spPr>
              <a:xfrm>
                <a:off x="783313" y="1312351"/>
                <a:ext cx="7901702" cy="5332289"/>
              </a:xfrm>
              <a:blipFill>
                <a:blip r:embed="rId3"/>
                <a:stretch>
                  <a:fillRect l="-77" t="-1029" r="-386"/>
                </a:stretch>
              </a:blipFill>
            </p:spPr>
            <p:txBody>
              <a:bodyPr/>
              <a:lstStyle/>
              <a:p>
                <a:r>
                  <a:rPr lang="en-US">
                    <a:noFill/>
                  </a:rPr>
                  <a:t> </a:t>
                </a:r>
              </a:p>
            </p:txBody>
          </p:sp>
        </mc:Fallback>
      </mc:AlternateContent>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Value Iteration</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sp>
        <p:nvSpPr>
          <p:cNvPr id="2" name="Slide Number Placeholder 1">
            <a:extLst>
              <a:ext uri="{FF2B5EF4-FFF2-40B4-BE49-F238E27FC236}">
                <a16:creationId xmlns:a16="http://schemas.microsoft.com/office/drawing/2014/main" id="{252DEDC3-BE76-4D24-242F-B82C9DA7CA80}"/>
              </a:ext>
            </a:extLst>
          </p:cNvPr>
          <p:cNvSpPr>
            <a:spLocks noGrp="1"/>
          </p:cNvSpPr>
          <p:nvPr>
            <p:ph type="sldNum" sz="quarter" idx="2"/>
          </p:nvPr>
        </p:nvSpPr>
        <p:spPr/>
        <p:txBody>
          <a:bodyPr/>
          <a:lstStyle/>
          <a:p>
            <a:fld id="{86CB4B4D-7CA3-9044-876B-883B54F8677D}" type="slidenum">
              <a:rPr lang="en-US" smtClean="0"/>
              <a:t>59</a:t>
            </a:fld>
            <a:endParaRPr lang="en-US"/>
          </a:p>
        </p:txBody>
      </p:sp>
      <p:sp>
        <p:nvSpPr>
          <p:cNvPr id="3" name="Date Placeholder 3">
            <a:extLst>
              <a:ext uri="{FF2B5EF4-FFF2-40B4-BE49-F238E27FC236}">
                <a16:creationId xmlns:a16="http://schemas.microsoft.com/office/drawing/2014/main" id="{B2E69F80-27DE-F994-1169-068D092C662A}"/>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DCF0611E-32B9-A34E-7FDA-733EFE4C92AC}"/>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FFD4D0D9-81E2-0F6D-C8AA-D674A0FA4156}"/>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59</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3033375770"/>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Example: Shortest Path</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sp>
        <p:nvSpPr>
          <p:cNvPr id="3" name="Rectangle 2">
            <a:extLst>
              <a:ext uri="{FF2B5EF4-FFF2-40B4-BE49-F238E27FC236}">
                <a16:creationId xmlns:a16="http://schemas.microsoft.com/office/drawing/2014/main" id="{1BCFC515-E187-48D6-CDE8-4F6874DCD4D6}"/>
              </a:ext>
            </a:extLst>
          </p:cNvPr>
          <p:cNvSpPr/>
          <p:nvPr/>
        </p:nvSpPr>
        <p:spPr>
          <a:xfrm>
            <a:off x="6472027" y="2944404"/>
            <a:ext cx="350516" cy="316061"/>
          </a:xfrm>
          <a:prstGeom prst="rect">
            <a:avLst/>
          </a:prstGeom>
          <a:solidFill>
            <a:schemeClr val="bg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8" name="Rectangle 7">
            <a:extLst>
              <a:ext uri="{FF2B5EF4-FFF2-40B4-BE49-F238E27FC236}">
                <a16:creationId xmlns:a16="http://schemas.microsoft.com/office/drawing/2014/main" id="{DE97B8FA-18CA-4FCB-7C67-851CDAF71C2D}"/>
              </a:ext>
            </a:extLst>
          </p:cNvPr>
          <p:cNvSpPr/>
          <p:nvPr/>
        </p:nvSpPr>
        <p:spPr>
          <a:xfrm>
            <a:off x="3921727" y="4163935"/>
            <a:ext cx="350516" cy="316061"/>
          </a:xfrm>
          <a:prstGeom prst="rect">
            <a:avLst/>
          </a:prstGeom>
          <a:solidFill>
            <a:schemeClr val="bg1">
              <a:lumMod val="6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3" name="Rectangle 12">
            <a:extLst>
              <a:ext uri="{FF2B5EF4-FFF2-40B4-BE49-F238E27FC236}">
                <a16:creationId xmlns:a16="http://schemas.microsoft.com/office/drawing/2014/main" id="{E9E5EC1D-442C-C7C6-CA01-FAF63F967538}"/>
              </a:ext>
            </a:extLst>
          </p:cNvPr>
          <p:cNvSpPr/>
          <p:nvPr/>
        </p:nvSpPr>
        <p:spPr>
          <a:xfrm>
            <a:off x="3920613" y="1736584"/>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4" name="Rectangle 13">
            <a:extLst>
              <a:ext uri="{FF2B5EF4-FFF2-40B4-BE49-F238E27FC236}">
                <a16:creationId xmlns:a16="http://schemas.microsoft.com/office/drawing/2014/main" id="{9BCEC55A-9627-4E72-52D0-AD2583024DD8}"/>
              </a:ext>
            </a:extLst>
          </p:cNvPr>
          <p:cNvSpPr/>
          <p:nvPr/>
        </p:nvSpPr>
        <p:spPr>
          <a:xfrm>
            <a:off x="6465504" y="1740268"/>
            <a:ext cx="350516" cy="316061"/>
          </a:xfrm>
          <a:prstGeom prst="rect">
            <a:avLst/>
          </a:prstGeom>
          <a:solidFill>
            <a:schemeClr val="bg1">
              <a:lumMod val="85000"/>
              <a:alpha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5" name="Rectangle 14">
            <a:extLst>
              <a:ext uri="{FF2B5EF4-FFF2-40B4-BE49-F238E27FC236}">
                <a16:creationId xmlns:a16="http://schemas.microsoft.com/office/drawing/2014/main" id="{338DCBB7-038C-E034-80B2-30AFC35BEED4}"/>
              </a:ext>
            </a:extLst>
          </p:cNvPr>
          <p:cNvSpPr/>
          <p:nvPr/>
        </p:nvSpPr>
        <p:spPr>
          <a:xfrm>
            <a:off x="3919500" y="2944404"/>
            <a:ext cx="350516" cy="316061"/>
          </a:xfrm>
          <a:prstGeom prst="rect">
            <a:avLst/>
          </a:prstGeom>
          <a:solidFill>
            <a:schemeClr val="bg1">
              <a:lumMod val="8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6" name="Rectangle 15">
            <a:extLst>
              <a:ext uri="{FF2B5EF4-FFF2-40B4-BE49-F238E27FC236}">
                <a16:creationId xmlns:a16="http://schemas.microsoft.com/office/drawing/2014/main" id="{5B4C21D0-53FE-B5BE-E34D-306716292C17}"/>
              </a:ext>
            </a:extLst>
          </p:cNvPr>
          <p:cNvSpPr/>
          <p:nvPr/>
        </p:nvSpPr>
        <p:spPr>
          <a:xfrm>
            <a:off x="3921226" y="5374930"/>
            <a:ext cx="350516" cy="316061"/>
          </a:xfrm>
          <a:prstGeom prst="rect">
            <a:avLst/>
          </a:prstGeom>
          <a:solidFill>
            <a:schemeClr val="tx1">
              <a:lumMod val="50000"/>
              <a:lumOff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7" name="Rectangle 16">
            <a:extLst>
              <a:ext uri="{FF2B5EF4-FFF2-40B4-BE49-F238E27FC236}">
                <a16:creationId xmlns:a16="http://schemas.microsoft.com/office/drawing/2014/main" id="{30E0653C-5C45-A0CA-BF36-75F7F2EFFC92}"/>
              </a:ext>
            </a:extLst>
          </p:cNvPr>
          <p:cNvSpPr/>
          <p:nvPr/>
        </p:nvSpPr>
        <p:spPr>
          <a:xfrm>
            <a:off x="4277535" y="6002853"/>
            <a:ext cx="350516" cy="316061"/>
          </a:xfrm>
          <a:prstGeom prst="rect">
            <a:avLst/>
          </a:prstGeom>
          <a:solidFill>
            <a:schemeClr val="bg1">
              <a:lumMod val="85000"/>
              <a:alpha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8" name="Rectangle 17">
            <a:extLst>
              <a:ext uri="{FF2B5EF4-FFF2-40B4-BE49-F238E27FC236}">
                <a16:creationId xmlns:a16="http://schemas.microsoft.com/office/drawing/2014/main" id="{10719425-C2C3-4A09-C3E1-CBCAC72D4E77}"/>
              </a:ext>
            </a:extLst>
          </p:cNvPr>
          <p:cNvSpPr/>
          <p:nvPr/>
        </p:nvSpPr>
        <p:spPr>
          <a:xfrm>
            <a:off x="4623875" y="6002853"/>
            <a:ext cx="350516" cy="316061"/>
          </a:xfrm>
          <a:prstGeom prst="rect">
            <a:avLst/>
          </a:prstGeom>
          <a:solidFill>
            <a:schemeClr val="bg1">
              <a:lumMod val="8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9" name="Rectangle 18">
            <a:extLst>
              <a:ext uri="{FF2B5EF4-FFF2-40B4-BE49-F238E27FC236}">
                <a16:creationId xmlns:a16="http://schemas.microsoft.com/office/drawing/2014/main" id="{BBA0980E-D836-C903-C5CE-D9F8206E1A28}"/>
              </a:ext>
            </a:extLst>
          </p:cNvPr>
          <p:cNvSpPr/>
          <p:nvPr/>
        </p:nvSpPr>
        <p:spPr>
          <a:xfrm>
            <a:off x="3920716" y="6007148"/>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20" name="Rectangle 19">
            <a:extLst>
              <a:ext uri="{FF2B5EF4-FFF2-40B4-BE49-F238E27FC236}">
                <a16:creationId xmlns:a16="http://schemas.microsoft.com/office/drawing/2014/main" id="{38210EC3-0CB1-565E-F834-E438A2E42828}"/>
              </a:ext>
            </a:extLst>
          </p:cNvPr>
          <p:cNvSpPr/>
          <p:nvPr/>
        </p:nvSpPr>
        <p:spPr>
          <a:xfrm>
            <a:off x="5319879" y="5699266"/>
            <a:ext cx="350516" cy="316061"/>
          </a:xfrm>
          <a:prstGeom prst="rect">
            <a:avLst/>
          </a:prstGeom>
          <a:solidFill>
            <a:schemeClr val="bg1">
              <a:lumMod val="50000"/>
              <a:alpha val="89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21" name="Rectangle 20">
            <a:extLst>
              <a:ext uri="{FF2B5EF4-FFF2-40B4-BE49-F238E27FC236}">
                <a16:creationId xmlns:a16="http://schemas.microsoft.com/office/drawing/2014/main" id="{83259069-310B-8941-B0BD-04EC342F8DBD}"/>
              </a:ext>
            </a:extLst>
          </p:cNvPr>
          <p:cNvSpPr/>
          <p:nvPr/>
        </p:nvSpPr>
        <p:spPr>
          <a:xfrm>
            <a:off x="4972286" y="5379031"/>
            <a:ext cx="350516" cy="316061"/>
          </a:xfrm>
          <a:prstGeom prst="rect">
            <a:avLst/>
          </a:prstGeom>
          <a:solidFill>
            <a:schemeClr val="bg1">
              <a:lumMod val="50000"/>
              <a:alpha val="89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22" name="Rectangle 21">
            <a:extLst>
              <a:ext uri="{FF2B5EF4-FFF2-40B4-BE49-F238E27FC236}">
                <a16:creationId xmlns:a16="http://schemas.microsoft.com/office/drawing/2014/main" id="{C386BC15-AA46-F188-0C17-B25ABA21BD48}"/>
              </a:ext>
            </a:extLst>
          </p:cNvPr>
          <p:cNvSpPr/>
          <p:nvPr/>
        </p:nvSpPr>
        <p:spPr>
          <a:xfrm>
            <a:off x="4272725" y="5373883"/>
            <a:ext cx="350516" cy="316061"/>
          </a:xfrm>
          <a:prstGeom prst="rect">
            <a:avLst/>
          </a:prstGeom>
          <a:solidFill>
            <a:schemeClr val="bg1">
              <a:lumMod val="50000"/>
              <a:alpha val="89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23" name="Rectangle 22">
            <a:extLst>
              <a:ext uri="{FF2B5EF4-FFF2-40B4-BE49-F238E27FC236}">
                <a16:creationId xmlns:a16="http://schemas.microsoft.com/office/drawing/2014/main" id="{CE8EB49F-A936-06B2-1AE2-B955D9E2C884}"/>
              </a:ext>
            </a:extLst>
          </p:cNvPr>
          <p:cNvSpPr/>
          <p:nvPr/>
        </p:nvSpPr>
        <p:spPr>
          <a:xfrm>
            <a:off x="4622676" y="5377958"/>
            <a:ext cx="350516" cy="316061"/>
          </a:xfrm>
          <a:prstGeom prst="rect">
            <a:avLst/>
          </a:prstGeom>
          <a:solidFill>
            <a:schemeClr val="bg1">
              <a:lumMod val="6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24" name="Rectangle 23">
            <a:extLst>
              <a:ext uri="{FF2B5EF4-FFF2-40B4-BE49-F238E27FC236}">
                <a16:creationId xmlns:a16="http://schemas.microsoft.com/office/drawing/2014/main" id="{F3C4FA14-AD28-C54C-871F-C416C4AAEAC0}"/>
              </a:ext>
            </a:extLst>
          </p:cNvPr>
          <p:cNvSpPr/>
          <p:nvPr/>
        </p:nvSpPr>
        <p:spPr>
          <a:xfrm>
            <a:off x="4976235" y="5688892"/>
            <a:ext cx="350516" cy="316061"/>
          </a:xfrm>
          <a:prstGeom prst="rect">
            <a:avLst/>
          </a:prstGeom>
          <a:solidFill>
            <a:schemeClr val="bg1">
              <a:lumMod val="6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25" name="Rectangle 24">
            <a:extLst>
              <a:ext uri="{FF2B5EF4-FFF2-40B4-BE49-F238E27FC236}">
                <a16:creationId xmlns:a16="http://schemas.microsoft.com/office/drawing/2014/main" id="{BACE85A1-2B50-68A6-A445-029AA00C81E9}"/>
              </a:ext>
            </a:extLst>
          </p:cNvPr>
          <p:cNvSpPr/>
          <p:nvPr/>
        </p:nvSpPr>
        <p:spPr>
          <a:xfrm>
            <a:off x="4281655" y="5684983"/>
            <a:ext cx="350516" cy="316061"/>
          </a:xfrm>
          <a:prstGeom prst="rect">
            <a:avLst/>
          </a:prstGeom>
          <a:solidFill>
            <a:schemeClr val="bg1">
              <a:lumMod val="6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26" name="Rectangle 25">
            <a:extLst>
              <a:ext uri="{FF2B5EF4-FFF2-40B4-BE49-F238E27FC236}">
                <a16:creationId xmlns:a16="http://schemas.microsoft.com/office/drawing/2014/main" id="{9C1B4525-0F1F-3994-4F65-BC3D5869E913}"/>
              </a:ext>
            </a:extLst>
          </p:cNvPr>
          <p:cNvSpPr/>
          <p:nvPr/>
        </p:nvSpPr>
        <p:spPr>
          <a:xfrm>
            <a:off x="4627714" y="5692009"/>
            <a:ext cx="350516" cy="316061"/>
          </a:xfrm>
          <a:prstGeom prst="rect">
            <a:avLst/>
          </a:prstGeom>
          <a:solidFill>
            <a:schemeClr val="bg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27" name="Rectangle 26">
            <a:extLst>
              <a:ext uri="{FF2B5EF4-FFF2-40B4-BE49-F238E27FC236}">
                <a16:creationId xmlns:a16="http://schemas.microsoft.com/office/drawing/2014/main" id="{E86F96A9-9546-082F-E2D3-D06CFC70578C}"/>
              </a:ext>
            </a:extLst>
          </p:cNvPr>
          <p:cNvSpPr/>
          <p:nvPr/>
        </p:nvSpPr>
        <p:spPr>
          <a:xfrm>
            <a:off x="5330997" y="5374614"/>
            <a:ext cx="350516" cy="316061"/>
          </a:xfrm>
          <a:prstGeom prst="rect">
            <a:avLst/>
          </a:prstGeom>
          <a:solidFill>
            <a:schemeClr val="tx1">
              <a:lumMod val="50000"/>
              <a:lumOff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28" name="Rectangle 27">
            <a:extLst>
              <a:ext uri="{FF2B5EF4-FFF2-40B4-BE49-F238E27FC236}">
                <a16:creationId xmlns:a16="http://schemas.microsoft.com/office/drawing/2014/main" id="{3215FAAD-1B62-55EA-8D80-61A5450154EF}"/>
              </a:ext>
            </a:extLst>
          </p:cNvPr>
          <p:cNvSpPr/>
          <p:nvPr/>
        </p:nvSpPr>
        <p:spPr>
          <a:xfrm>
            <a:off x="4980548" y="6022938"/>
            <a:ext cx="350516" cy="316061"/>
          </a:xfrm>
          <a:prstGeom prst="rect">
            <a:avLst/>
          </a:prstGeom>
          <a:solidFill>
            <a:schemeClr val="tx1">
              <a:lumMod val="50000"/>
              <a:lumOff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29" name="Rectangle 28">
            <a:extLst>
              <a:ext uri="{FF2B5EF4-FFF2-40B4-BE49-F238E27FC236}">
                <a16:creationId xmlns:a16="http://schemas.microsoft.com/office/drawing/2014/main" id="{6B420BF9-81AF-C559-D919-9C5EEFFF8FA4}"/>
              </a:ext>
            </a:extLst>
          </p:cNvPr>
          <p:cNvSpPr/>
          <p:nvPr/>
        </p:nvSpPr>
        <p:spPr>
          <a:xfrm>
            <a:off x="5324256" y="6020587"/>
            <a:ext cx="350516" cy="316061"/>
          </a:xfrm>
          <a:prstGeom prst="rect">
            <a:avLst/>
          </a:prstGeom>
          <a:solidFill>
            <a:schemeClr val="tx1">
              <a:lumMod val="50000"/>
              <a:lumOff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30" name="Rectangle 29">
            <a:extLst>
              <a:ext uri="{FF2B5EF4-FFF2-40B4-BE49-F238E27FC236}">
                <a16:creationId xmlns:a16="http://schemas.microsoft.com/office/drawing/2014/main" id="{B8927FB6-D188-4A0D-4DD4-F65A2C4CB8EC}"/>
              </a:ext>
            </a:extLst>
          </p:cNvPr>
          <p:cNvSpPr/>
          <p:nvPr/>
        </p:nvSpPr>
        <p:spPr>
          <a:xfrm>
            <a:off x="6470077" y="4156843"/>
            <a:ext cx="350516" cy="316061"/>
          </a:xfrm>
          <a:prstGeom prst="rect">
            <a:avLst/>
          </a:prstGeom>
          <a:solidFill>
            <a:schemeClr val="bg1">
              <a:lumMod val="50000"/>
              <a:alpha val="89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31" name="Rectangle 30">
            <a:extLst>
              <a:ext uri="{FF2B5EF4-FFF2-40B4-BE49-F238E27FC236}">
                <a16:creationId xmlns:a16="http://schemas.microsoft.com/office/drawing/2014/main" id="{D7C9DCCA-9463-3D54-7E6F-3879A90E0928}"/>
              </a:ext>
            </a:extLst>
          </p:cNvPr>
          <p:cNvSpPr/>
          <p:nvPr/>
        </p:nvSpPr>
        <p:spPr>
          <a:xfrm>
            <a:off x="6822543" y="4797983"/>
            <a:ext cx="350516" cy="316061"/>
          </a:xfrm>
          <a:prstGeom prst="rect">
            <a:avLst/>
          </a:prstGeom>
          <a:solidFill>
            <a:schemeClr val="bg1">
              <a:lumMod val="85000"/>
              <a:alpha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32" name="Rectangle 31">
            <a:extLst>
              <a:ext uri="{FF2B5EF4-FFF2-40B4-BE49-F238E27FC236}">
                <a16:creationId xmlns:a16="http://schemas.microsoft.com/office/drawing/2014/main" id="{498E71BB-8E87-EC8F-0753-5B1E6AC19553}"/>
              </a:ext>
            </a:extLst>
          </p:cNvPr>
          <p:cNvSpPr/>
          <p:nvPr/>
        </p:nvSpPr>
        <p:spPr>
          <a:xfrm>
            <a:off x="7169980" y="4803076"/>
            <a:ext cx="350516" cy="316061"/>
          </a:xfrm>
          <a:prstGeom prst="rect">
            <a:avLst/>
          </a:prstGeom>
          <a:solidFill>
            <a:schemeClr val="bg1">
              <a:lumMod val="8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33" name="Rectangle 32">
            <a:extLst>
              <a:ext uri="{FF2B5EF4-FFF2-40B4-BE49-F238E27FC236}">
                <a16:creationId xmlns:a16="http://schemas.microsoft.com/office/drawing/2014/main" id="{C2DED66A-8B48-248C-C4A0-089B2A00A8F0}"/>
              </a:ext>
            </a:extLst>
          </p:cNvPr>
          <p:cNvSpPr/>
          <p:nvPr/>
        </p:nvSpPr>
        <p:spPr>
          <a:xfrm>
            <a:off x="6467224" y="4810991"/>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34" name="Rectangle 33">
            <a:extLst>
              <a:ext uri="{FF2B5EF4-FFF2-40B4-BE49-F238E27FC236}">
                <a16:creationId xmlns:a16="http://schemas.microsoft.com/office/drawing/2014/main" id="{78D4086B-04DA-4994-C384-4DF26325B7F3}"/>
              </a:ext>
            </a:extLst>
          </p:cNvPr>
          <p:cNvSpPr/>
          <p:nvPr/>
        </p:nvSpPr>
        <p:spPr>
          <a:xfrm>
            <a:off x="6820334" y="4162186"/>
            <a:ext cx="350516" cy="316061"/>
          </a:xfrm>
          <a:prstGeom prst="rect">
            <a:avLst/>
          </a:prstGeom>
          <a:solidFill>
            <a:schemeClr val="bg1">
              <a:lumMod val="50000"/>
              <a:alpha val="89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35" name="Rectangle 34">
            <a:extLst>
              <a:ext uri="{FF2B5EF4-FFF2-40B4-BE49-F238E27FC236}">
                <a16:creationId xmlns:a16="http://schemas.microsoft.com/office/drawing/2014/main" id="{FFA73D7C-2C25-83B7-3B7E-1306B40D3AF9}"/>
              </a:ext>
            </a:extLst>
          </p:cNvPr>
          <p:cNvSpPr/>
          <p:nvPr/>
        </p:nvSpPr>
        <p:spPr>
          <a:xfrm>
            <a:off x="7516019" y="4169376"/>
            <a:ext cx="350516" cy="316061"/>
          </a:xfrm>
          <a:prstGeom prst="rect">
            <a:avLst/>
          </a:prstGeom>
          <a:solidFill>
            <a:schemeClr val="bg1">
              <a:lumMod val="50000"/>
              <a:alpha val="89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36" name="Rectangle 35">
            <a:extLst>
              <a:ext uri="{FF2B5EF4-FFF2-40B4-BE49-F238E27FC236}">
                <a16:creationId xmlns:a16="http://schemas.microsoft.com/office/drawing/2014/main" id="{DD0E79F4-F2E2-A753-A6D1-78DB8F9A4E03}"/>
              </a:ext>
            </a:extLst>
          </p:cNvPr>
          <p:cNvSpPr/>
          <p:nvPr/>
        </p:nvSpPr>
        <p:spPr>
          <a:xfrm>
            <a:off x="7877142" y="4169376"/>
            <a:ext cx="350516" cy="316061"/>
          </a:xfrm>
          <a:prstGeom prst="rect">
            <a:avLst/>
          </a:prstGeom>
          <a:solidFill>
            <a:schemeClr val="bg1">
              <a:lumMod val="50000"/>
              <a:alpha val="89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37" name="Rectangle 36">
            <a:extLst>
              <a:ext uri="{FF2B5EF4-FFF2-40B4-BE49-F238E27FC236}">
                <a16:creationId xmlns:a16="http://schemas.microsoft.com/office/drawing/2014/main" id="{7888BF1A-1427-B66A-65AA-F55C2D9CD570}"/>
              </a:ext>
            </a:extLst>
          </p:cNvPr>
          <p:cNvSpPr/>
          <p:nvPr/>
        </p:nvSpPr>
        <p:spPr>
          <a:xfrm>
            <a:off x="7872351" y="4485124"/>
            <a:ext cx="350516" cy="316061"/>
          </a:xfrm>
          <a:prstGeom prst="rect">
            <a:avLst/>
          </a:prstGeom>
          <a:solidFill>
            <a:schemeClr val="bg1">
              <a:lumMod val="50000"/>
              <a:alpha val="89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38" name="Rectangle 37">
            <a:extLst>
              <a:ext uri="{FF2B5EF4-FFF2-40B4-BE49-F238E27FC236}">
                <a16:creationId xmlns:a16="http://schemas.microsoft.com/office/drawing/2014/main" id="{CE6F48C4-5963-8C45-9384-3868BAC084D6}"/>
              </a:ext>
            </a:extLst>
          </p:cNvPr>
          <p:cNvSpPr/>
          <p:nvPr/>
        </p:nvSpPr>
        <p:spPr>
          <a:xfrm>
            <a:off x="7873067" y="4800084"/>
            <a:ext cx="350516" cy="316061"/>
          </a:xfrm>
          <a:prstGeom prst="rect">
            <a:avLst/>
          </a:prstGeom>
          <a:solidFill>
            <a:schemeClr val="bg1">
              <a:lumMod val="50000"/>
              <a:alpha val="89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39" name="Rectangle 38">
            <a:extLst>
              <a:ext uri="{FF2B5EF4-FFF2-40B4-BE49-F238E27FC236}">
                <a16:creationId xmlns:a16="http://schemas.microsoft.com/office/drawing/2014/main" id="{1F27EF94-ED6C-6E02-65F4-C1228C992844}"/>
              </a:ext>
            </a:extLst>
          </p:cNvPr>
          <p:cNvSpPr/>
          <p:nvPr/>
        </p:nvSpPr>
        <p:spPr>
          <a:xfrm>
            <a:off x="7522666" y="4799582"/>
            <a:ext cx="350516" cy="316061"/>
          </a:xfrm>
          <a:prstGeom prst="rect">
            <a:avLst/>
          </a:prstGeom>
          <a:solidFill>
            <a:schemeClr val="bg1">
              <a:lumMod val="50000"/>
              <a:alpha val="89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40" name="Rectangle 39">
            <a:extLst>
              <a:ext uri="{FF2B5EF4-FFF2-40B4-BE49-F238E27FC236}">
                <a16:creationId xmlns:a16="http://schemas.microsoft.com/office/drawing/2014/main" id="{8E9CB82A-092E-5F3B-013B-2E144D8E4EF6}"/>
              </a:ext>
            </a:extLst>
          </p:cNvPr>
          <p:cNvSpPr/>
          <p:nvPr/>
        </p:nvSpPr>
        <p:spPr>
          <a:xfrm>
            <a:off x="7164707" y="4168441"/>
            <a:ext cx="350516" cy="316061"/>
          </a:xfrm>
          <a:prstGeom prst="rect">
            <a:avLst/>
          </a:prstGeom>
          <a:solidFill>
            <a:schemeClr val="bg1">
              <a:lumMod val="6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41" name="Rectangle 40">
            <a:extLst>
              <a:ext uri="{FF2B5EF4-FFF2-40B4-BE49-F238E27FC236}">
                <a16:creationId xmlns:a16="http://schemas.microsoft.com/office/drawing/2014/main" id="{2F7D3B6C-3106-F203-7097-EA9AF61B0375}"/>
              </a:ext>
            </a:extLst>
          </p:cNvPr>
          <p:cNvSpPr/>
          <p:nvPr/>
        </p:nvSpPr>
        <p:spPr>
          <a:xfrm>
            <a:off x="7516996" y="4479375"/>
            <a:ext cx="350516" cy="316061"/>
          </a:xfrm>
          <a:prstGeom prst="rect">
            <a:avLst/>
          </a:prstGeom>
          <a:solidFill>
            <a:schemeClr val="bg1">
              <a:lumMod val="6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42" name="Rectangle 41">
            <a:extLst>
              <a:ext uri="{FF2B5EF4-FFF2-40B4-BE49-F238E27FC236}">
                <a16:creationId xmlns:a16="http://schemas.microsoft.com/office/drawing/2014/main" id="{9B2FF5CD-E5BD-F49A-D71E-C8DB9E8A5730}"/>
              </a:ext>
            </a:extLst>
          </p:cNvPr>
          <p:cNvSpPr/>
          <p:nvPr/>
        </p:nvSpPr>
        <p:spPr>
          <a:xfrm>
            <a:off x="6819876" y="4475466"/>
            <a:ext cx="350516" cy="316061"/>
          </a:xfrm>
          <a:prstGeom prst="rect">
            <a:avLst/>
          </a:prstGeom>
          <a:solidFill>
            <a:schemeClr val="bg1">
              <a:lumMod val="6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43" name="Rectangle 42">
            <a:extLst>
              <a:ext uri="{FF2B5EF4-FFF2-40B4-BE49-F238E27FC236}">
                <a16:creationId xmlns:a16="http://schemas.microsoft.com/office/drawing/2014/main" id="{696ECEA5-4B35-60AE-B27F-F17B787C57F0}"/>
              </a:ext>
            </a:extLst>
          </p:cNvPr>
          <p:cNvSpPr/>
          <p:nvPr/>
        </p:nvSpPr>
        <p:spPr>
          <a:xfrm>
            <a:off x="7165335" y="4491778"/>
            <a:ext cx="350516" cy="316061"/>
          </a:xfrm>
          <a:prstGeom prst="rect">
            <a:avLst/>
          </a:prstGeom>
          <a:solidFill>
            <a:schemeClr val="bg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44" name="Rectangle 43">
            <a:extLst>
              <a:ext uri="{FF2B5EF4-FFF2-40B4-BE49-F238E27FC236}">
                <a16:creationId xmlns:a16="http://schemas.microsoft.com/office/drawing/2014/main" id="{3D5CFAFD-5756-2AD7-E831-940EED2F4756}"/>
              </a:ext>
            </a:extLst>
          </p:cNvPr>
          <p:cNvSpPr/>
          <p:nvPr/>
        </p:nvSpPr>
        <p:spPr>
          <a:xfrm>
            <a:off x="7171367" y="6002840"/>
            <a:ext cx="350516" cy="316061"/>
          </a:xfrm>
          <a:prstGeom prst="rect">
            <a:avLst/>
          </a:prstGeom>
          <a:solidFill>
            <a:schemeClr val="bg1">
              <a:lumMod val="8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45" name="Rectangle 44">
            <a:extLst>
              <a:ext uri="{FF2B5EF4-FFF2-40B4-BE49-F238E27FC236}">
                <a16:creationId xmlns:a16="http://schemas.microsoft.com/office/drawing/2014/main" id="{4C66E9CB-5BE2-BF48-19F7-236DC26C0002}"/>
              </a:ext>
            </a:extLst>
          </p:cNvPr>
          <p:cNvSpPr/>
          <p:nvPr/>
        </p:nvSpPr>
        <p:spPr>
          <a:xfrm>
            <a:off x="6816493" y="6010747"/>
            <a:ext cx="350516" cy="316061"/>
          </a:xfrm>
          <a:prstGeom prst="rect">
            <a:avLst/>
          </a:prstGeom>
          <a:solidFill>
            <a:schemeClr val="bg1">
              <a:lumMod val="85000"/>
              <a:alpha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46" name="Rectangle 45">
            <a:extLst>
              <a:ext uri="{FF2B5EF4-FFF2-40B4-BE49-F238E27FC236}">
                <a16:creationId xmlns:a16="http://schemas.microsoft.com/office/drawing/2014/main" id="{FB010A09-897E-4AFC-E1D1-843A58D432BF}"/>
              </a:ext>
            </a:extLst>
          </p:cNvPr>
          <p:cNvSpPr/>
          <p:nvPr/>
        </p:nvSpPr>
        <p:spPr>
          <a:xfrm>
            <a:off x="6462798" y="6007148"/>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47" name="Rectangle 46">
            <a:extLst>
              <a:ext uri="{FF2B5EF4-FFF2-40B4-BE49-F238E27FC236}">
                <a16:creationId xmlns:a16="http://schemas.microsoft.com/office/drawing/2014/main" id="{B29F412F-FCF2-E862-30CB-AA1AA5F4342F}"/>
              </a:ext>
            </a:extLst>
          </p:cNvPr>
          <p:cNvSpPr/>
          <p:nvPr/>
        </p:nvSpPr>
        <p:spPr>
          <a:xfrm>
            <a:off x="7522666" y="5368688"/>
            <a:ext cx="350516" cy="316061"/>
          </a:xfrm>
          <a:prstGeom prst="rect">
            <a:avLst/>
          </a:prstGeom>
          <a:solidFill>
            <a:schemeClr val="bg1">
              <a:lumMod val="50000"/>
              <a:alpha val="89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48" name="Rectangle 47">
            <a:extLst>
              <a:ext uri="{FF2B5EF4-FFF2-40B4-BE49-F238E27FC236}">
                <a16:creationId xmlns:a16="http://schemas.microsoft.com/office/drawing/2014/main" id="{A69C6D1D-9350-0836-D385-1B4733AD9A2A}"/>
              </a:ext>
            </a:extLst>
          </p:cNvPr>
          <p:cNvSpPr/>
          <p:nvPr/>
        </p:nvSpPr>
        <p:spPr>
          <a:xfrm>
            <a:off x="6816493" y="5373519"/>
            <a:ext cx="350516" cy="316061"/>
          </a:xfrm>
          <a:prstGeom prst="rect">
            <a:avLst/>
          </a:prstGeom>
          <a:solidFill>
            <a:schemeClr val="bg1">
              <a:lumMod val="50000"/>
              <a:alpha val="89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49" name="Rectangle 48">
            <a:extLst>
              <a:ext uri="{FF2B5EF4-FFF2-40B4-BE49-F238E27FC236}">
                <a16:creationId xmlns:a16="http://schemas.microsoft.com/office/drawing/2014/main" id="{CFBE2A42-9137-0C3E-9233-C41AC61C4CE2}"/>
              </a:ext>
            </a:extLst>
          </p:cNvPr>
          <p:cNvSpPr/>
          <p:nvPr/>
        </p:nvSpPr>
        <p:spPr>
          <a:xfrm>
            <a:off x="7872303" y="5698931"/>
            <a:ext cx="350516" cy="316061"/>
          </a:xfrm>
          <a:prstGeom prst="rect">
            <a:avLst/>
          </a:prstGeom>
          <a:solidFill>
            <a:schemeClr val="bg1">
              <a:lumMod val="50000"/>
              <a:alpha val="89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50" name="Rectangle 49">
            <a:extLst>
              <a:ext uri="{FF2B5EF4-FFF2-40B4-BE49-F238E27FC236}">
                <a16:creationId xmlns:a16="http://schemas.microsoft.com/office/drawing/2014/main" id="{CCF78DD3-02EF-FCE3-03E9-ABA0FCB91560}"/>
              </a:ext>
            </a:extLst>
          </p:cNvPr>
          <p:cNvSpPr/>
          <p:nvPr/>
        </p:nvSpPr>
        <p:spPr>
          <a:xfrm>
            <a:off x="7167439" y="5377817"/>
            <a:ext cx="350516" cy="316061"/>
          </a:xfrm>
          <a:prstGeom prst="rect">
            <a:avLst/>
          </a:prstGeom>
          <a:solidFill>
            <a:schemeClr val="bg1">
              <a:lumMod val="6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51" name="Rectangle 50">
            <a:extLst>
              <a:ext uri="{FF2B5EF4-FFF2-40B4-BE49-F238E27FC236}">
                <a16:creationId xmlns:a16="http://schemas.microsoft.com/office/drawing/2014/main" id="{8E9FE6E5-59F3-926A-4971-2ADEFBBBBE6C}"/>
              </a:ext>
            </a:extLst>
          </p:cNvPr>
          <p:cNvSpPr/>
          <p:nvPr/>
        </p:nvSpPr>
        <p:spPr>
          <a:xfrm>
            <a:off x="7520998" y="5688751"/>
            <a:ext cx="350516" cy="316061"/>
          </a:xfrm>
          <a:prstGeom prst="rect">
            <a:avLst/>
          </a:prstGeom>
          <a:solidFill>
            <a:schemeClr val="bg1">
              <a:lumMod val="6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52" name="Rectangle 51">
            <a:extLst>
              <a:ext uri="{FF2B5EF4-FFF2-40B4-BE49-F238E27FC236}">
                <a16:creationId xmlns:a16="http://schemas.microsoft.com/office/drawing/2014/main" id="{610E958A-CB75-29DA-D663-33EDA63882D6}"/>
              </a:ext>
            </a:extLst>
          </p:cNvPr>
          <p:cNvSpPr/>
          <p:nvPr/>
        </p:nvSpPr>
        <p:spPr>
          <a:xfrm>
            <a:off x="6826418" y="5684842"/>
            <a:ext cx="350516" cy="316061"/>
          </a:xfrm>
          <a:prstGeom prst="rect">
            <a:avLst/>
          </a:prstGeom>
          <a:solidFill>
            <a:schemeClr val="bg1">
              <a:lumMod val="6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53" name="Rectangle 52">
            <a:extLst>
              <a:ext uri="{FF2B5EF4-FFF2-40B4-BE49-F238E27FC236}">
                <a16:creationId xmlns:a16="http://schemas.microsoft.com/office/drawing/2014/main" id="{E10C6506-57F9-5348-FDC7-F9C2ABD30EFD}"/>
              </a:ext>
            </a:extLst>
          </p:cNvPr>
          <p:cNvSpPr/>
          <p:nvPr/>
        </p:nvSpPr>
        <p:spPr>
          <a:xfrm>
            <a:off x="7172493" y="5695245"/>
            <a:ext cx="350516" cy="316061"/>
          </a:xfrm>
          <a:prstGeom prst="rect">
            <a:avLst/>
          </a:prstGeom>
          <a:solidFill>
            <a:schemeClr val="bg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54" name="Rectangle 53">
            <a:extLst>
              <a:ext uri="{FF2B5EF4-FFF2-40B4-BE49-F238E27FC236}">
                <a16:creationId xmlns:a16="http://schemas.microsoft.com/office/drawing/2014/main" id="{AE45CEBF-8C27-4B91-961B-FC3AF583B2A9}"/>
              </a:ext>
            </a:extLst>
          </p:cNvPr>
          <p:cNvSpPr/>
          <p:nvPr/>
        </p:nvSpPr>
        <p:spPr>
          <a:xfrm>
            <a:off x="6473932" y="5377226"/>
            <a:ext cx="350516" cy="316061"/>
          </a:xfrm>
          <a:prstGeom prst="rect">
            <a:avLst/>
          </a:prstGeom>
          <a:solidFill>
            <a:schemeClr val="tx1">
              <a:lumMod val="50000"/>
              <a:lumOff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55" name="Rectangle 54">
            <a:extLst>
              <a:ext uri="{FF2B5EF4-FFF2-40B4-BE49-F238E27FC236}">
                <a16:creationId xmlns:a16="http://schemas.microsoft.com/office/drawing/2014/main" id="{6D32E215-0BDB-DB6E-CE21-5722E6042D78}"/>
              </a:ext>
            </a:extLst>
          </p:cNvPr>
          <p:cNvSpPr/>
          <p:nvPr/>
        </p:nvSpPr>
        <p:spPr>
          <a:xfrm>
            <a:off x="7883703" y="5376910"/>
            <a:ext cx="350516" cy="316061"/>
          </a:xfrm>
          <a:prstGeom prst="rect">
            <a:avLst/>
          </a:prstGeom>
          <a:solidFill>
            <a:schemeClr val="tx1">
              <a:lumMod val="50000"/>
              <a:lumOff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56" name="Rectangle 55">
            <a:extLst>
              <a:ext uri="{FF2B5EF4-FFF2-40B4-BE49-F238E27FC236}">
                <a16:creationId xmlns:a16="http://schemas.microsoft.com/office/drawing/2014/main" id="{FE3C844C-3011-F451-F0F3-27AE413082FC}"/>
              </a:ext>
            </a:extLst>
          </p:cNvPr>
          <p:cNvSpPr/>
          <p:nvPr/>
        </p:nvSpPr>
        <p:spPr>
          <a:xfrm>
            <a:off x="7876962" y="6021613"/>
            <a:ext cx="350516" cy="316061"/>
          </a:xfrm>
          <a:prstGeom prst="rect">
            <a:avLst/>
          </a:prstGeom>
          <a:solidFill>
            <a:schemeClr val="tx1">
              <a:lumMod val="50000"/>
              <a:lumOff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57" name="Rectangle 56">
            <a:extLst>
              <a:ext uri="{FF2B5EF4-FFF2-40B4-BE49-F238E27FC236}">
                <a16:creationId xmlns:a16="http://schemas.microsoft.com/office/drawing/2014/main" id="{3C226844-A27A-C3BD-7E37-192A04FB6D7D}"/>
              </a:ext>
            </a:extLst>
          </p:cNvPr>
          <p:cNvSpPr/>
          <p:nvPr/>
        </p:nvSpPr>
        <p:spPr>
          <a:xfrm>
            <a:off x="7533523" y="6016951"/>
            <a:ext cx="350516" cy="316061"/>
          </a:xfrm>
          <a:prstGeom prst="rect">
            <a:avLst/>
          </a:prstGeom>
          <a:solidFill>
            <a:schemeClr val="tx1">
              <a:lumMod val="65000"/>
              <a:lumOff val="3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58" name="Rectangle 57">
            <a:extLst>
              <a:ext uri="{FF2B5EF4-FFF2-40B4-BE49-F238E27FC236}">
                <a16:creationId xmlns:a16="http://schemas.microsoft.com/office/drawing/2014/main" id="{D5BD6FE5-5739-FC27-202C-0D5D94C651C5}"/>
              </a:ext>
            </a:extLst>
          </p:cNvPr>
          <p:cNvSpPr/>
          <p:nvPr/>
        </p:nvSpPr>
        <p:spPr>
          <a:xfrm>
            <a:off x="6824758" y="3583590"/>
            <a:ext cx="350516" cy="316061"/>
          </a:xfrm>
          <a:prstGeom prst="rect">
            <a:avLst/>
          </a:prstGeom>
          <a:solidFill>
            <a:schemeClr val="bg1">
              <a:lumMod val="85000"/>
              <a:alpha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59" name="Rectangle 58">
            <a:extLst>
              <a:ext uri="{FF2B5EF4-FFF2-40B4-BE49-F238E27FC236}">
                <a16:creationId xmlns:a16="http://schemas.microsoft.com/office/drawing/2014/main" id="{0138DBE8-C1C8-2319-113C-6560F2CEBBD4}"/>
              </a:ext>
            </a:extLst>
          </p:cNvPr>
          <p:cNvSpPr/>
          <p:nvPr/>
        </p:nvSpPr>
        <p:spPr>
          <a:xfrm>
            <a:off x="7171196" y="3585156"/>
            <a:ext cx="350516" cy="316061"/>
          </a:xfrm>
          <a:prstGeom prst="rect">
            <a:avLst/>
          </a:prstGeom>
          <a:solidFill>
            <a:schemeClr val="bg1">
              <a:lumMod val="8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60" name="Rectangle 59">
            <a:extLst>
              <a:ext uri="{FF2B5EF4-FFF2-40B4-BE49-F238E27FC236}">
                <a16:creationId xmlns:a16="http://schemas.microsoft.com/office/drawing/2014/main" id="{18E5DEBE-EC53-798E-DE50-E4B8FFE720EB}"/>
              </a:ext>
            </a:extLst>
          </p:cNvPr>
          <p:cNvSpPr/>
          <p:nvPr/>
        </p:nvSpPr>
        <p:spPr>
          <a:xfrm>
            <a:off x="6472858" y="3588019"/>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61" name="Rectangle 60">
            <a:extLst>
              <a:ext uri="{FF2B5EF4-FFF2-40B4-BE49-F238E27FC236}">
                <a16:creationId xmlns:a16="http://schemas.microsoft.com/office/drawing/2014/main" id="{865F089B-B0B9-AAA0-340D-34303EA0598B}"/>
              </a:ext>
            </a:extLst>
          </p:cNvPr>
          <p:cNvSpPr/>
          <p:nvPr/>
        </p:nvSpPr>
        <p:spPr>
          <a:xfrm>
            <a:off x="6817183" y="2949613"/>
            <a:ext cx="350516" cy="316061"/>
          </a:xfrm>
          <a:prstGeom prst="rect">
            <a:avLst/>
          </a:prstGeom>
          <a:solidFill>
            <a:schemeClr val="bg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62" name="Rectangle 61">
            <a:extLst>
              <a:ext uri="{FF2B5EF4-FFF2-40B4-BE49-F238E27FC236}">
                <a16:creationId xmlns:a16="http://schemas.microsoft.com/office/drawing/2014/main" id="{08926F6C-108F-D635-5C24-505A14CA66AF}"/>
              </a:ext>
            </a:extLst>
          </p:cNvPr>
          <p:cNvSpPr/>
          <p:nvPr/>
        </p:nvSpPr>
        <p:spPr>
          <a:xfrm>
            <a:off x="7172653" y="2950051"/>
            <a:ext cx="350516" cy="316061"/>
          </a:xfrm>
          <a:prstGeom prst="rect">
            <a:avLst/>
          </a:prstGeom>
          <a:solidFill>
            <a:schemeClr val="bg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63" name="Rectangle 62">
            <a:extLst>
              <a:ext uri="{FF2B5EF4-FFF2-40B4-BE49-F238E27FC236}">
                <a16:creationId xmlns:a16="http://schemas.microsoft.com/office/drawing/2014/main" id="{E7A488D2-7512-3A8A-FAEA-52CFF8D231DA}"/>
              </a:ext>
            </a:extLst>
          </p:cNvPr>
          <p:cNvSpPr/>
          <p:nvPr/>
        </p:nvSpPr>
        <p:spPr>
          <a:xfrm>
            <a:off x="7517809" y="2950180"/>
            <a:ext cx="350516" cy="316061"/>
          </a:xfrm>
          <a:prstGeom prst="rect">
            <a:avLst/>
          </a:prstGeom>
          <a:solidFill>
            <a:schemeClr val="bg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64" name="Rectangle 63">
            <a:extLst>
              <a:ext uri="{FF2B5EF4-FFF2-40B4-BE49-F238E27FC236}">
                <a16:creationId xmlns:a16="http://schemas.microsoft.com/office/drawing/2014/main" id="{486D1C95-98AC-0D7B-7A7F-36245A87C326}"/>
              </a:ext>
            </a:extLst>
          </p:cNvPr>
          <p:cNvSpPr/>
          <p:nvPr/>
        </p:nvSpPr>
        <p:spPr>
          <a:xfrm>
            <a:off x="6830277" y="3263632"/>
            <a:ext cx="350516" cy="316061"/>
          </a:xfrm>
          <a:prstGeom prst="rect">
            <a:avLst/>
          </a:prstGeom>
          <a:solidFill>
            <a:schemeClr val="bg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65" name="Rectangle 64">
            <a:extLst>
              <a:ext uri="{FF2B5EF4-FFF2-40B4-BE49-F238E27FC236}">
                <a16:creationId xmlns:a16="http://schemas.microsoft.com/office/drawing/2014/main" id="{83553F2A-AEFB-8C0B-70C4-D3FE30347C97}"/>
              </a:ext>
            </a:extLst>
          </p:cNvPr>
          <p:cNvSpPr/>
          <p:nvPr/>
        </p:nvSpPr>
        <p:spPr>
          <a:xfrm>
            <a:off x="7175433" y="3268841"/>
            <a:ext cx="350516" cy="316061"/>
          </a:xfrm>
          <a:prstGeom prst="rect">
            <a:avLst/>
          </a:prstGeom>
          <a:solidFill>
            <a:schemeClr val="bg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66" name="Rectangle 65">
            <a:extLst>
              <a:ext uri="{FF2B5EF4-FFF2-40B4-BE49-F238E27FC236}">
                <a16:creationId xmlns:a16="http://schemas.microsoft.com/office/drawing/2014/main" id="{77417660-24A6-38C9-080A-0816D6E93BAC}"/>
              </a:ext>
            </a:extLst>
          </p:cNvPr>
          <p:cNvSpPr/>
          <p:nvPr/>
        </p:nvSpPr>
        <p:spPr>
          <a:xfrm>
            <a:off x="7525823" y="3264199"/>
            <a:ext cx="350516" cy="316061"/>
          </a:xfrm>
          <a:prstGeom prst="rect">
            <a:avLst/>
          </a:prstGeom>
          <a:solidFill>
            <a:schemeClr val="bg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67" name="Rectangle 66">
            <a:extLst>
              <a:ext uri="{FF2B5EF4-FFF2-40B4-BE49-F238E27FC236}">
                <a16:creationId xmlns:a16="http://schemas.microsoft.com/office/drawing/2014/main" id="{811FA463-570A-DC37-589F-0AFA739B8EF0}"/>
              </a:ext>
            </a:extLst>
          </p:cNvPr>
          <p:cNvSpPr/>
          <p:nvPr/>
        </p:nvSpPr>
        <p:spPr>
          <a:xfrm>
            <a:off x="7870979" y="3269408"/>
            <a:ext cx="350516" cy="316061"/>
          </a:xfrm>
          <a:prstGeom prst="rect">
            <a:avLst/>
          </a:prstGeom>
          <a:solidFill>
            <a:schemeClr val="bg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68" name="Rectangle 67">
            <a:extLst>
              <a:ext uri="{FF2B5EF4-FFF2-40B4-BE49-F238E27FC236}">
                <a16:creationId xmlns:a16="http://schemas.microsoft.com/office/drawing/2014/main" id="{6724C143-E9CA-9EAB-96C2-7C4FFEAD8DCC}"/>
              </a:ext>
            </a:extLst>
          </p:cNvPr>
          <p:cNvSpPr/>
          <p:nvPr/>
        </p:nvSpPr>
        <p:spPr>
          <a:xfrm>
            <a:off x="7519704" y="3578046"/>
            <a:ext cx="350516" cy="316061"/>
          </a:xfrm>
          <a:prstGeom prst="rect">
            <a:avLst/>
          </a:prstGeom>
          <a:solidFill>
            <a:schemeClr val="bg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69" name="Rectangle 68">
            <a:extLst>
              <a:ext uri="{FF2B5EF4-FFF2-40B4-BE49-F238E27FC236}">
                <a16:creationId xmlns:a16="http://schemas.microsoft.com/office/drawing/2014/main" id="{7A481181-79C2-A2E2-3FC3-4E1B63AB4B49}"/>
              </a:ext>
            </a:extLst>
          </p:cNvPr>
          <p:cNvSpPr/>
          <p:nvPr/>
        </p:nvSpPr>
        <p:spPr>
          <a:xfrm>
            <a:off x="7864860" y="3583255"/>
            <a:ext cx="350516" cy="316061"/>
          </a:xfrm>
          <a:prstGeom prst="rect">
            <a:avLst/>
          </a:prstGeom>
          <a:solidFill>
            <a:schemeClr val="bg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70" name="Rectangle 69">
            <a:extLst>
              <a:ext uri="{FF2B5EF4-FFF2-40B4-BE49-F238E27FC236}">
                <a16:creationId xmlns:a16="http://schemas.microsoft.com/office/drawing/2014/main" id="{CAEAE217-4AEB-992E-F4CA-FBD77D15136E}"/>
              </a:ext>
            </a:extLst>
          </p:cNvPr>
          <p:cNvSpPr/>
          <p:nvPr/>
        </p:nvSpPr>
        <p:spPr>
          <a:xfrm>
            <a:off x="7881715" y="2955029"/>
            <a:ext cx="350516" cy="316061"/>
          </a:xfrm>
          <a:prstGeom prst="rect">
            <a:avLst/>
          </a:prstGeom>
          <a:solidFill>
            <a:schemeClr val="bg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71" name="Rectangle 70">
            <a:extLst>
              <a:ext uri="{FF2B5EF4-FFF2-40B4-BE49-F238E27FC236}">
                <a16:creationId xmlns:a16="http://schemas.microsoft.com/office/drawing/2014/main" id="{82490CA5-C872-BC40-3C88-945D97C8C109}"/>
              </a:ext>
            </a:extLst>
          </p:cNvPr>
          <p:cNvSpPr/>
          <p:nvPr/>
        </p:nvSpPr>
        <p:spPr>
          <a:xfrm>
            <a:off x="4281699" y="4803477"/>
            <a:ext cx="350516" cy="316061"/>
          </a:xfrm>
          <a:prstGeom prst="rect">
            <a:avLst/>
          </a:prstGeom>
          <a:solidFill>
            <a:schemeClr val="bg1">
              <a:lumMod val="85000"/>
              <a:alpha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72" name="Rectangle 71">
            <a:extLst>
              <a:ext uri="{FF2B5EF4-FFF2-40B4-BE49-F238E27FC236}">
                <a16:creationId xmlns:a16="http://schemas.microsoft.com/office/drawing/2014/main" id="{283F9E3D-6FAE-B9B6-098D-1BA4D66191B9}"/>
              </a:ext>
            </a:extLst>
          </p:cNvPr>
          <p:cNvSpPr/>
          <p:nvPr/>
        </p:nvSpPr>
        <p:spPr>
          <a:xfrm>
            <a:off x="4618625" y="4797982"/>
            <a:ext cx="350516" cy="316061"/>
          </a:xfrm>
          <a:prstGeom prst="rect">
            <a:avLst/>
          </a:prstGeom>
          <a:solidFill>
            <a:schemeClr val="bg1">
              <a:lumMod val="8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73" name="Rectangle 72">
            <a:extLst>
              <a:ext uri="{FF2B5EF4-FFF2-40B4-BE49-F238E27FC236}">
                <a16:creationId xmlns:a16="http://schemas.microsoft.com/office/drawing/2014/main" id="{421B9F3D-8906-333A-57D4-FE837AE55E27}"/>
              </a:ext>
            </a:extLst>
          </p:cNvPr>
          <p:cNvSpPr/>
          <p:nvPr/>
        </p:nvSpPr>
        <p:spPr>
          <a:xfrm>
            <a:off x="3915007" y="4810991"/>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74" name="Rectangle 73">
            <a:extLst>
              <a:ext uri="{FF2B5EF4-FFF2-40B4-BE49-F238E27FC236}">
                <a16:creationId xmlns:a16="http://schemas.microsoft.com/office/drawing/2014/main" id="{74D8327D-03DC-F407-FD05-EB948877B163}"/>
              </a:ext>
            </a:extLst>
          </p:cNvPr>
          <p:cNvSpPr/>
          <p:nvPr/>
        </p:nvSpPr>
        <p:spPr>
          <a:xfrm>
            <a:off x="4275069" y="4163935"/>
            <a:ext cx="350516" cy="316061"/>
          </a:xfrm>
          <a:prstGeom prst="rect">
            <a:avLst/>
          </a:prstGeom>
          <a:solidFill>
            <a:schemeClr val="bg1">
              <a:lumMod val="6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75" name="Rectangle 74">
            <a:extLst>
              <a:ext uri="{FF2B5EF4-FFF2-40B4-BE49-F238E27FC236}">
                <a16:creationId xmlns:a16="http://schemas.microsoft.com/office/drawing/2014/main" id="{15BF8C13-1A3A-E7EE-1BEE-FD73D4AE3119}"/>
              </a:ext>
            </a:extLst>
          </p:cNvPr>
          <p:cNvSpPr/>
          <p:nvPr/>
        </p:nvSpPr>
        <p:spPr>
          <a:xfrm>
            <a:off x="4626297" y="4169104"/>
            <a:ext cx="350516" cy="316061"/>
          </a:xfrm>
          <a:prstGeom prst="rect">
            <a:avLst/>
          </a:prstGeom>
          <a:solidFill>
            <a:schemeClr val="bg1">
              <a:lumMod val="6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76" name="Rectangle 75">
            <a:extLst>
              <a:ext uri="{FF2B5EF4-FFF2-40B4-BE49-F238E27FC236}">
                <a16:creationId xmlns:a16="http://schemas.microsoft.com/office/drawing/2014/main" id="{809D33B1-453F-89C7-9E59-1F9D9019427B}"/>
              </a:ext>
            </a:extLst>
          </p:cNvPr>
          <p:cNvSpPr/>
          <p:nvPr/>
        </p:nvSpPr>
        <p:spPr>
          <a:xfrm>
            <a:off x="4977099" y="4169104"/>
            <a:ext cx="350516" cy="316061"/>
          </a:xfrm>
          <a:prstGeom prst="rect">
            <a:avLst/>
          </a:prstGeom>
          <a:solidFill>
            <a:schemeClr val="bg1">
              <a:lumMod val="6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77" name="Rectangle 76">
            <a:extLst>
              <a:ext uri="{FF2B5EF4-FFF2-40B4-BE49-F238E27FC236}">
                <a16:creationId xmlns:a16="http://schemas.microsoft.com/office/drawing/2014/main" id="{B7EEE44A-BB35-91F3-794A-5FC630E6251C}"/>
              </a:ext>
            </a:extLst>
          </p:cNvPr>
          <p:cNvSpPr/>
          <p:nvPr/>
        </p:nvSpPr>
        <p:spPr>
          <a:xfrm>
            <a:off x="4969354" y="4487204"/>
            <a:ext cx="350516" cy="316061"/>
          </a:xfrm>
          <a:prstGeom prst="rect">
            <a:avLst/>
          </a:prstGeom>
          <a:solidFill>
            <a:schemeClr val="bg1">
              <a:lumMod val="6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78" name="Rectangle 77">
            <a:extLst>
              <a:ext uri="{FF2B5EF4-FFF2-40B4-BE49-F238E27FC236}">
                <a16:creationId xmlns:a16="http://schemas.microsoft.com/office/drawing/2014/main" id="{6F14BF81-C3BF-3C91-3C82-DE41437DC834}"/>
              </a:ext>
            </a:extLst>
          </p:cNvPr>
          <p:cNvSpPr/>
          <p:nvPr/>
        </p:nvSpPr>
        <p:spPr>
          <a:xfrm>
            <a:off x="5323966" y="4487204"/>
            <a:ext cx="350516" cy="316061"/>
          </a:xfrm>
          <a:prstGeom prst="rect">
            <a:avLst/>
          </a:prstGeom>
          <a:solidFill>
            <a:schemeClr val="bg1">
              <a:lumMod val="6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79" name="Rectangle 78">
            <a:extLst>
              <a:ext uri="{FF2B5EF4-FFF2-40B4-BE49-F238E27FC236}">
                <a16:creationId xmlns:a16="http://schemas.microsoft.com/office/drawing/2014/main" id="{2C6F3B71-5D2C-8A93-A17E-FA0FD73BF74C}"/>
              </a:ext>
            </a:extLst>
          </p:cNvPr>
          <p:cNvSpPr/>
          <p:nvPr/>
        </p:nvSpPr>
        <p:spPr>
          <a:xfrm>
            <a:off x="4968322" y="4799726"/>
            <a:ext cx="350516" cy="316061"/>
          </a:xfrm>
          <a:prstGeom prst="rect">
            <a:avLst/>
          </a:prstGeom>
          <a:solidFill>
            <a:schemeClr val="bg1">
              <a:lumMod val="6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80" name="Rectangle 79">
            <a:extLst>
              <a:ext uri="{FF2B5EF4-FFF2-40B4-BE49-F238E27FC236}">
                <a16:creationId xmlns:a16="http://schemas.microsoft.com/office/drawing/2014/main" id="{5AC71FA4-9D7C-D059-B939-EB4126597E00}"/>
              </a:ext>
            </a:extLst>
          </p:cNvPr>
          <p:cNvSpPr/>
          <p:nvPr/>
        </p:nvSpPr>
        <p:spPr>
          <a:xfrm>
            <a:off x="5326744" y="4799726"/>
            <a:ext cx="350516" cy="316061"/>
          </a:xfrm>
          <a:prstGeom prst="rect">
            <a:avLst/>
          </a:prstGeom>
          <a:solidFill>
            <a:schemeClr val="bg1">
              <a:lumMod val="6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81" name="Rectangle 80">
            <a:extLst>
              <a:ext uri="{FF2B5EF4-FFF2-40B4-BE49-F238E27FC236}">
                <a16:creationId xmlns:a16="http://schemas.microsoft.com/office/drawing/2014/main" id="{989A8667-5B0F-073E-F314-FF544ADE168D}"/>
              </a:ext>
            </a:extLst>
          </p:cNvPr>
          <p:cNvSpPr/>
          <p:nvPr/>
        </p:nvSpPr>
        <p:spPr>
          <a:xfrm>
            <a:off x="4269777" y="4478097"/>
            <a:ext cx="350516" cy="316061"/>
          </a:xfrm>
          <a:prstGeom prst="rect">
            <a:avLst/>
          </a:prstGeom>
          <a:solidFill>
            <a:schemeClr val="bg1">
              <a:lumMod val="6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82" name="Rectangle 81">
            <a:extLst>
              <a:ext uri="{FF2B5EF4-FFF2-40B4-BE49-F238E27FC236}">
                <a16:creationId xmlns:a16="http://schemas.microsoft.com/office/drawing/2014/main" id="{2C62DD89-C99D-E1C2-1EE7-5D73EFB225BA}"/>
              </a:ext>
            </a:extLst>
          </p:cNvPr>
          <p:cNvSpPr/>
          <p:nvPr/>
        </p:nvSpPr>
        <p:spPr>
          <a:xfrm>
            <a:off x="5332078" y="4166035"/>
            <a:ext cx="350516" cy="316061"/>
          </a:xfrm>
          <a:prstGeom prst="rect">
            <a:avLst/>
          </a:prstGeom>
          <a:solidFill>
            <a:schemeClr val="bg1">
              <a:lumMod val="6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83" name="Rectangle 82">
            <a:extLst>
              <a:ext uri="{FF2B5EF4-FFF2-40B4-BE49-F238E27FC236}">
                <a16:creationId xmlns:a16="http://schemas.microsoft.com/office/drawing/2014/main" id="{121A6375-B6DE-3C34-72E2-6A7B6ACEAD9B}"/>
              </a:ext>
            </a:extLst>
          </p:cNvPr>
          <p:cNvSpPr/>
          <p:nvPr/>
        </p:nvSpPr>
        <p:spPr>
          <a:xfrm>
            <a:off x="4271368" y="3589013"/>
            <a:ext cx="350516" cy="316061"/>
          </a:xfrm>
          <a:prstGeom prst="rect">
            <a:avLst/>
          </a:prstGeom>
          <a:solidFill>
            <a:schemeClr val="bg1">
              <a:lumMod val="85000"/>
              <a:alpha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84" name="Rectangle 83">
            <a:extLst>
              <a:ext uri="{FF2B5EF4-FFF2-40B4-BE49-F238E27FC236}">
                <a16:creationId xmlns:a16="http://schemas.microsoft.com/office/drawing/2014/main" id="{0A59F220-DDF1-50BB-8F1B-F42CA7BD0BB6}"/>
              </a:ext>
            </a:extLst>
          </p:cNvPr>
          <p:cNvSpPr/>
          <p:nvPr/>
        </p:nvSpPr>
        <p:spPr>
          <a:xfrm>
            <a:off x="4277355" y="2944413"/>
            <a:ext cx="350516" cy="316061"/>
          </a:xfrm>
          <a:prstGeom prst="rect">
            <a:avLst/>
          </a:prstGeom>
          <a:solidFill>
            <a:schemeClr val="bg1">
              <a:lumMod val="8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85" name="Rectangle 84">
            <a:extLst>
              <a:ext uri="{FF2B5EF4-FFF2-40B4-BE49-F238E27FC236}">
                <a16:creationId xmlns:a16="http://schemas.microsoft.com/office/drawing/2014/main" id="{08C9EBE3-8361-E8D4-4AE4-9EEEFF1CB817}"/>
              </a:ext>
            </a:extLst>
          </p:cNvPr>
          <p:cNvSpPr/>
          <p:nvPr/>
        </p:nvSpPr>
        <p:spPr>
          <a:xfrm>
            <a:off x="4619305" y="2950857"/>
            <a:ext cx="350516" cy="316061"/>
          </a:xfrm>
          <a:prstGeom prst="rect">
            <a:avLst/>
          </a:prstGeom>
          <a:solidFill>
            <a:schemeClr val="bg1">
              <a:lumMod val="8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86" name="Rectangle 85">
            <a:extLst>
              <a:ext uri="{FF2B5EF4-FFF2-40B4-BE49-F238E27FC236}">
                <a16:creationId xmlns:a16="http://schemas.microsoft.com/office/drawing/2014/main" id="{A37A9F9E-9B75-D2B4-FFFD-BC27AA0221F5}"/>
              </a:ext>
            </a:extLst>
          </p:cNvPr>
          <p:cNvSpPr/>
          <p:nvPr/>
        </p:nvSpPr>
        <p:spPr>
          <a:xfrm>
            <a:off x="4977160" y="2950866"/>
            <a:ext cx="350516" cy="316061"/>
          </a:xfrm>
          <a:prstGeom prst="rect">
            <a:avLst/>
          </a:prstGeom>
          <a:solidFill>
            <a:schemeClr val="bg1">
              <a:lumMod val="8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87" name="Rectangle 86">
            <a:extLst>
              <a:ext uri="{FF2B5EF4-FFF2-40B4-BE49-F238E27FC236}">
                <a16:creationId xmlns:a16="http://schemas.microsoft.com/office/drawing/2014/main" id="{E5071920-31C9-D2B5-A881-8F9178C0DA33}"/>
              </a:ext>
            </a:extLst>
          </p:cNvPr>
          <p:cNvSpPr/>
          <p:nvPr/>
        </p:nvSpPr>
        <p:spPr>
          <a:xfrm>
            <a:off x="4272372" y="3273877"/>
            <a:ext cx="350516" cy="316061"/>
          </a:xfrm>
          <a:prstGeom prst="rect">
            <a:avLst/>
          </a:prstGeom>
          <a:solidFill>
            <a:schemeClr val="bg1">
              <a:lumMod val="8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88" name="Rectangle 87">
            <a:extLst>
              <a:ext uri="{FF2B5EF4-FFF2-40B4-BE49-F238E27FC236}">
                <a16:creationId xmlns:a16="http://schemas.microsoft.com/office/drawing/2014/main" id="{5F363A2B-CD85-D20B-E3A9-EF1A830E783E}"/>
              </a:ext>
            </a:extLst>
          </p:cNvPr>
          <p:cNvSpPr/>
          <p:nvPr/>
        </p:nvSpPr>
        <p:spPr>
          <a:xfrm>
            <a:off x="4630227" y="3273886"/>
            <a:ext cx="350516" cy="316061"/>
          </a:xfrm>
          <a:prstGeom prst="rect">
            <a:avLst/>
          </a:prstGeom>
          <a:solidFill>
            <a:schemeClr val="bg1">
              <a:lumMod val="8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89" name="Rectangle 88">
            <a:extLst>
              <a:ext uri="{FF2B5EF4-FFF2-40B4-BE49-F238E27FC236}">
                <a16:creationId xmlns:a16="http://schemas.microsoft.com/office/drawing/2014/main" id="{7636CC81-30A7-34F5-21C9-CB8C4422BA1A}"/>
              </a:ext>
            </a:extLst>
          </p:cNvPr>
          <p:cNvSpPr/>
          <p:nvPr/>
        </p:nvSpPr>
        <p:spPr>
          <a:xfrm>
            <a:off x="4972177" y="3280330"/>
            <a:ext cx="350516" cy="316061"/>
          </a:xfrm>
          <a:prstGeom prst="rect">
            <a:avLst/>
          </a:prstGeom>
          <a:solidFill>
            <a:schemeClr val="bg1">
              <a:lumMod val="8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90" name="Rectangle 89">
            <a:extLst>
              <a:ext uri="{FF2B5EF4-FFF2-40B4-BE49-F238E27FC236}">
                <a16:creationId xmlns:a16="http://schemas.microsoft.com/office/drawing/2014/main" id="{97B6ED20-8A43-961E-258F-37D40E111FE7}"/>
              </a:ext>
            </a:extLst>
          </p:cNvPr>
          <p:cNvSpPr/>
          <p:nvPr/>
        </p:nvSpPr>
        <p:spPr>
          <a:xfrm>
            <a:off x="5323936" y="3274243"/>
            <a:ext cx="350516" cy="316061"/>
          </a:xfrm>
          <a:prstGeom prst="rect">
            <a:avLst/>
          </a:prstGeom>
          <a:solidFill>
            <a:schemeClr val="bg1">
              <a:lumMod val="8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91" name="Rectangle 90">
            <a:extLst>
              <a:ext uri="{FF2B5EF4-FFF2-40B4-BE49-F238E27FC236}">
                <a16:creationId xmlns:a16="http://schemas.microsoft.com/office/drawing/2014/main" id="{4FA35188-BC79-E179-221B-29D1B365C933}"/>
              </a:ext>
            </a:extLst>
          </p:cNvPr>
          <p:cNvSpPr/>
          <p:nvPr/>
        </p:nvSpPr>
        <p:spPr>
          <a:xfrm>
            <a:off x="4631192" y="3591159"/>
            <a:ext cx="350516" cy="316061"/>
          </a:xfrm>
          <a:prstGeom prst="rect">
            <a:avLst/>
          </a:prstGeom>
          <a:solidFill>
            <a:schemeClr val="bg1">
              <a:lumMod val="8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92" name="Rectangle 91">
            <a:extLst>
              <a:ext uri="{FF2B5EF4-FFF2-40B4-BE49-F238E27FC236}">
                <a16:creationId xmlns:a16="http://schemas.microsoft.com/office/drawing/2014/main" id="{BC2FD877-5057-AFEF-2044-C171FEE720B7}"/>
              </a:ext>
            </a:extLst>
          </p:cNvPr>
          <p:cNvSpPr/>
          <p:nvPr/>
        </p:nvSpPr>
        <p:spPr>
          <a:xfrm>
            <a:off x="4978222" y="3597603"/>
            <a:ext cx="350516" cy="316061"/>
          </a:xfrm>
          <a:prstGeom prst="rect">
            <a:avLst/>
          </a:prstGeom>
          <a:solidFill>
            <a:schemeClr val="bg1">
              <a:lumMod val="8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93" name="Rectangle 92">
            <a:extLst>
              <a:ext uri="{FF2B5EF4-FFF2-40B4-BE49-F238E27FC236}">
                <a16:creationId xmlns:a16="http://schemas.microsoft.com/office/drawing/2014/main" id="{49C97B67-096C-2F1F-E869-4C61D1CE500D}"/>
              </a:ext>
            </a:extLst>
          </p:cNvPr>
          <p:cNvSpPr/>
          <p:nvPr/>
        </p:nvSpPr>
        <p:spPr>
          <a:xfrm>
            <a:off x="5330997" y="3597612"/>
            <a:ext cx="350516" cy="316061"/>
          </a:xfrm>
          <a:prstGeom prst="rect">
            <a:avLst/>
          </a:prstGeom>
          <a:solidFill>
            <a:schemeClr val="bg1">
              <a:lumMod val="8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94" name="Rectangle 93">
            <a:extLst>
              <a:ext uri="{FF2B5EF4-FFF2-40B4-BE49-F238E27FC236}">
                <a16:creationId xmlns:a16="http://schemas.microsoft.com/office/drawing/2014/main" id="{9BE7E3B5-F877-3143-9959-00EA4EBBD399}"/>
              </a:ext>
            </a:extLst>
          </p:cNvPr>
          <p:cNvSpPr/>
          <p:nvPr/>
        </p:nvSpPr>
        <p:spPr>
          <a:xfrm>
            <a:off x="5318643" y="2957317"/>
            <a:ext cx="350516" cy="316061"/>
          </a:xfrm>
          <a:prstGeom prst="rect">
            <a:avLst/>
          </a:prstGeom>
          <a:solidFill>
            <a:schemeClr val="bg1">
              <a:lumMod val="8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95" name="Rectangle 94">
            <a:extLst>
              <a:ext uri="{FF2B5EF4-FFF2-40B4-BE49-F238E27FC236}">
                <a16:creationId xmlns:a16="http://schemas.microsoft.com/office/drawing/2014/main" id="{B6A1FE53-BD6F-49F8-D2A8-E58A8CEC9757}"/>
              </a:ext>
            </a:extLst>
          </p:cNvPr>
          <p:cNvSpPr/>
          <p:nvPr/>
        </p:nvSpPr>
        <p:spPr>
          <a:xfrm>
            <a:off x="3918968" y="3594240"/>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96" name="Rectangle 95">
            <a:extLst>
              <a:ext uri="{FF2B5EF4-FFF2-40B4-BE49-F238E27FC236}">
                <a16:creationId xmlns:a16="http://schemas.microsoft.com/office/drawing/2014/main" id="{86AF0AC5-C4AF-2C4E-4DD4-A158CE2687E8}"/>
              </a:ext>
            </a:extLst>
          </p:cNvPr>
          <p:cNvSpPr/>
          <p:nvPr/>
        </p:nvSpPr>
        <p:spPr>
          <a:xfrm>
            <a:off x="4278246" y="1736583"/>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97" name="Rectangle 96">
            <a:extLst>
              <a:ext uri="{FF2B5EF4-FFF2-40B4-BE49-F238E27FC236}">
                <a16:creationId xmlns:a16="http://schemas.microsoft.com/office/drawing/2014/main" id="{F46A023D-6009-4794-2847-1C57BB751249}"/>
              </a:ext>
            </a:extLst>
          </p:cNvPr>
          <p:cNvSpPr/>
          <p:nvPr/>
        </p:nvSpPr>
        <p:spPr>
          <a:xfrm>
            <a:off x="4621064" y="1735962"/>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98" name="Rectangle 97">
            <a:extLst>
              <a:ext uri="{FF2B5EF4-FFF2-40B4-BE49-F238E27FC236}">
                <a16:creationId xmlns:a16="http://schemas.microsoft.com/office/drawing/2014/main" id="{10AB9AAE-6029-CD2D-6637-64E7EA3596E3}"/>
              </a:ext>
            </a:extLst>
          </p:cNvPr>
          <p:cNvSpPr/>
          <p:nvPr/>
        </p:nvSpPr>
        <p:spPr>
          <a:xfrm>
            <a:off x="4976792" y="1735961"/>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99" name="Rectangle 98">
            <a:extLst>
              <a:ext uri="{FF2B5EF4-FFF2-40B4-BE49-F238E27FC236}">
                <a16:creationId xmlns:a16="http://schemas.microsoft.com/office/drawing/2014/main" id="{6BDA8122-488B-DB1C-2CD0-67D6A005972C}"/>
              </a:ext>
            </a:extLst>
          </p:cNvPr>
          <p:cNvSpPr/>
          <p:nvPr/>
        </p:nvSpPr>
        <p:spPr>
          <a:xfrm>
            <a:off x="4272633" y="2065291"/>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00" name="Rectangle 99">
            <a:extLst>
              <a:ext uri="{FF2B5EF4-FFF2-40B4-BE49-F238E27FC236}">
                <a16:creationId xmlns:a16="http://schemas.microsoft.com/office/drawing/2014/main" id="{DE0E3C29-4789-6E10-3660-2517D4369187}"/>
              </a:ext>
            </a:extLst>
          </p:cNvPr>
          <p:cNvSpPr/>
          <p:nvPr/>
        </p:nvSpPr>
        <p:spPr>
          <a:xfrm>
            <a:off x="4632171" y="2065290"/>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01" name="Rectangle 100">
            <a:extLst>
              <a:ext uri="{FF2B5EF4-FFF2-40B4-BE49-F238E27FC236}">
                <a16:creationId xmlns:a16="http://schemas.microsoft.com/office/drawing/2014/main" id="{20A1A967-DCB2-521E-415A-68B35668C5DB}"/>
              </a:ext>
            </a:extLst>
          </p:cNvPr>
          <p:cNvSpPr/>
          <p:nvPr/>
        </p:nvSpPr>
        <p:spPr>
          <a:xfrm>
            <a:off x="4973084" y="2064669"/>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02" name="Rectangle 101">
            <a:extLst>
              <a:ext uri="{FF2B5EF4-FFF2-40B4-BE49-F238E27FC236}">
                <a16:creationId xmlns:a16="http://schemas.microsoft.com/office/drawing/2014/main" id="{D0BF3758-8F27-90CF-5ABD-F3F2AA145C55}"/>
              </a:ext>
            </a:extLst>
          </p:cNvPr>
          <p:cNvSpPr/>
          <p:nvPr/>
        </p:nvSpPr>
        <p:spPr>
          <a:xfrm>
            <a:off x="5332622" y="2064668"/>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03" name="Rectangle 102">
            <a:extLst>
              <a:ext uri="{FF2B5EF4-FFF2-40B4-BE49-F238E27FC236}">
                <a16:creationId xmlns:a16="http://schemas.microsoft.com/office/drawing/2014/main" id="{9603F4A2-8085-DE36-02FF-A63779FEF239}"/>
              </a:ext>
            </a:extLst>
          </p:cNvPr>
          <p:cNvSpPr/>
          <p:nvPr/>
        </p:nvSpPr>
        <p:spPr>
          <a:xfrm>
            <a:off x="4274062" y="2387346"/>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04" name="Rectangle 103">
            <a:extLst>
              <a:ext uri="{FF2B5EF4-FFF2-40B4-BE49-F238E27FC236}">
                <a16:creationId xmlns:a16="http://schemas.microsoft.com/office/drawing/2014/main" id="{478C2E39-0169-4793-016D-11D1E79BD24E}"/>
              </a:ext>
            </a:extLst>
          </p:cNvPr>
          <p:cNvSpPr/>
          <p:nvPr/>
        </p:nvSpPr>
        <p:spPr>
          <a:xfrm>
            <a:off x="4633600" y="2387345"/>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05" name="Rectangle 104">
            <a:extLst>
              <a:ext uri="{FF2B5EF4-FFF2-40B4-BE49-F238E27FC236}">
                <a16:creationId xmlns:a16="http://schemas.microsoft.com/office/drawing/2014/main" id="{40ED4115-C8AE-9C4B-418A-619A66F17EE0}"/>
              </a:ext>
            </a:extLst>
          </p:cNvPr>
          <p:cNvSpPr/>
          <p:nvPr/>
        </p:nvSpPr>
        <p:spPr>
          <a:xfrm>
            <a:off x="4974513" y="2386724"/>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06" name="Rectangle 105">
            <a:extLst>
              <a:ext uri="{FF2B5EF4-FFF2-40B4-BE49-F238E27FC236}">
                <a16:creationId xmlns:a16="http://schemas.microsoft.com/office/drawing/2014/main" id="{0CD8B3D9-42EC-991D-3D95-854CAD74E581}"/>
              </a:ext>
            </a:extLst>
          </p:cNvPr>
          <p:cNvSpPr/>
          <p:nvPr/>
        </p:nvSpPr>
        <p:spPr>
          <a:xfrm>
            <a:off x="5334051" y="2386723"/>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07" name="Rectangle 106">
            <a:extLst>
              <a:ext uri="{FF2B5EF4-FFF2-40B4-BE49-F238E27FC236}">
                <a16:creationId xmlns:a16="http://schemas.microsoft.com/office/drawing/2014/main" id="{9F594850-F50C-51A3-44E9-1DF89E5A7EB4}"/>
              </a:ext>
            </a:extLst>
          </p:cNvPr>
          <p:cNvSpPr/>
          <p:nvPr/>
        </p:nvSpPr>
        <p:spPr>
          <a:xfrm>
            <a:off x="5327218" y="1739910"/>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08" name="Rectangle 107">
            <a:extLst>
              <a:ext uri="{FF2B5EF4-FFF2-40B4-BE49-F238E27FC236}">
                <a16:creationId xmlns:a16="http://schemas.microsoft.com/office/drawing/2014/main" id="{8436A98D-1FAC-ABA5-3129-B8C98C84C3A8}"/>
              </a:ext>
            </a:extLst>
          </p:cNvPr>
          <p:cNvSpPr/>
          <p:nvPr/>
        </p:nvSpPr>
        <p:spPr>
          <a:xfrm>
            <a:off x="3925345" y="2391804"/>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09" name="Rectangle 108">
            <a:extLst>
              <a:ext uri="{FF2B5EF4-FFF2-40B4-BE49-F238E27FC236}">
                <a16:creationId xmlns:a16="http://schemas.microsoft.com/office/drawing/2014/main" id="{878FD2ED-B124-028B-3838-F4021047130E}"/>
              </a:ext>
            </a:extLst>
          </p:cNvPr>
          <p:cNvSpPr/>
          <p:nvPr/>
        </p:nvSpPr>
        <p:spPr>
          <a:xfrm>
            <a:off x="7874154" y="1742911"/>
            <a:ext cx="350516" cy="316061"/>
          </a:xfrm>
          <a:prstGeom prst="rect">
            <a:avLst/>
          </a:prstGeom>
          <a:solidFill>
            <a:schemeClr val="bg1">
              <a:lumMod val="85000"/>
              <a:alpha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10" name="Rectangle 109">
            <a:extLst>
              <a:ext uri="{FF2B5EF4-FFF2-40B4-BE49-F238E27FC236}">
                <a16:creationId xmlns:a16="http://schemas.microsoft.com/office/drawing/2014/main" id="{2FE3B87D-A578-7665-F4DE-C25E0667E5FD}"/>
              </a:ext>
            </a:extLst>
          </p:cNvPr>
          <p:cNvSpPr/>
          <p:nvPr/>
        </p:nvSpPr>
        <p:spPr>
          <a:xfrm>
            <a:off x="6818949" y="1739844"/>
            <a:ext cx="350516" cy="316061"/>
          </a:xfrm>
          <a:prstGeom prst="rect">
            <a:avLst/>
          </a:prstGeom>
          <a:solidFill>
            <a:schemeClr val="bg1">
              <a:lumMod val="85000"/>
              <a:alpha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11" name="Rectangle 110">
            <a:extLst>
              <a:ext uri="{FF2B5EF4-FFF2-40B4-BE49-F238E27FC236}">
                <a16:creationId xmlns:a16="http://schemas.microsoft.com/office/drawing/2014/main" id="{A3C975FC-0FAF-8CF5-CFAF-DE4C3D00B86A}"/>
              </a:ext>
            </a:extLst>
          </p:cNvPr>
          <p:cNvSpPr/>
          <p:nvPr/>
        </p:nvSpPr>
        <p:spPr>
          <a:xfrm>
            <a:off x="7172708" y="1747429"/>
            <a:ext cx="350516" cy="316061"/>
          </a:xfrm>
          <a:prstGeom prst="rect">
            <a:avLst/>
          </a:prstGeom>
          <a:solidFill>
            <a:schemeClr val="bg1">
              <a:lumMod val="85000"/>
              <a:alpha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12" name="Rectangle 111">
            <a:extLst>
              <a:ext uri="{FF2B5EF4-FFF2-40B4-BE49-F238E27FC236}">
                <a16:creationId xmlns:a16="http://schemas.microsoft.com/office/drawing/2014/main" id="{D2A43761-57BE-32BB-CAE2-7F2CB448E0F6}"/>
              </a:ext>
            </a:extLst>
          </p:cNvPr>
          <p:cNvSpPr/>
          <p:nvPr/>
        </p:nvSpPr>
        <p:spPr>
          <a:xfrm>
            <a:off x="7526153" y="1747005"/>
            <a:ext cx="350516" cy="316061"/>
          </a:xfrm>
          <a:prstGeom prst="rect">
            <a:avLst/>
          </a:prstGeom>
          <a:solidFill>
            <a:schemeClr val="bg1">
              <a:lumMod val="85000"/>
              <a:alpha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13" name="Rectangle 112">
            <a:extLst>
              <a:ext uri="{FF2B5EF4-FFF2-40B4-BE49-F238E27FC236}">
                <a16:creationId xmlns:a16="http://schemas.microsoft.com/office/drawing/2014/main" id="{F4712A36-1AC8-48FE-8EBF-06E1EA12F24D}"/>
              </a:ext>
            </a:extLst>
          </p:cNvPr>
          <p:cNvSpPr/>
          <p:nvPr/>
        </p:nvSpPr>
        <p:spPr>
          <a:xfrm>
            <a:off x="6817580" y="2067357"/>
            <a:ext cx="350516" cy="316061"/>
          </a:xfrm>
          <a:prstGeom prst="rect">
            <a:avLst/>
          </a:prstGeom>
          <a:solidFill>
            <a:schemeClr val="bg1">
              <a:lumMod val="85000"/>
              <a:alpha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14" name="Rectangle 113">
            <a:extLst>
              <a:ext uri="{FF2B5EF4-FFF2-40B4-BE49-F238E27FC236}">
                <a16:creationId xmlns:a16="http://schemas.microsoft.com/office/drawing/2014/main" id="{C99339AB-F7E0-5C52-CCD0-406E1DBDF259}"/>
              </a:ext>
            </a:extLst>
          </p:cNvPr>
          <p:cNvSpPr/>
          <p:nvPr/>
        </p:nvSpPr>
        <p:spPr>
          <a:xfrm>
            <a:off x="7171025" y="2063123"/>
            <a:ext cx="350516" cy="316061"/>
          </a:xfrm>
          <a:prstGeom prst="rect">
            <a:avLst/>
          </a:prstGeom>
          <a:solidFill>
            <a:schemeClr val="bg1">
              <a:lumMod val="85000"/>
              <a:alpha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15" name="Rectangle 114">
            <a:extLst>
              <a:ext uri="{FF2B5EF4-FFF2-40B4-BE49-F238E27FC236}">
                <a16:creationId xmlns:a16="http://schemas.microsoft.com/office/drawing/2014/main" id="{26F82295-FB47-7638-86E5-1DCDC0E85516}"/>
              </a:ext>
            </a:extLst>
          </p:cNvPr>
          <p:cNvSpPr/>
          <p:nvPr/>
        </p:nvSpPr>
        <p:spPr>
          <a:xfrm>
            <a:off x="7524784" y="2074518"/>
            <a:ext cx="350516" cy="316061"/>
          </a:xfrm>
          <a:prstGeom prst="rect">
            <a:avLst/>
          </a:prstGeom>
          <a:solidFill>
            <a:schemeClr val="bg1">
              <a:lumMod val="85000"/>
              <a:alpha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16" name="Rectangle 115">
            <a:extLst>
              <a:ext uri="{FF2B5EF4-FFF2-40B4-BE49-F238E27FC236}">
                <a16:creationId xmlns:a16="http://schemas.microsoft.com/office/drawing/2014/main" id="{42521DD1-FF4F-938E-6763-432D4CCF9141}"/>
              </a:ext>
            </a:extLst>
          </p:cNvPr>
          <p:cNvSpPr/>
          <p:nvPr/>
        </p:nvSpPr>
        <p:spPr>
          <a:xfrm>
            <a:off x="7878229" y="2070284"/>
            <a:ext cx="350516" cy="316061"/>
          </a:xfrm>
          <a:prstGeom prst="rect">
            <a:avLst/>
          </a:prstGeom>
          <a:solidFill>
            <a:schemeClr val="bg1">
              <a:lumMod val="85000"/>
              <a:alpha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17" name="Rectangle 116">
            <a:extLst>
              <a:ext uri="{FF2B5EF4-FFF2-40B4-BE49-F238E27FC236}">
                <a16:creationId xmlns:a16="http://schemas.microsoft.com/office/drawing/2014/main" id="{340959EC-5EC1-2487-6609-82BB86ED265A}"/>
              </a:ext>
            </a:extLst>
          </p:cNvPr>
          <p:cNvSpPr/>
          <p:nvPr/>
        </p:nvSpPr>
        <p:spPr>
          <a:xfrm>
            <a:off x="6816493" y="2376467"/>
            <a:ext cx="350516" cy="316061"/>
          </a:xfrm>
          <a:prstGeom prst="rect">
            <a:avLst/>
          </a:prstGeom>
          <a:solidFill>
            <a:schemeClr val="bg1">
              <a:lumMod val="85000"/>
              <a:alpha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18" name="Rectangle 117">
            <a:extLst>
              <a:ext uri="{FF2B5EF4-FFF2-40B4-BE49-F238E27FC236}">
                <a16:creationId xmlns:a16="http://schemas.microsoft.com/office/drawing/2014/main" id="{FCDF822A-7DC2-6962-B045-383924F16BD8}"/>
              </a:ext>
            </a:extLst>
          </p:cNvPr>
          <p:cNvSpPr/>
          <p:nvPr/>
        </p:nvSpPr>
        <p:spPr>
          <a:xfrm>
            <a:off x="7169938" y="2376043"/>
            <a:ext cx="350516" cy="316061"/>
          </a:xfrm>
          <a:prstGeom prst="rect">
            <a:avLst/>
          </a:prstGeom>
          <a:solidFill>
            <a:schemeClr val="bg1">
              <a:lumMod val="85000"/>
              <a:alpha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19" name="Rectangle 118">
            <a:extLst>
              <a:ext uri="{FF2B5EF4-FFF2-40B4-BE49-F238E27FC236}">
                <a16:creationId xmlns:a16="http://schemas.microsoft.com/office/drawing/2014/main" id="{CFD8908F-1810-0D58-40C5-76B44DD52972}"/>
              </a:ext>
            </a:extLst>
          </p:cNvPr>
          <p:cNvSpPr/>
          <p:nvPr/>
        </p:nvSpPr>
        <p:spPr>
          <a:xfrm>
            <a:off x="7523697" y="2383628"/>
            <a:ext cx="350516" cy="316061"/>
          </a:xfrm>
          <a:prstGeom prst="rect">
            <a:avLst/>
          </a:prstGeom>
          <a:solidFill>
            <a:schemeClr val="bg1">
              <a:lumMod val="85000"/>
              <a:alpha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20" name="Rectangle 119">
            <a:extLst>
              <a:ext uri="{FF2B5EF4-FFF2-40B4-BE49-F238E27FC236}">
                <a16:creationId xmlns:a16="http://schemas.microsoft.com/office/drawing/2014/main" id="{5D09FF29-A425-1B8B-151F-3E20F006E64F}"/>
              </a:ext>
            </a:extLst>
          </p:cNvPr>
          <p:cNvSpPr/>
          <p:nvPr/>
        </p:nvSpPr>
        <p:spPr>
          <a:xfrm>
            <a:off x="7877142" y="2383204"/>
            <a:ext cx="350516" cy="316061"/>
          </a:xfrm>
          <a:prstGeom prst="rect">
            <a:avLst/>
          </a:prstGeom>
          <a:solidFill>
            <a:schemeClr val="bg1">
              <a:lumMod val="85000"/>
              <a:alpha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121" name="Rectangle 120">
            <a:extLst>
              <a:ext uri="{FF2B5EF4-FFF2-40B4-BE49-F238E27FC236}">
                <a16:creationId xmlns:a16="http://schemas.microsoft.com/office/drawing/2014/main" id="{721E588C-855A-E4B4-9343-99A94F0E4F96}"/>
              </a:ext>
            </a:extLst>
          </p:cNvPr>
          <p:cNvSpPr/>
          <p:nvPr/>
        </p:nvSpPr>
        <p:spPr>
          <a:xfrm>
            <a:off x="6473067" y="2380593"/>
            <a:ext cx="350516" cy="316061"/>
          </a:xfrm>
          <a:prstGeom prst="rect">
            <a:avLst/>
          </a:prstGeom>
          <a:solidFill>
            <a:schemeClr val="bg1">
              <a:lumMod val="95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cxnSp>
        <p:nvCxnSpPr>
          <p:cNvPr id="122" name="Straight Connector 121">
            <a:extLst>
              <a:ext uri="{FF2B5EF4-FFF2-40B4-BE49-F238E27FC236}">
                <a16:creationId xmlns:a16="http://schemas.microsoft.com/office/drawing/2014/main" id="{1F422DFF-BF6A-BF1E-EA19-F012F800B558}"/>
              </a:ext>
            </a:extLst>
          </p:cNvPr>
          <p:cNvCxnSpPr/>
          <p:nvPr/>
        </p:nvCxnSpPr>
        <p:spPr>
          <a:xfrm>
            <a:off x="3922211" y="173658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3" name="Straight Connector 122">
            <a:extLst>
              <a:ext uri="{FF2B5EF4-FFF2-40B4-BE49-F238E27FC236}">
                <a16:creationId xmlns:a16="http://schemas.microsoft.com/office/drawing/2014/main" id="{AD561730-B413-D8D9-B39A-956CC36039B2}"/>
              </a:ext>
            </a:extLst>
          </p:cNvPr>
          <p:cNvCxnSpPr/>
          <p:nvPr/>
        </p:nvCxnSpPr>
        <p:spPr>
          <a:xfrm>
            <a:off x="3922211" y="205855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4" name="Straight Connector 123">
            <a:extLst>
              <a:ext uri="{FF2B5EF4-FFF2-40B4-BE49-F238E27FC236}">
                <a16:creationId xmlns:a16="http://schemas.microsoft.com/office/drawing/2014/main" id="{0347671F-9171-D7C0-B1A2-F3CCCC4EC1A7}"/>
              </a:ext>
            </a:extLst>
          </p:cNvPr>
          <p:cNvCxnSpPr>
            <a:cxnSpLocks/>
          </p:cNvCxnSpPr>
          <p:nvPr/>
        </p:nvCxnSpPr>
        <p:spPr>
          <a:xfrm>
            <a:off x="4272834" y="17365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5" name="Straight Connector 124">
            <a:extLst>
              <a:ext uri="{FF2B5EF4-FFF2-40B4-BE49-F238E27FC236}">
                <a16:creationId xmlns:a16="http://schemas.microsoft.com/office/drawing/2014/main" id="{5A82FD74-9A5D-B2B1-2A75-202D42C24FED}"/>
              </a:ext>
            </a:extLst>
          </p:cNvPr>
          <p:cNvCxnSpPr/>
          <p:nvPr/>
        </p:nvCxnSpPr>
        <p:spPr>
          <a:xfrm>
            <a:off x="3922211" y="173658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26" name="TextBox 125">
            <a:extLst>
              <a:ext uri="{FF2B5EF4-FFF2-40B4-BE49-F238E27FC236}">
                <a16:creationId xmlns:a16="http://schemas.microsoft.com/office/drawing/2014/main" id="{FFA0BDEA-0FCC-BBB1-714F-94C02D2788B2}"/>
              </a:ext>
            </a:extLst>
          </p:cNvPr>
          <p:cNvSpPr txBox="1"/>
          <p:nvPr/>
        </p:nvSpPr>
        <p:spPr>
          <a:xfrm>
            <a:off x="3980319" y="1774460"/>
            <a:ext cx="235606"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cxnSp>
        <p:nvCxnSpPr>
          <p:cNvPr id="127" name="Straight Connector 126">
            <a:extLst>
              <a:ext uri="{FF2B5EF4-FFF2-40B4-BE49-F238E27FC236}">
                <a16:creationId xmlns:a16="http://schemas.microsoft.com/office/drawing/2014/main" id="{2E86C51B-0D4C-6E09-9717-094203CD6EAD}"/>
              </a:ext>
            </a:extLst>
          </p:cNvPr>
          <p:cNvCxnSpPr/>
          <p:nvPr/>
        </p:nvCxnSpPr>
        <p:spPr>
          <a:xfrm>
            <a:off x="4272731" y="173658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8" name="Straight Connector 127">
            <a:extLst>
              <a:ext uri="{FF2B5EF4-FFF2-40B4-BE49-F238E27FC236}">
                <a16:creationId xmlns:a16="http://schemas.microsoft.com/office/drawing/2014/main" id="{D2C62EF6-1D69-3B31-D491-8BBB1836D9A9}"/>
              </a:ext>
            </a:extLst>
          </p:cNvPr>
          <p:cNvCxnSpPr/>
          <p:nvPr/>
        </p:nvCxnSpPr>
        <p:spPr>
          <a:xfrm>
            <a:off x="4272731" y="205855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9" name="Straight Connector 128">
            <a:extLst>
              <a:ext uri="{FF2B5EF4-FFF2-40B4-BE49-F238E27FC236}">
                <a16:creationId xmlns:a16="http://schemas.microsoft.com/office/drawing/2014/main" id="{C232C091-FEFB-EE55-04EB-78482FC70D65}"/>
              </a:ext>
            </a:extLst>
          </p:cNvPr>
          <p:cNvCxnSpPr>
            <a:cxnSpLocks/>
          </p:cNvCxnSpPr>
          <p:nvPr/>
        </p:nvCxnSpPr>
        <p:spPr>
          <a:xfrm>
            <a:off x="4623354" y="17365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30" name="Straight Connector 129">
            <a:extLst>
              <a:ext uri="{FF2B5EF4-FFF2-40B4-BE49-F238E27FC236}">
                <a16:creationId xmlns:a16="http://schemas.microsoft.com/office/drawing/2014/main" id="{4D516A91-9EBE-923C-8693-18C25A9F7349}"/>
              </a:ext>
            </a:extLst>
          </p:cNvPr>
          <p:cNvCxnSpPr/>
          <p:nvPr/>
        </p:nvCxnSpPr>
        <p:spPr>
          <a:xfrm>
            <a:off x="4272731" y="17365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31" name="TextBox 130">
            <a:extLst>
              <a:ext uri="{FF2B5EF4-FFF2-40B4-BE49-F238E27FC236}">
                <a16:creationId xmlns:a16="http://schemas.microsoft.com/office/drawing/2014/main" id="{297114FD-E7D8-31CF-6F3E-663FDE87200B}"/>
              </a:ext>
            </a:extLst>
          </p:cNvPr>
          <p:cNvSpPr txBox="1"/>
          <p:nvPr/>
        </p:nvSpPr>
        <p:spPr>
          <a:xfrm>
            <a:off x="4339039" y="1774460"/>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cxnSp>
        <p:nvCxnSpPr>
          <p:cNvPr id="132" name="Straight Connector 131">
            <a:extLst>
              <a:ext uri="{FF2B5EF4-FFF2-40B4-BE49-F238E27FC236}">
                <a16:creationId xmlns:a16="http://schemas.microsoft.com/office/drawing/2014/main" id="{7D4A3A7D-3B4C-9FD3-F287-7C3CC4456064}"/>
              </a:ext>
            </a:extLst>
          </p:cNvPr>
          <p:cNvCxnSpPr/>
          <p:nvPr/>
        </p:nvCxnSpPr>
        <p:spPr>
          <a:xfrm>
            <a:off x="4623251" y="173658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33" name="Straight Connector 132">
            <a:extLst>
              <a:ext uri="{FF2B5EF4-FFF2-40B4-BE49-F238E27FC236}">
                <a16:creationId xmlns:a16="http://schemas.microsoft.com/office/drawing/2014/main" id="{5558F963-466C-C2A5-11C3-8D0083FDA1AB}"/>
              </a:ext>
            </a:extLst>
          </p:cNvPr>
          <p:cNvCxnSpPr/>
          <p:nvPr/>
        </p:nvCxnSpPr>
        <p:spPr>
          <a:xfrm>
            <a:off x="4623251" y="205855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34" name="Straight Connector 133">
            <a:extLst>
              <a:ext uri="{FF2B5EF4-FFF2-40B4-BE49-F238E27FC236}">
                <a16:creationId xmlns:a16="http://schemas.microsoft.com/office/drawing/2014/main" id="{C67A824B-B53E-A48E-7F7A-43046692DFC2}"/>
              </a:ext>
            </a:extLst>
          </p:cNvPr>
          <p:cNvCxnSpPr>
            <a:cxnSpLocks/>
          </p:cNvCxnSpPr>
          <p:nvPr/>
        </p:nvCxnSpPr>
        <p:spPr>
          <a:xfrm>
            <a:off x="4973874" y="17365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35" name="Straight Connector 134">
            <a:extLst>
              <a:ext uri="{FF2B5EF4-FFF2-40B4-BE49-F238E27FC236}">
                <a16:creationId xmlns:a16="http://schemas.microsoft.com/office/drawing/2014/main" id="{541EF098-1C9E-FCF2-87AF-6C30A613B360}"/>
              </a:ext>
            </a:extLst>
          </p:cNvPr>
          <p:cNvCxnSpPr/>
          <p:nvPr/>
        </p:nvCxnSpPr>
        <p:spPr>
          <a:xfrm>
            <a:off x="4623251" y="17365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36" name="TextBox 135">
            <a:extLst>
              <a:ext uri="{FF2B5EF4-FFF2-40B4-BE49-F238E27FC236}">
                <a16:creationId xmlns:a16="http://schemas.microsoft.com/office/drawing/2014/main" id="{E97547D6-F7D7-C997-8D46-D9632EAE6043}"/>
              </a:ext>
            </a:extLst>
          </p:cNvPr>
          <p:cNvSpPr txBox="1"/>
          <p:nvPr/>
        </p:nvSpPr>
        <p:spPr>
          <a:xfrm>
            <a:off x="4674319" y="1774460"/>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cxnSp>
        <p:nvCxnSpPr>
          <p:cNvPr id="137" name="Straight Connector 136">
            <a:extLst>
              <a:ext uri="{FF2B5EF4-FFF2-40B4-BE49-F238E27FC236}">
                <a16:creationId xmlns:a16="http://schemas.microsoft.com/office/drawing/2014/main" id="{116F1E89-3F65-3AED-8DAE-61E97C51F38F}"/>
              </a:ext>
            </a:extLst>
          </p:cNvPr>
          <p:cNvCxnSpPr/>
          <p:nvPr/>
        </p:nvCxnSpPr>
        <p:spPr>
          <a:xfrm>
            <a:off x="4973771" y="173658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38" name="Straight Connector 137">
            <a:extLst>
              <a:ext uri="{FF2B5EF4-FFF2-40B4-BE49-F238E27FC236}">
                <a16:creationId xmlns:a16="http://schemas.microsoft.com/office/drawing/2014/main" id="{19B4B31F-73AA-4EA4-4090-0EAA909F085E}"/>
              </a:ext>
            </a:extLst>
          </p:cNvPr>
          <p:cNvCxnSpPr/>
          <p:nvPr/>
        </p:nvCxnSpPr>
        <p:spPr>
          <a:xfrm>
            <a:off x="4973771" y="205855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39" name="Straight Connector 138">
            <a:extLst>
              <a:ext uri="{FF2B5EF4-FFF2-40B4-BE49-F238E27FC236}">
                <a16:creationId xmlns:a16="http://schemas.microsoft.com/office/drawing/2014/main" id="{895F373B-F490-323E-E684-36FB21A4421C}"/>
              </a:ext>
            </a:extLst>
          </p:cNvPr>
          <p:cNvCxnSpPr>
            <a:cxnSpLocks/>
          </p:cNvCxnSpPr>
          <p:nvPr/>
        </p:nvCxnSpPr>
        <p:spPr>
          <a:xfrm>
            <a:off x="5324394" y="17365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0" name="Straight Connector 139">
            <a:extLst>
              <a:ext uri="{FF2B5EF4-FFF2-40B4-BE49-F238E27FC236}">
                <a16:creationId xmlns:a16="http://schemas.microsoft.com/office/drawing/2014/main" id="{5A2C9CF2-011C-1F29-2D46-B326B85B7FF4}"/>
              </a:ext>
            </a:extLst>
          </p:cNvPr>
          <p:cNvCxnSpPr/>
          <p:nvPr/>
        </p:nvCxnSpPr>
        <p:spPr>
          <a:xfrm>
            <a:off x="4973771" y="17365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1" name="Straight Connector 140">
            <a:extLst>
              <a:ext uri="{FF2B5EF4-FFF2-40B4-BE49-F238E27FC236}">
                <a16:creationId xmlns:a16="http://schemas.microsoft.com/office/drawing/2014/main" id="{5938FE7B-9FCC-D096-A6C6-3ED27A6E7710}"/>
              </a:ext>
            </a:extLst>
          </p:cNvPr>
          <p:cNvCxnSpPr/>
          <p:nvPr/>
        </p:nvCxnSpPr>
        <p:spPr>
          <a:xfrm>
            <a:off x="5324291" y="173658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2" name="Straight Connector 141">
            <a:extLst>
              <a:ext uri="{FF2B5EF4-FFF2-40B4-BE49-F238E27FC236}">
                <a16:creationId xmlns:a16="http://schemas.microsoft.com/office/drawing/2014/main" id="{70F59ED2-D66D-93BD-9236-93E0D976F498}"/>
              </a:ext>
            </a:extLst>
          </p:cNvPr>
          <p:cNvCxnSpPr/>
          <p:nvPr/>
        </p:nvCxnSpPr>
        <p:spPr>
          <a:xfrm>
            <a:off x="5324291" y="205855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3" name="Straight Connector 142">
            <a:extLst>
              <a:ext uri="{FF2B5EF4-FFF2-40B4-BE49-F238E27FC236}">
                <a16:creationId xmlns:a16="http://schemas.microsoft.com/office/drawing/2014/main" id="{BF665381-48ED-BA3E-C3CD-680E22122BDD}"/>
              </a:ext>
            </a:extLst>
          </p:cNvPr>
          <p:cNvCxnSpPr>
            <a:cxnSpLocks/>
          </p:cNvCxnSpPr>
          <p:nvPr/>
        </p:nvCxnSpPr>
        <p:spPr>
          <a:xfrm>
            <a:off x="5674914" y="173658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4" name="Straight Connector 143">
            <a:extLst>
              <a:ext uri="{FF2B5EF4-FFF2-40B4-BE49-F238E27FC236}">
                <a16:creationId xmlns:a16="http://schemas.microsoft.com/office/drawing/2014/main" id="{E9B2B4FC-2BE4-3374-3594-C79FF92B986A}"/>
              </a:ext>
            </a:extLst>
          </p:cNvPr>
          <p:cNvCxnSpPr/>
          <p:nvPr/>
        </p:nvCxnSpPr>
        <p:spPr>
          <a:xfrm>
            <a:off x="5324291" y="173658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5" name="Straight Connector 144">
            <a:extLst>
              <a:ext uri="{FF2B5EF4-FFF2-40B4-BE49-F238E27FC236}">
                <a16:creationId xmlns:a16="http://schemas.microsoft.com/office/drawing/2014/main" id="{F2D30532-6257-512D-0250-1D1BD89ACD83}"/>
              </a:ext>
            </a:extLst>
          </p:cNvPr>
          <p:cNvCxnSpPr/>
          <p:nvPr/>
        </p:nvCxnSpPr>
        <p:spPr>
          <a:xfrm>
            <a:off x="3922211" y="206170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6" name="Straight Connector 145">
            <a:extLst>
              <a:ext uri="{FF2B5EF4-FFF2-40B4-BE49-F238E27FC236}">
                <a16:creationId xmlns:a16="http://schemas.microsoft.com/office/drawing/2014/main" id="{01A0F38B-E9B3-8539-A131-9FD3F115C515}"/>
              </a:ext>
            </a:extLst>
          </p:cNvPr>
          <p:cNvCxnSpPr/>
          <p:nvPr/>
        </p:nvCxnSpPr>
        <p:spPr>
          <a:xfrm>
            <a:off x="3922211" y="238367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7" name="Straight Connector 146">
            <a:extLst>
              <a:ext uri="{FF2B5EF4-FFF2-40B4-BE49-F238E27FC236}">
                <a16:creationId xmlns:a16="http://schemas.microsoft.com/office/drawing/2014/main" id="{94CB26B5-27E8-DA44-6F7B-BD9B66434ADB}"/>
              </a:ext>
            </a:extLst>
          </p:cNvPr>
          <p:cNvCxnSpPr>
            <a:cxnSpLocks/>
          </p:cNvCxnSpPr>
          <p:nvPr/>
        </p:nvCxnSpPr>
        <p:spPr>
          <a:xfrm>
            <a:off x="4272834" y="20617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8" name="Straight Connector 147">
            <a:extLst>
              <a:ext uri="{FF2B5EF4-FFF2-40B4-BE49-F238E27FC236}">
                <a16:creationId xmlns:a16="http://schemas.microsoft.com/office/drawing/2014/main" id="{2ECFC415-F3DC-A095-299E-346AE4D34093}"/>
              </a:ext>
            </a:extLst>
          </p:cNvPr>
          <p:cNvCxnSpPr/>
          <p:nvPr/>
        </p:nvCxnSpPr>
        <p:spPr>
          <a:xfrm>
            <a:off x="3922211" y="206170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49" name="TextBox 148">
            <a:extLst>
              <a:ext uri="{FF2B5EF4-FFF2-40B4-BE49-F238E27FC236}">
                <a16:creationId xmlns:a16="http://schemas.microsoft.com/office/drawing/2014/main" id="{B565E971-AF1F-F940-F039-9C270CB0A704}"/>
              </a:ext>
            </a:extLst>
          </p:cNvPr>
          <p:cNvSpPr txBox="1"/>
          <p:nvPr/>
        </p:nvSpPr>
        <p:spPr>
          <a:xfrm>
            <a:off x="4026619" y="2099580"/>
            <a:ext cx="141807"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0</a:t>
            </a:r>
          </a:p>
        </p:txBody>
      </p:sp>
      <p:cxnSp>
        <p:nvCxnSpPr>
          <p:cNvPr id="150" name="Straight Connector 149">
            <a:extLst>
              <a:ext uri="{FF2B5EF4-FFF2-40B4-BE49-F238E27FC236}">
                <a16:creationId xmlns:a16="http://schemas.microsoft.com/office/drawing/2014/main" id="{2B5D7830-1EA9-4D72-2F1A-8007AD9C312F}"/>
              </a:ext>
            </a:extLst>
          </p:cNvPr>
          <p:cNvCxnSpPr/>
          <p:nvPr/>
        </p:nvCxnSpPr>
        <p:spPr>
          <a:xfrm>
            <a:off x="4272731" y="206170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51" name="Straight Connector 150">
            <a:extLst>
              <a:ext uri="{FF2B5EF4-FFF2-40B4-BE49-F238E27FC236}">
                <a16:creationId xmlns:a16="http://schemas.microsoft.com/office/drawing/2014/main" id="{28EC377C-FCC4-7FE7-B1DD-81EA89C8B030}"/>
              </a:ext>
            </a:extLst>
          </p:cNvPr>
          <p:cNvCxnSpPr/>
          <p:nvPr/>
        </p:nvCxnSpPr>
        <p:spPr>
          <a:xfrm>
            <a:off x="4272731" y="238367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52" name="Straight Connector 151">
            <a:extLst>
              <a:ext uri="{FF2B5EF4-FFF2-40B4-BE49-F238E27FC236}">
                <a16:creationId xmlns:a16="http://schemas.microsoft.com/office/drawing/2014/main" id="{4C63BD01-BA41-5B4B-DC96-8605AF32BDF1}"/>
              </a:ext>
            </a:extLst>
          </p:cNvPr>
          <p:cNvCxnSpPr>
            <a:cxnSpLocks/>
          </p:cNvCxnSpPr>
          <p:nvPr/>
        </p:nvCxnSpPr>
        <p:spPr>
          <a:xfrm>
            <a:off x="4623354" y="20617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53" name="Straight Connector 152">
            <a:extLst>
              <a:ext uri="{FF2B5EF4-FFF2-40B4-BE49-F238E27FC236}">
                <a16:creationId xmlns:a16="http://schemas.microsoft.com/office/drawing/2014/main" id="{88B45F67-3A0E-20C2-F05C-1736D183BCC4}"/>
              </a:ext>
            </a:extLst>
          </p:cNvPr>
          <p:cNvCxnSpPr/>
          <p:nvPr/>
        </p:nvCxnSpPr>
        <p:spPr>
          <a:xfrm>
            <a:off x="4272731" y="206170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54" name="Straight Connector 153">
            <a:extLst>
              <a:ext uri="{FF2B5EF4-FFF2-40B4-BE49-F238E27FC236}">
                <a16:creationId xmlns:a16="http://schemas.microsoft.com/office/drawing/2014/main" id="{B742C5CF-78DB-C3AD-D606-4A3D879B31DE}"/>
              </a:ext>
            </a:extLst>
          </p:cNvPr>
          <p:cNvCxnSpPr/>
          <p:nvPr/>
        </p:nvCxnSpPr>
        <p:spPr>
          <a:xfrm>
            <a:off x="4623251" y="206170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55" name="Straight Connector 154">
            <a:extLst>
              <a:ext uri="{FF2B5EF4-FFF2-40B4-BE49-F238E27FC236}">
                <a16:creationId xmlns:a16="http://schemas.microsoft.com/office/drawing/2014/main" id="{C04F3756-63B3-6EC3-DD80-55FEBC7C0645}"/>
              </a:ext>
            </a:extLst>
          </p:cNvPr>
          <p:cNvCxnSpPr/>
          <p:nvPr/>
        </p:nvCxnSpPr>
        <p:spPr>
          <a:xfrm>
            <a:off x="4623251" y="238367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56" name="Straight Connector 155">
            <a:extLst>
              <a:ext uri="{FF2B5EF4-FFF2-40B4-BE49-F238E27FC236}">
                <a16:creationId xmlns:a16="http://schemas.microsoft.com/office/drawing/2014/main" id="{994E522C-F5D0-7FDB-192B-748354A6FBD4}"/>
              </a:ext>
            </a:extLst>
          </p:cNvPr>
          <p:cNvCxnSpPr>
            <a:cxnSpLocks/>
          </p:cNvCxnSpPr>
          <p:nvPr/>
        </p:nvCxnSpPr>
        <p:spPr>
          <a:xfrm>
            <a:off x="4973874" y="20617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57" name="Straight Connector 156">
            <a:extLst>
              <a:ext uri="{FF2B5EF4-FFF2-40B4-BE49-F238E27FC236}">
                <a16:creationId xmlns:a16="http://schemas.microsoft.com/office/drawing/2014/main" id="{43CF18A2-E378-F125-35A3-392BE5E95387}"/>
              </a:ext>
            </a:extLst>
          </p:cNvPr>
          <p:cNvCxnSpPr/>
          <p:nvPr/>
        </p:nvCxnSpPr>
        <p:spPr>
          <a:xfrm>
            <a:off x="4623251" y="20617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58" name="Straight Connector 157">
            <a:extLst>
              <a:ext uri="{FF2B5EF4-FFF2-40B4-BE49-F238E27FC236}">
                <a16:creationId xmlns:a16="http://schemas.microsoft.com/office/drawing/2014/main" id="{5F1705DD-B009-F8E1-EB88-073A80869D42}"/>
              </a:ext>
            </a:extLst>
          </p:cNvPr>
          <p:cNvCxnSpPr/>
          <p:nvPr/>
        </p:nvCxnSpPr>
        <p:spPr>
          <a:xfrm>
            <a:off x="4973771" y="206170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59" name="Straight Connector 158">
            <a:extLst>
              <a:ext uri="{FF2B5EF4-FFF2-40B4-BE49-F238E27FC236}">
                <a16:creationId xmlns:a16="http://schemas.microsoft.com/office/drawing/2014/main" id="{B5C6AAD1-F93F-8CF5-400D-45EBE9D12D20}"/>
              </a:ext>
            </a:extLst>
          </p:cNvPr>
          <p:cNvCxnSpPr/>
          <p:nvPr/>
        </p:nvCxnSpPr>
        <p:spPr>
          <a:xfrm>
            <a:off x="4973771" y="238367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60" name="Straight Connector 159">
            <a:extLst>
              <a:ext uri="{FF2B5EF4-FFF2-40B4-BE49-F238E27FC236}">
                <a16:creationId xmlns:a16="http://schemas.microsoft.com/office/drawing/2014/main" id="{EDA196D3-91EB-B11A-4DD6-85F9B47BCF3C}"/>
              </a:ext>
            </a:extLst>
          </p:cNvPr>
          <p:cNvCxnSpPr>
            <a:cxnSpLocks/>
          </p:cNvCxnSpPr>
          <p:nvPr/>
        </p:nvCxnSpPr>
        <p:spPr>
          <a:xfrm>
            <a:off x="5324394" y="20617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61" name="Straight Connector 160">
            <a:extLst>
              <a:ext uri="{FF2B5EF4-FFF2-40B4-BE49-F238E27FC236}">
                <a16:creationId xmlns:a16="http://schemas.microsoft.com/office/drawing/2014/main" id="{739D158B-4A50-362C-2D7F-83805255CDBC}"/>
              </a:ext>
            </a:extLst>
          </p:cNvPr>
          <p:cNvCxnSpPr/>
          <p:nvPr/>
        </p:nvCxnSpPr>
        <p:spPr>
          <a:xfrm>
            <a:off x="4973771" y="20617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62" name="Straight Connector 161">
            <a:extLst>
              <a:ext uri="{FF2B5EF4-FFF2-40B4-BE49-F238E27FC236}">
                <a16:creationId xmlns:a16="http://schemas.microsoft.com/office/drawing/2014/main" id="{E705F427-2FC0-D8FA-82BE-7304D33B0051}"/>
              </a:ext>
            </a:extLst>
          </p:cNvPr>
          <p:cNvCxnSpPr/>
          <p:nvPr/>
        </p:nvCxnSpPr>
        <p:spPr>
          <a:xfrm>
            <a:off x="5324291" y="206170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63" name="Straight Connector 162">
            <a:extLst>
              <a:ext uri="{FF2B5EF4-FFF2-40B4-BE49-F238E27FC236}">
                <a16:creationId xmlns:a16="http://schemas.microsoft.com/office/drawing/2014/main" id="{1D1FF8F3-E308-7458-F33A-4E3C5A14BECB}"/>
              </a:ext>
            </a:extLst>
          </p:cNvPr>
          <p:cNvCxnSpPr/>
          <p:nvPr/>
        </p:nvCxnSpPr>
        <p:spPr>
          <a:xfrm>
            <a:off x="5324291" y="238367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64" name="Straight Connector 163">
            <a:extLst>
              <a:ext uri="{FF2B5EF4-FFF2-40B4-BE49-F238E27FC236}">
                <a16:creationId xmlns:a16="http://schemas.microsoft.com/office/drawing/2014/main" id="{2D5EEE61-0DCB-A539-25F4-F609D9F13976}"/>
              </a:ext>
            </a:extLst>
          </p:cNvPr>
          <p:cNvCxnSpPr>
            <a:cxnSpLocks/>
          </p:cNvCxnSpPr>
          <p:nvPr/>
        </p:nvCxnSpPr>
        <p:spPr>
          <a:xfrm>
            <a:off x="5674914" y="206170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65" name="Straight Connector 164">
            <a:extLst>
              <a:ext uri="{FF2B5EF4-FFF2-40B4-BE49-F238E27FC236}">
                <a16:creationId xmlns:a16="http://schemas.microsoft.com/office/drawing/2014/main" id="{B3C89240-FA00-3468-2665-AB9DF2E636E3}"/>
              </a:ext>
            </a:extLst>
          </p:cNvPr>
          <p:cNvCxnSpPr/>
          <p:nvPr/>
        </p:nvCxnSpPr>
        <p:spPr>
          <a:xfrm>
            <a:off x="5324291" y="20617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66" name="Straight Connector 165">
            <a:extLst>
              <a:ext uri="{FF2B5EF4-FFF2-40B4-BE49-F238E27FC236}">
                <a16:creationId xmlns:a16="http://schemas.microsoft.com/office/drawing/2014/main" id="{6E41D335-56AC-B34E-5B86-54863AD484D4}"/>
              </a:ext>
            </a:extLst>
          </p:cNvPr>
          <p:cNvCxnSpPr/>
          <p:nvPr/>
        </p:nvCxnSpPr>
        <p:spPr>
          <a:xfrm>
            <a:off x="3922211" y="238174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67" name="Straight Connector 166">
            <a:extLst>
              <a:ext uri="{FF2B5EF4-FFF2-40B4-BE49-F238E27FC236}">
                <a16:creationId xmlns:a16="http://schemas.microsoft.com/office/drawing/2014/main" id="{3DC37D67-5398-2C95-6366-DDE89FCAB0C0}"/>
              </a:ext>
            </a:extLst>
          </p:cNvPr>
          <p:cNvCxnSpPr/>
          <p:nvPr/>
        </p:nvCxnSpPr>
        <p:spPr>
          <a:xfrm>
            <a:off x="3922211" y="270371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68" name="Straight Connector 167">
            <a:extLst>
              <a:ext uri="{FF2B5EF4-FFF2-40B4-BE49-F238E27FC236}">
                <a16:creationId xmlns:a16="http://schemas.microsoft.com/office/drawing/2014/main" id="{44F03071-BE82-E271-B632-66C22D8FE4C2}"/>
              </a:ext>
            </a:extLst>
          </p:cNvPr>
          <p:cNvCxnSpPr>
            <a:cxnSpLocks/>
          </p:cNvCxnSpPr>
          <p:nvPr/>
        </p:nvCxnSpPr>
        <p:spPr>
          <a:xfrm>
            <a:off x="4272834" y="23817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69" name="Straight Connector 168">
            <a:extLst>
              <a:ext uri="{FF2B5EF4-FFF2-40B4-BE49-F238E27FC236}">
                <a16:creationId xmlns:a16="http://schemas.microsoft.com/office/drawing/2014/main" id="{8087C319-1B9D-AE2A-248E-3C2E72332779}"/>
              </a:ext>
            </a:extLst>
          </p:cNvPr>
          <p:cNvCxnSpPr/>
          <p:nvPr/>
        </p:nvCxnSpPr>
        <p:spPr>
          <a:xfrm>
            <a:off x="3922211" y="238174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70" name="TextBox 169">
            <a:extLst>
              <a:ext uri="{FF2B5EF4-FFF2-40B4-BE49-F238E27FC236}">
                <a16:creationId xmlns:a16="http://schemas.microsoft.com/office/drawing/2014/main" id="{15E3D6AD-F2DE-0E88-5F41-39D5D8F394E9}"/>
              </a:ext>
            </a:extLst>
          </p:cNvPr>
          <p:cNvSpPr txBox="1"/>
          <p:nvPr/>
        </p:nvSpPr>
        <p:spPr>
          <a:xfrm>
            <a:off x="4026619" y="2404231"/>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171" name="Straight Connector 170">
            <a:extLst>
              <a:ext uri="{FF2B5EF4-FFF2-40B4-BE49-F238E27FC236}">
                <a16:creationId xmlns:a16="http://schemas.microsoft.com/office/drawing/2014/main" id="{77152D49-E96E-0448-3058-5D29D86FFDB8}"/>
              </a:ext>
            </a:extLst>
          </p:cNvPr>
          <p:cNvCxnSpPr/>
          <p:nvPr/>
        </p:nvCxnSpPr>
        <p:spPr>
          <a:xfrm>
            <a:off x="4272731" y="238174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72" name="Straight Connector 171">
            <a:extLst>
              <a:ext uri="{FF2B5EF4-FFF2-40B4-BE49-F238E27FC236}">
                <a16:creationId xmlns:a16="http://schemas.microsoft.com/office/drawing/2014/main" id="{73EAAA68-29CA-EC2C-D200-9A23F998A48D}"/>
              </a:ext>
            </a:extLst>
          </p:cNvPr>
          <p:cNvCxnSpPr/>
          <p:nvPr/>
        </p:nvCxnSpPr>
        <p:spPr>
          <a:xfrm>
            <a:off x="4272731" y="270371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73" name="Straight Connector 172">
            <a:extLst>
              <a:ext uri="{FF2B5EF4-FFF2-40B4-BE49-F238E27FC236}">
                <a16:creationId xmlns:a16="http://schemas.microsoft.com/office/drawing/2014/main" id="{100B4943-408B-12F1-6080-2E0310E51EDB}"/>
              </a:ext>
            </a:extLst>
          </p:cNvPr>
          <p:cNvCxnSpPr>
            <a:cxnSpLocks/>
          </p:cNvCxnSpPr>
          <p:nvPr/>
        </p:nvCxnSpPr>
        <p:spPr>
          <a:xfrm>
            <a:off x="4623354" y="23817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74" name="Straight Connector 173">
            <a:extLst>
              <a:ext uri="{FF2B5EF4-FFF2-40B4-BE49-F238E27FC236}">
                <a16:creationId xmlns:a16="http://schemas.microsoft.com/office/drawing/2014/main" id="{86E52027-CF35-5F6E-5527-9C0FC4962FCE}"/>
              </a:ext>
            </a:extLst>
          </p:cNvPr>
          <p:cNvCxnSpPr/>
          <p:nvPr/>
        </p:nvCxnSpPr>
        <p:spPr>
          <a:xfrm>
            <a:off x="4272731" y="23817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75" name="TextBox 174">
            <a:extLst>
              <a:ext uri="{FF2B5EF4-FFF2-40B4-BE49-F238E27FC236}">
                <a16:creationId xmlns:a16="http://schemas.microsoft.com/office/drawing/2014/main" id="{21F39453-A987-FCDC-A9FC-FD008C345DCA}"/>
              </a:ext>
            </a:extLst>
          </p:cNvPr>
          <p:cNvSpPr txBox="1"/>
          <p:nvPr/>
        </p:nvSpPr>
        <p:spPr>
          <a:xfrm>
            <a:off x="4377139" y="2404231"/>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176" name="Straight Connector 175">
            <a:extLst>
              <a:ext uri="{FF2B5EF4-FFF2-40B4-BE49-F238E27FC236}">
                <a16:creationId xmlns:a16="http://schemas.microsoft.com/office/drawing/2014/main" id="{B66BDE03-9CD7-0C8D-C6BB-F707281A6729}"/>
              </a:ext>
            </a:extLst>
          </p:cNvPr>
          <p:cNvCxnSpPr/>
          <p:nvPr/>
        </p:nvCxnSpPr>
        <p:spPr>
          <a:xfrm>
            <a:off x="4623251" y="238174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77" name="Straight Connector 176">
            <a:extLst>
              <a:ext uri="{FF2B5EF4-FFF2-40B4-BE49-F238E27FC236}">
                <a16:creationId xmlns:a16="http://schemas.microsoft.com/office/drawing/2014/main" id="{F8444588-2DB1-903D-EBD4-09CCEEDB99B3}"/>
              </a:ext>
            </a:extLst>
          </p:cNvPr>
          <p:cNvCxnSpPr/>
          <p:nvPr/>
        </p:nvCxnSpPr>
        <p:spPr>
          <a:xfrm>
            <a:off x="4623251" y="270371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78" name="Straight Connector 177">
            <a:extLst>
              <a:ext uri="{FF2B5EF4-FFF2-40B4-BE49-F238E27FC236}">
                <a16:creationId xmlns:a16="http://schemas.microsoft.com/office/drawing/2014/main" id="{E23A56C3-43FB-6AD4-4D48-5E8E2B296B34}"/>
              </a:ext>
            </a:extLst>
          </p:cNvPr>
          <p:cNvCxnSpPr>
            <a:cxnSpLocks/>
          </p:cNvCxnSpPr>
          <p:nvPr/>
        </p:nvCxnSpPr>
        <p:spPr>
          <a:xfrm>
            <a:off x="4973874" y="23817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79" name="Straight Connector 178">
            <a:extLst>
              <a:ext uri="{FF2B5EF4-FFF2-40B4-BE49-F238E27FC236}">
                <a16:creationId xmlns:a16="http://schemas.microsoft.com/office/drawing/2014/main" id="{61EEC655-56E9-03F5-71DD-70A742DF5426}"/>
              </a:ext>
            </a:extLst>
          </p:cNvPr>
          <p:cNvCxnSpPr/>
          <p:nvPr/>
        </p:nvCxnSpPr>
        <p:spPr>
          <a:xfrm>
            <a:off x="4623251" y="23817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80" name="TextBox 179">
            <a:extLst>
              <a:ext uri="{FF2B5EF4-FFF2-40B4-BE49-F238E27FC236}">
                <a16:creationId xmlns:a16="http://schemas.microsoft.com/office/drawing/2014/main" id="{FE7384F7-C34C-4470-448B-137EBB08A038}"/>
              </a:ext>
            </a:extLst>
          </p:cNvPr>
          <p:cNvSpPr txBox="1"/>
          <p:nvPr/>
        </p:nvSpPr>
        <p:spPr>
          <a:xfrm>
            <a:off x="4727659" y="2404231"/>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181" name="Straight Connector 180">
            <a:extLst>
              <a:ext uri="{FF2B5EF4-FFF2-40B4-BE49-F238E27FC236}">
                <a16:creationId xmlns:a16="http://schemas.microsoft.com/office/drawing/2014/main" id="{9F8C22EB-AE6A-96D9-6FDC-95C4D1300CEC}"/>
              </a:ext>
            </a:extLst>
          </p:cNvPr>
          <p:cNvCxnSpPr/>
          <p:nvPr/>
        </p:nvCxnSpPr>
        <p:spPr>
          <a:xfrm>
            <a:off x="4973771" y="238174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82" name="Straight Connector 181">
            <a:extLst>
              <a:ext uri="{FF2B5EF4-FFF2-40B4-BE49-F238E27FC236}">
                <a16:creationId xmlns:a16="http://schemas.microsoft.com/office/drawing/2014/main" id="{8EE995EF-BA3A-38DA-8C61-8273547B4E61}"/>
              </a:ext>
            </a:extLst>
          </p:cNvPr>
          <p:cNvCxnSpPr/>
          <p:nvPr/>
        </p:nvCxnSpPr>
        <p:spPr>
          <a:xfrm>
            <a:off x="4973771" y="270371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83" name="Straight Connector 182">
            <a:extLst>
              <a:ext uri="{FF2B5EF4-FFF2-40B4-BE49-F238E27FC236}">
                <a16:creationId xmlns:a16="http://schemas.microsoft.com/office/drawing/2014/main" id="{4D587BA8-F7FD-3223-9586-4F8E23789156}"/>
              </a:ext>
            </a:extLst>
          </p:cNvPr>
          <p:cNvCxnSpPr>
            <a:cxnSpLocks/>
          </p:cNvCxnSpPr>
          <p:nvPr/>
        </p:nvCxnSpPr>
        <p:spPr>
          <a:xfrm>
            <a:off x="5324394" y="23817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84" name="Straight Connector 183">
            <a:extLst>
              <a:ext uri="{FF2B5EF4-FFF2-40B4-BE49-F238E27FC236}">
                <a16:creationId xmlns:a16="http://schemas.microsoft.com/office/drawing/2014/main" id="{F5179D57-F71C-5DBC-5DE2-8E6018C17C1F}"/>
              </a:ext>
            </a:extLst>
          </p:cNvPr>
          <p:cNvCxnSpPr/>
          <p:nvPr/>
        </p:nvCxnSpPr>
        <p:spPr>
          <a:xfrm>
            <a:off x="4973771" y="238174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85" name="TextBox 184">
            <a:extLst>
              <a:ext uri="{FF2B5EF4-FFF2-40B4-BE49-F238E27FC236}">
                <a16:creationId xmlns:a16="http://schemas.microsoft.com/office/drawing/2014/main" id="{07070EE8-D343-0DDF-C34C-53E837E64770}"/>
              </a:ext>
            </a:extLst>
          </p:cNvPr>
          <p:cNvSpPr txBox="1"/>
          <p:nvPr/>
        </p:nvSpPr>
        <p:spPr>
          <a:xfrm>
            <a:off x="5078179" y="2404231"/>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186" name="Straight Connector 185">
            <a:extLst>
              <a:ext uri="{FF2B5EF4-FFF2-40B4-BE49-F238E27FC236}">
                <a16:creationId xmlns:a16="http://schemas.microsoft.com/office/drawing/2014/main" id="{BD01192F-FB0E-C878-570F-63699AD9F84B}"/>
              </a:ext>
            </a:extLst>
          </p:cNvPr>
          <p:cNvCxnSpPr/>
          <p:nvPr/>
        </p:nvCxnSpPr>
        <p:spPr>
          <a:xfrm>
            <a:off x="5324291" y="238174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87" name="Straight Connector 186">
            <a:extLst>
              <a:ext uri="{FF2B5EF4-FFF2-40B4-BE49-F238E27FC236}">
                <a16:creationId xmlns:a16="http://schemas.microsoft.com/office/drawing/2014/main" id="{885048D8-CC81-4C0B-F67A-61F32B1C440A}"/>
              </a:ext>
            </a:extLst>
          </p:cNvPr>
          <p:cNvCxnSpPr/>
          <p:nvPr/>
        </p:nvCxnSpPr>
        <p:spPr>
          <a:xfrm>
            <a:off x="5324291" y="270371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88" name="Straight Connector 187">
            <a:extLst>
              <a:ext uri="{FF2B5EF4-FFF2-40B4-BE49-F238E27FC236}">
                <a16:creationId xmlns:a16="http://schemas.microsoft.com/office/drawing/2014/main" id="{AFFBAAA6-684B-CC3E-01DE-AE8F94C07DA7}"/>
              </a:ext>
            </a:extLst>
          </p:cNvPr>
          <p:cNvCxnSpPr>
            <a:cxnSpLocks/>
          </p:cNvCxnSpPr>
          <p:nvPr/>
        </p:nvCxnSpPr>
        <p:spPr>
          <a:xfrm>
            <a:off x="5674914" y="238174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89" name="Straight Connector 188">
            <a:extLst>
              <a:ext uri="{FF2B5EF4-FFF2-40B4-BE49-F238E27FC236}">
                <a16:creationId xmlns:a16="http://schemas.microsoft.com/office/drawing/2014/main" id="{DD3204EC-D113-9190-7B7F-E222D948893E}"/>
              </a:ext>
            </a:extLst>
          </p:cNvPr>
          <p:cNvCxnSpPr/>
          <p:nvPr/>
        </p:nvCxnSpPr>
        <p:spPr>
          <a:xfrm>
            <a:off x="5324291" y="23817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90" name="TextBox 189">
            <a:extLst>
              <a:ext uri="{FF2B5EF4-FFF2-40B4-BE49-F238E27FC236}">
                <a16:creationId xmlns:a16="http://schemas.microsoft.com/office/drawing/2014/main" id="{ED8E92E0-6483-099A-D924-EE03BA9B4F3B}"/>
              </a:ext>
            </a:extLst>
          </p:cNvPr>
          <p:cNvSpPr txBox="1"/>
          <p:nvPr/>
        </p:nvSpPr>
        <p:spPr>
          <a:xfrm>
            <a:off x="5428699" y="2404231"/>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sp>
        <p:nvSpPr>
          <p:cNvPr id="191" name="TextBox 190">
            <a:extLst>
              <a:ext uri="{FF2B5EF4-FFF2-40B4-BE49-F238E27FC236}">
                <a16:creationId xmlns:a16="http://schemas.microsoft.com/office/drawing/2014/main" id="{2C336303-5614-0A13-9CDA-639CF2D9B5EC}"/>
              </a:ext>
            </a:extLst>
          </p:cNvPr>
          <p:cNvSpPr txBox="1"/>
          <p:nvPr/>
        </p:nvSpPr>
        <p:spPr>
          <a:xfrm>
            <a:off x="5024735" y="1772663"/>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sp>
        <p:nvSpPr>
          <p:cNvPr id="192" name="TextBox 191">
            <a:extLst>
              <a:ext uri="{FF2B5EF4-FFF2-40B4-BE49-F238E27FC236}">
                <a16:creationId xmlns:a16="http://schemas.microsoft.com/office/drawing/2014/main" id="{D437B749-96FA-7842-9D0A-2F4B57C4E421}"/>
              </a:ext>
            </a:extLst>
          </p:cNvPr>
          <p:cNvSpPr txBox="1"/>
          <p:nvPr/>
        </p:nvSpPr>
        <p:spPr>
          <a:xfrm>
            <a:off x="5382667" y="1766084"/>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sp>
        <p:nvSpPr>
          <p:cNvPr id="193" name="TextBox 192">
            <a:extLst>
              <a:ext uri="{FF2B5EF4-FFF2-40B4-BE49-F238E27FC236}">
                <a16:creationId xmlns:a16="http://schemas.microsoft.com/office/drawing/2014/main" id="{ADBF3B6C-FF81-6DCC-C860-723807255C3E}"/>
              </a:ext>
            </a:extLst>
          </p:cNvPr>
          <p:cNvSpPr txBox="1"/>
          <p:nvPr/>
        </p:nvSpPr>
        <p:spPr>
          <a:xfrm>
            <a:off x="4341012" y="2094500"/>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sp>
        <p:nvSpPr>
          <p:cNvPr id="194" name="TextBox 193">
            <a:extLst>
              <a:ext uri="{FF2B5EF4-FFF2-40B4-BE49-F238E27FC236}">
                <a16:creationId xmlns:a16="http://schemas.microsoft.com/office/drawing/2014/main" id="{8D8B7CA4-C200-33E9-F637-6BAE6F7EE202}"/>
              </a:ext>
            </a:extLst>
          </p:cNvPr>
          <p:cNvSpPr txBox="1"/>
          <p:nvPr/>
        </p:nvSpPr>
        <p:spPr>
          <a:xfrm>
            <a:off x="4682645" y="2094499"/>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sp>
        <p:nvSpPr>
          <p:cNvPr id="195" name="TextBox 194">
            <a:extLst>
              <a:ext uri="{FF2B5EF4-FFF2-40B4-BE49-F238E27FC236}">
                <a16:creationId xmlns:a16="http://schemas.microsoft.com/office/drawing/2014/main" id="{19DE4663-F0C0-DC68-C6DF-392486EA37AF}"/>
              </a:ext>
            </a:extLst>
          </p:cNvPr>
          <p:cNvSpPr txBox="1"/>
          <p:nvPr/>
        </p:nvSpPr>
        <p:spPr>
          <a:xfrm>
            <a:off x="5033061" y="2092702"/>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sp>
        <p:nvSpPr>
          <p:cNvPr id="196" name="TextBox 195">
            <a:extLst>
              <a:ext uri="{FF2B5EF4-FFF2-40B4-BE49-F238E27FC236}">
                <a16:creationId xmlns:a16="http://schemas.microsoft.com/office/drawing/2014/main" id="{6D1D053F-9B36-B824-2191-FBDF7FA48C55}"/>
              </a:ext>
            </a:extLst>
          </p:cNvPr>
          <p:cNvSpPr txBox="1"/>
          <p:nvPr/>
        </p:nvSpPr>
        <p:spPr>
          <a:xfrm>
            <a:off x="5390993" y="2086123"/>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sp>
        <p:nvSpPr>
          <p:cNvPr id="197" name="TextBox 196">
            <a:extLst>
              <a:ext uri="{FF2B5EF4-FFF2-40B4-BE49-F238E27FC236}">
                <a16:creationId xmlns:a16="http://schemas.microsoft.com/office/drawing/2014/main" id="{BAD54598-DEEB-2769-0FC5-D687CC4DC6E0}"/>
              </a:ext>
            </a:extLst>
          </p:cNvPr>
          <p:cNvSpPr txBox="1"/>
          <p:nvPr/>
        </p:nvSpPr>
        <p:spPr>
          <a:xfrm>
            <a:off x="4339414" y="2436120"/>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sp>
        <p:nvSpPr>
          <p:cNvPr id="198" name="TextBox 197">
            <a:extLst>
              <a:ext uri="{FF2B5EF4-FFF2-40B4-BE49-F238E27FC236}">
                <a16:creationId xmlns:a16="http://schemas.microsoft.com/office/drawing/2014/main" id="{A6FA3284-F917-379B-FD92-F4D03C68CA7A}"/>
              </a:ext>
            </a:extLst>
          </p:cNvPr>
          <p:cNvSpPr txBox="1"/>
          <p:nvPr/>
        </p:nvSpPr>
        <p:spPr>
          <a:xfrm>
            <a:off x="4681047" y="2436119"/>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sp>
        <p:nvSpPr>
          <p:cNvPr id="199" name="TextBox 198">
            <a:extLst>
              <a:ext uri="{FF2B5EF4-FFF2-40B4-BE49-F238E27FC236}">
                <a16:creationId xmlns:a16="http://schemas.microsoft.com/office/drawing/2014/main" id="{16A476FC-3255-C518-8582-9911150F0EED}"/>
              </a:ext>
            </a:extLst>
          </p:cNvPr>
          <p:cNvSpPr txBox="1"/>
          <p:nvPr/>
        </p:nvSpPr>
        <p:spPr>
          <a:xfrm>
            <a:off x="5031463" y="2434322"/>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sp>
        <p:nvSpPr>
          <p:cNvPr id="200" name="TextBox 199">
            <a:extLst>
              <a:ext uri="{FF2B5EF4-FFF2-40B4-BE49-F238E27FC236}">
                <a16:creationId xmlns:a16="http://schemas.microsoft.com/office/drawing/2014/main" id="{DADFF7CB-DB0E-68CD-612B-6CBD2CE49959}"/>
              </a:ext>
            </a:extLst>
          </p:cNvPr>
          <p:cNvSpPr txBox="1"/>
          <p:nvPr/>
        </p:nvSpPr>
        <p:spPr>
          <a:xfrm>
            <a:off x="5389395" y="2427743"/>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sp>
        <p:nvSpPr>
          <p:cNvPr id="201" name="TextBox 200">
            <a:extLst>
              <a:ext uri="{FF2B5EF4-FFF2-40B4-BE49-F238E27FC236}">
                <a16:creationId xmlns:a16="http://schemas.microsoft.com/office/drawing/2014/main" id="{B8E507B1-2823-237F-255A-7F713C5C7A30}"/>
              </a:ext>
            </a:extLst>
          </p:cNvPr>
          <p:cNvSpPr txBox="1"/>
          <p:nvPr/>
        </p:nvSpPr>
        <p:spPr>
          <a:xfrm>
            <a:off x="3973610" y="2444068"/>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cxnSp>
        <p:nvCxnSpPr>
          <p:cNvPr id="202" name="Straight Connector 201">
            <a:extLst>
              <a:ext uri="{FF2B5EF4-FFF2-40B4-BE49-F238E27FC236}">
                <a16:creationId xmlns:a16="http://schemas.microsoft.com/office/drawing/2014/main" id="{7BA9032F-2E68-70A4-9F48-7A9DA92D9A92}"/>
              </a:ext>
            </a:extLst>
          </p:cNvPr>
          <p:cNvCxnSpPr/>
          <p:nvPr/>
        </p:nvCxnSpPr>
        <p:spPr>
          <a:xfrm>
            <a:off x="6468642" y="173658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03" name="Straight Connector 202">
            <a:extLst>
              <a:ext uri="{FF2B5EF4-FFF2-40B4-BE49-F238E27FC236}">
                <a16:creationId xmlns:a16="http://schemas.microsoft.com/office/drawing/2014/main" id="{67E61598-FF40-7E46-A8FA-3764F12C0766}"/>
              </a:ext>
            </a:extLst>
          </p:cNvPr>
          <p:cNvCxnSpPr/>
          <p:nvPr/>
        </p:nvCxnSpPr>
        <p:spPr>
          <a:xfrm>
            <a:off x="6468642" y="205855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04" name="Straight Connector 203">
            <a:extLst>
              <a:ext uri="{FF2B5EF4-FFF2-40B4-BE49-F238E27FC236}">
                <a16:creationId xmlns:a16="http://schemas.microsoft.com/office/drawing/2014/main" id="{2CEFB915-60CC-B417-6B5A-AB863101EFB3}"/>
              </a:ext>
            </a:extLst>
          </p:cNvPr>
          <p:cNvCxnSpPr>
            <a:cxnSpLocks/>
          </p:cNvCxnSpPr>
          <p:nvPr/>
        </p:nvCxnSpPr>
        <p:spPr>
          <a:xfrm>
            <a:off x="6819265" y="17365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05" name="Straight Connector 204">
            <a:extLst>
              <a:ext uri="{FF2B5EF4-FFF2-40B4-BE49-F238E27FC236}">
                <a16:creationId xmlns:a16="http://schemas.microsoft.com/office/drawing/2014/main" id="{625B8E89-0E54-2066-EE94-BD89433D0434}"/>
              </a:ext>
            </a:extLst>
          </p:cNvPr>
          <p:cNvCxnSpPr/>
          <p:nvPr/>
        </p:nvCxnSpPr>
        <p:spPr>
          <a:xfrm>
            <a:off x="6468642" y="173658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06" name="TextBox 205">
            <a:extLst>
              <a:ext uri="{FF2B5EF4-FFF2-40B4-BE49-F238E27FC236}">
                <a16:creationId xmlns:a16="http://schemas.microsoft.com/office/drawing/2014/main" id="{54E70491-DFBD-320A-4B12-874FB81A5BE9}"/>
              </a:ext>
            </a:extLst>
          </p:cNvPr>
          <p:cNvSpPr txBox="1"/>
          <p:nvPr/>
        </p:nvSpPr>
        <p:spPr>
          <a:xfrm>
            <a:off x="6526750" y="1774460"/>
            <a:ext cx="235606"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-2</a:t>
            </a:r>
          </a:p>
        </p:txBody>
      </p:sp>
      <p:cxnSp>
        <p:nvCxnSpPr>
          <p:cNvPr id="207" name="Straight Connector 206">
            <a:extLst>
              <a:ext uri="{FF2B5EF4-FFF2-40B4-BE49-F238E27FC236}">
                <a16:creationId xmlns:a16="http://schemas.microsoft.com/office/drawing/2014/main" id="{D4D4D510-3065-636D-B2EF-EF76DF8751A5}"/>
              </a:ext>
            </a:extLst>
          </p:cNvPr>
          <p:cNvCxnSpPr/>
          <p:nvPr/>
        </p:nvCxnSpPr>
        <p:spPr>
          <a:xfrm>
            <a:off x="6819162" y="173658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08" name="Straight Connector 207">
            <a:extLst>
              <a:ext uri="{FF2B5EF4-FFF2-40B4-BE49-F238E27FC236}">
                <a16:creationId xmlns:a16="http://schemas.microsoft.com/office/drawing/2014/main" id="{BDE6DA12-E4EF-F975-F390-95849E830ADA}"/>
              </a:ext>
            </a:extLst>
          </p:cNvPr>
          <p:cNvCxnSpPr/>
          <p:nvPr/>
        </p:nvCxnSpPr>
        <p:spPr>
          <a:xfrm>
            <a:off x="6819162" y="205855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09" name="Straight Connector 208">
            <a:extLst>
              <a:ext uri="{FF2B5EF4-FFF2-40B4-BE49-F238E27FC236}">
                <a16:creationId xmlns:a16="http://schemas.microsoft.com/office/drawing/2014/main" id="{5DEC80B7-8E91-9A79-CF00-B46E8371EFA2}"/>
              </a:ext>
            </a:extLst>
          </p:cNvPr>
          <p:cNvCxnSpPr>
            <a:cxnSpLocks/>
          </p:cNvCxnSpPr>
          <p:nvPr/>
        </p:nvCxnSpPr>
        <p:spPr>
          <a:xfrm>
            <a:off x="7169785" y="17365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10" name="Straight Connector 209">
            <a:extLst>
              <a:ext uri="{FF2B5EF4-FFF2-40B4-BE49-F238E27FC236}">
                <a16:creationId xmlns:a16="http://schemas.microsoft.com/office/drawing/2014/main" id="{0B7DCEB5-076E-7016-7614-9E3A320328F9}"/>
              </a:ext>
            </a:extLst>
          </p:cNvPr>
          <p:cNvCxnSpPr/>
          <p:nvPr/>
        </p:nvCxnSpPr>
        <p:spPr>
          <a:xfrm>
            <a:off x="6819162" y="17365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11" name="TextBox 210">
            <a:extLst>
              <a:ext uri="{FF2B5EF4-FFF2-40B4-BE49-F238E27FC236}">
                <a16:creationId xmlns:a16="http://schemas.microsoft.com/office/drawing/2014/main" id="{C95FEDC4-7BE2-27BD-D8A9-97A3BE7C9ED7}"/>
              </a:ext>
            </a:extLst>
          </p:cNvPr>
          <p:cNvSpPr txBox="1"/>
          <p:nvPr/>
        </p:nvSpPr>
        <p:spPr>
          <a:xfrm>
            <a:off x="6885470" y="1774460"/>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-2</a:t>
            </a:r>
          </a:p>
        </p:txBody>
      </p:sp>
      <p:cxnSp>
        <p:nvCxnSpPr>
          <p:cNvPr id="212" name="Straight Connector 211">
            <a:extLst>
              <a:ext uri="{FF2B5EF4-FFF2-40B4-BE49-F238E27FC236}">
                <a16:creationId xmlns:a16="http://schemas.microsoft.com/office/drawing/2014/main" id="{960D9A92-76DB-9567-E28B-ED05ED8D13E8}"/>
              </a:ext>
            </a:extLst>
          </p:cNvPr>
          <p:cNvCxnSpPr/>
          <p:nvPr/>
        </p:nvCxnSpPr>
        <p:spPr>
          <a:xfrm>
            <a:off x="7169682" y="173658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13" name="Straight Connector 212">
            <a:extLst>
              <a:ext uri="{FF2B5EF4-FFF2-40B4-BE49-F238E27FC236}">
                <a16:creationId xmlns:a16="http://schemas.microsoft.com/office/drawing/2014/main" id="{B4E20B87-20B4-964D-0800-BABBCF419FDD}"/>
              </a:ext>
            </a:extLst>
          </p:cNvPr>
          <p:cNvCxnSpPr/>
          <p:nvPr/>
        </p:nvCxnSpPr>
        <p:spPr>
          <a:xfrm>
            <a:off x="7169682" y="205855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14" name="Straight Connector 213">
            <a:extLst>
              <a:ext uri="{FF2B5EF4-FFF2-40B4-BE49-F238E27FC236}">
                <a16:creationId xmlns:a16="http://schemas.microsoft.com/office/drawing/2014/main" id="{BE215717-7AF4-722E-B85B-B2A3B8F1F83D}"/>
              </a:ext>
            </a:extLst>
          </p:cNvPr>
          <p:cNvCxnSpPr>
            <a:cxnSpLocks/>
          </p:cNvCxnSpPr>
          <p:nvPr/>
        </p:nvCxnSpPr>
        <p:spPr>
          <a:xfrm>
            <a:off x="7520305" y="17365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15" name="Straight Connector 214">
            <a:extLst>
              <a:ext uri="{FF2B5EF4-FFF2-40B4-BE49-F238E27FC236}">
                <a16:creationId xmlns:a16="http://schemas.microsoft.com/office/drawing/2014/main" id="{36CF7FE7-3434-117C-C844-83A5368A8BD1}"/>
              </a:ext>
            </a:extLst>
          </p:cNvPr>
          <p:cNvCxnSpPr/>
          <p:nvPr/>
        </p:nvCxnSpPr>
        <p:spPr>
          <a:xfrm>
            <a:off x="7169682" y="17365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16" name="TextBox 215">
            <a:extLst>
              <a:ext uri="{FF2B5EF4-FFF2-40B4-BE49-F238E27FC236}">
                <a16:creationId xmlns:a16="http://schemas.microsoft.com/office/drawing/2014/main" id="{E85EA6B4-018C-E82B-9981-888A193B8620}"/>
              </a:ext>
            </a:extLst>
          </p:cNvPr>
          <p:cNvSpPr txBox="1"/>
          <p:nvPr/>
        </p:nvSpPr>
        <p:spPr>
          <a:xfrm>
            <a:off x="7220750" y="1774460"/>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-2</a:t>
            </a:r>
          </a:p>
        </p:txBody>
      </p:sp>
      <p:cxnSp>
        <p:nvCxnSpPr>
          <p:cNvPr id="217" name="Straight Connector 216">
            <a:extLst>
              <a:ext uri="{FF2B5EF4-FFF2-40B4-BE49-F238E27FC236}">
                <a16:creationId xmlns:a16="http://schemas.microsoft.com/office/drawing/2014/main" id="{BBFF2FA6-E953-0C3D-0170-D1F19C7A61D4}"/>
              </a:ext>
            </a:extLst>
          </p:cNvPr>
          <p:cNvCxnSpPr/>
          <p:nvPr/>
        </p:nvCxnSpPr>
        <p:spPr>
          <a:xfrm>
            <a:off x="7520202" y="173658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18" name="Straight Connector 217">
            <a:extLst>
              <a:ext uri="{FF2B5EF4-FFF2-40B4-BE49-F238E27FC236}">
                <a16:creationId xmlns:a16="http://schemas.microsoft.com/office/drawing/2014/main" id="{E141A978-7C8F-12DC-E835-2B199A64464E}"/>
              </a:ext>
            </a:extLst>
          </p:cNvPr>
          <p:cNvCxnSpPr/>
          <p:nvPr/>
        </p:nvCxnSpPr>
        <p:spPr>
          <a:xfrm>
            <a:off x="7520202" y="205855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19" name="Straight Connector 218">
            <a:extLst>
              <a:ext uri="{FF2B5EF4-FFF2-40B4-BE49-F238E27FC236}">
                <a16:creationId xmlns:a16="http://schemas.microsoft.com/office/drawing/2014/main" id="{9C8C789E-8F25-78EC-AA5C-46A727321970}"/>
              </a:ext>
            </a:extLst>
          </p:cNvPr>
          <p:cNvCxnSpPr>
            <a:cxnSpLocks/>
          </p:cNvCxnSpPr>
          <p:nvPr/>
        </p:nvCxnSpPr>
        <p:spPr>
          <a:xfrm>
            <a:off x="7870825" y="17365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20" name="Straight Connector 219">
            <a:extLst>
              <a:ext uri="{FF2B5EF4-FFF2-40B4-BE49-F238E27FC236}">
                <a16:creationId xmlns:a16="http://schemas.microsoft.com/office/drawing/2014/main" id="{D2F06DA6-E6DC-45C9-FA0E-DA6BE324DF77}"/>
              </a:ext>
            </a:extLst>
          </p:cNvPr>
          <p:cNvCxnSpPr/>
          <p:nvPr/>
        </p:nvCxnSpPr>
        <p:spPr>
          <a:xfrm>
            <a:off x="7520202" y="17365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21" name="Straight Connector 220">
            <a:extLst>
              <a:ext uri="{FF2B5EF4-FFF2-40B4-BE49-F238E27FC236}">
                <a16:creationId xmlns:a16="http://schemas.microsoft.com/office/drawing/2014/main" id="{A0231BD9-4F36-E5F3-EDA2-D9CCF29B5252}"/>
              </a:ext>
            </a:extLst>
          </p:cNvPr>
          <p:cNvCxnSpPr/>
          <p:nvPr/>
        </p:nvCxnSpPr>
        <p:spPr>
          <a:xfrm>
            <a:off x="7870722" y="173658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22" name="Straight Connector 221">
            <a:extLst>
              <a:ext uri="{FF2B5EF4-FFF2-40B4-BE49-F238E27FC236}">
                <a16:creationId xmlns:a16="http://schemas.microsoft.com/office/drawing/2014/main" id="{258BFAC0-6359-C266-4FC2-9694BECFA241}"/>
              </a:ext>
            </a:extLst>
          </p:cNvPr>
          <p:cNvCxnSpPr/>
          <p:nvPr/>
        </p:nvCxnSpPr>
        <p:spPr>
          <a:xfrm>
            <a:off x="7870722" y="205855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23" name="Straight Connector 222">
            <a:extLst>
              <a:ext uri="{FF2B5EF4-FFF2-40B4-BE49-F238E27FC236}">
                <a16:creationId xmlns:a16="http://schemas.microsoft.com/office/drawing/2014/main" id="{5862D610-C504-B49B-28F7-8C08C4BFEEE1}"/>
              </a:ext>
            </a:extLst>
          </p:cNvPr>
          <p:cNvCxnSpPr>
            <a:cxnSpLocks/>
          </p:cNvCxnSpPr>
          <p:nvPr/>
        </p:nvCxnSpPr>
        <p:spPr>
          <a:xfrm>
            <a:off x="8221345" y="173658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24" name="Straight Connector 223">
            <a:extLst>
              <a:ext uri="{FF2B5EF4-FFF2-40B4-BE49-F238E27FC236}">
                <a16:creationId xmlns:a16="http://schemas.microsoft.com/office/drawing/2014/main" id="{5DD0670F-BCCC-C144-D180-5E4D05ABDCAB}"/>
              </a:ext>
            </a:extLst>
          </p:cNvPr>
          <p:cNvCxnSpPr/>
          <p:nvPr/>
        </p:nvCxnSpPr>
        <p:spPr>
          <a:xfrm>
            <a:off x="7870722" y="173658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25" name="Straight Connector 224">
            <a:extLst>
              <a:ext uri="{FF2B5EF4-FFF2-40B4-BE49-F238E27FC236}">
                <a16:creationId xmlns:a16="http://schemas.microsoft.com/office/drawing/2014/main" id="{512AD2C8-0812-EB19-D2B9-54FF2CB0EF0A}"/>
              </a:ext>
            </a:extLst>
          </p:cNvPr>
          <p:cNvCxnSpPr/>
          <p:nvPr/>
        </p:nvCxnSpPr>
        <p:spPr>
          <a:xfrm>
            <a:off x="6468642" y="206170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26" name="Straight Connector 225">
            <a:extLst>
              <a:ext uri="{FF2B5EF4-FFF2-40B4-BE49-F238E27FC236}">
                <a16:creationId xmlns:a16="http://schemas.microsoft.com/office/drawing/2014/main" id="{EFA8E412-CF34-8CF4-C189-768E46707219}"/>
              </a:ext>
            </a:extLst>
          </p:cNvPr>
          <p:cNvCxnSpPr/>
          <p:nvPr/>
        </p:nvCxnSpPr>
        <p:spPr>
          <a:xfrm>
            <a:off x="6468642" y="238367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27" name="Straight Connector 226">
            <a:extLst>
              <a:ext uri="{FF2B5EF4-FFF2-40B4-BE49-F238E27FC236}">
                <a16:creationId xmlns:a16="http://schemas.microsoft.com/office/drawing/2014/main" id="{B99DF0F1-0549-8960-901A-A6E308A87693}"/>
              </a:ext>
            </a:extLst>
          </p:cNvPr>
          <p:cNvCxnSpPr>
            <a:cxnSpLocks/>
          </p:cNvCxnSpPr>
          <p:nvPr/>
        </p:nvCxnSpPr>
        <p:spPr>
          <a:xfrm>
            <a:off x="6819265" y="20617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28" name="Straight Connector 227">
            <a:extLst>
              <a:ext uri="{FF2B5EF4-FFF2-40B4-BE49-F238E27FC236}">
                <a16:creationId xmlns:a16="http://schemas.microsoft.com/office/drawing/2014/main" id="{ACAF3086-99FA-E61C-D69E-8A1614580467}"/>
              </a:ext>
            </a:extLst>
          </p:cNvPr>
          <p:cNvCxnSpPr/>
          <p:nvPr/>
        </p:nvCxnSpPr>
        <p:spPr>
          <a:xfrm>
            <a:off x="6468642" y="206170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29" name="TextBox 228">
            <a:extLst>
              <a:ext uri="{FF2B5EF4-FFF2-40B4-BE49-F238E27FC236}">
                <a16:creationId xmlns:a16="http://schemas.microsoft.com/office/drawing/2014/main" id="{627945CA-E5D1-28D0-1E64-F5F2438BE46A}"/>
              </a:ext>
            </a:extLst>
          </p:cNvPr>
          <p:cNvSpPr txBox="1"/>
          <p:nvPr/>
        </p:nvSpPr>
        <p:spPr>
          <a:xfrm>
            <a:off x="6573050" y="2099580"/>
            <a:ext cx="141807"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0</a:t>
            </a:r>
          </a:p>
        </p:txBody>
      </p:sp>
      <p:cxnSp>
        <p:nvCxnSpPr>
          <p:cNvPr id="230" name="Straight Connector 229">
            <a:extLst>
              <a:ext uri="{FF2B5EF4-FFF2-40B4-BE49-F238E27FC236}">
                <a16:creationId xmlns:a16="http://schemas.microsoft.com/office/drawing/2014/main" id="{C95ED64C-5667-FE53-5507-DF712B3418F6}"/>
              </a:ext>
            </a:extLst>
          </p:cNvPr>
          <p:cNvCxnSpPr/>
          <p:nvPr/>
        </p:nvCxnSpPr>
        <p:spPr>
          <a:xfrm>
            <a:off x="6819162" y="206170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31" name="Straight Connector 230">
            <a:extLst>
              <a:ext uri="{FF2B5EF4-FFF2-40B4-BE49-F238E27FC236}">
                <a16:creationId xmlns:a16="http://schemas.microsoft.com/office/drawing/2014/main" id="{CA5D2FCE-7360-6ED1-2534-826CADA2E991}"/>
              </a:ext>
            </a:extLst>
          </p:cNvPr>
          <p:cNvCxnSpPr/>
          <p:nvPr/>
        </p:nvCxnSpPr>
        <p:spPr>
          <a:xfrm>
            <a:off x="6819162" y="238367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32" name="Straight Connector 231">
            <a:extLst>
              <a:ext uri="{FF2B5EF4-FFF2-40B4-BE49-F238E27FC236}">
                <a16:creationId xmlns:a16="http://schemas.microsoft.com/office/drawing/2014/main" id="{F6FD9281-EBBB-44F9-E720-B07997E2D63E}"/>
              </a:ext>
            </a:extLst>
          </p:cNvPr>
          <p:cNvCxnSpPr>
            <a:cxnSpLocks/>
          </p:cNvCxnSpPr>
          <p:nvPr/>
        </p:nvCxnSpPr>
        <p:spPr>
          <a:xfrm>
            <a:off x="7169785" y="20617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33" name="Straight Connector 232">
            <a:extLst>
              <a:ext uri="{FF2B5EF4-FFF2-40B4-BE49-F238E27FC236}">
                <a16:creationId xmlns:a16="http://schemas.microsoft.com/office/drawing/2014/main" id="{5A15433D-6A40-40C3-EC37-A66CAF90A136}"/>
              </a:ext>
            </a:extLst>
          </p:cNvPr>
          <p:cNvCxnSpPr/>
          <p:nvPr/>
        </p:nvCxnSpPr>
        <p:spPr>
          <a:xfrm>
            <a:off x="6819162" y="206170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34" name="Straight Connector 233">
            <a:extLst>
              <a:ext uri="{FF2B5EF4-FFF2-40B4-BE49-F238E27FC236}">
                <a16:creationId xmlns:a16="http://schemas.microsoft.com/office/drawing/2014/main" id="{25D06290-5E35-626D-EF8B-071458C0759E}"/>
              </a:ext>
            </a:extLst>
          </p:cNvPr>
          <p:cNvCxnSpPr/>
          <p:nvPr/>
        </p:nvCxnSpPr>
        <p:spPr>
          <a:xfrm>
            <a:off x="7169682" y="206170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35" name="Straight Connector 234">
            <a:extLst>
              <a:ext uri="{FF2B5EF4-FFF2-40B4-BE49-F238E27FC236}">
                <a16:creationId xmlns:a16="http://schemas.microsoft.com/office/drawing/2014/main" id="{EB38A532-08D7-9B92-F0B2-E6C5D20FAF79}"/>
              </a:ext>
            </a:extLst>
          </p:cNvPr>
          <p:cNvCxnSpPr/>
          <p:nvPr/>
        </p:nvCxnSpPr>
        <p:spPr>
          <a:xfrm>
            <a:off x="7169682" y="238367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36" name="Straight Connector 235">
            <a:extLst>
              <a:ext uri="{FF2B5EF4-FFF2-40B4-BE49-F238E27FC236}">
                <a16:creationId xmlns:a16="http://schemas.microsoft.com/office/drawing/2014/main" id="{CC4DAF9C-E0B6-6A97-3CCC-BAFAD0B8D527}"/>
              </a:ext>
            </a:extLst>
          </p:cNvPr>
          <p:cNvCxnSpPr>
            <a:cxnSpLocks/>
          </p:cNvCxnSpPr>
          <p:nvPr/>
        </p:nvCxnSpPr>
        <p:spPr>
          <a:xfrm>
            <a:off x="7520305" y="20617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37" name="Straight Connector 236">
            <a:extLst>
              <a:ext uri="{FF2B5EF4-FFF2-40B4-BE49-F238E27FC236}">
                <a16:creationId xmlns:a16="http://schemas.microsoft.com/office/drawing/2014/main" id="{B6D9B2A3-6736-0644-E762-E6CEFB07D100}"/>
              </a:ext>
            </a:extLst>
          </p:cNvPr>
          <p:cNvCxnSpPr/>
          <p:nvPr/>
        </p:nvCxnSpPr>
        <p:spPr>
          <a:xfrm>
            <a:off x="7169682" y="20617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38" name="Straight Connector 237">
            <a:extLst>
              <a:ext uri="{FF2B5EF4-FFF2-40B4-BE49-F238E27FC236}">
                <a16:creationId xmlns:a16="http://schemas.microsoft.com/office/drawing/2014/main" id="{D3AB8F5D-0D7C-5293-8F2E-3E05250332E5}"/>
              </a:ext>
            </a:extLst>
          </p:cNvPr>
          <p:cNvCxnSpPr/>
          <p:nvPr/>
        </p:nvCxnSpPr>
        <p:spPr>
          <a:xfrm>
            <a:off x="7520202" y="206170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39" name="Straight Connector 238">
            <a:extLst>
              <a:ext uri="{FF2B5EF4-FFF2-40B4-BE49-F238E27FC236}">
                <a16:creationId xmlns:a16="http://schemas.microsoft.com/office/drawing/2014/main" id="{90E71E11-9D49-6FBE-5124-F67C2D87D981}"/>
              </a:ext>
            </a:extLst>
          </p:cNvPr>
          <p:cNvCxnSpPr/>
          <p:nvPr/>
        </p:nvCxnSpPr>
        <p:spPr>
          <a:xfrm>
            <a:off x="7520202" y="238367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40" name="Straight Connector 239">
            <a:extLst>
              <a:ext uri="{FF2B5EF4-FFF2-40B4-BE49-F238E27FC236}">
                <a16:creationId xmlns:a16="http://schemas.microsoft.com/office/drawing/2014/main" id="{B97B7F33-7A71-3E17-6748-34E84DC09DDC}"/>
              </a:ext>
            </a:extLst>
          </p:cNvPr>
          <p:cNvCxnSpPr>
            <a:cxnSpLocks/>
          </p:cNvCxnSpPr>
          <p:nvPr/>
        </p:nvCxnSpPr>
        <p:spPr>
          <a:xfrm>
            <a:off x="7870825" y="20617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41" name="Straight Connector 240">
            <a:extLst>
              <a:ext uri="{FF2B5EF4-FFF2-40B4-BE49-F238E27FC236}">
                <a16:creationId xmlns:a16="http://schemas.microsoft.com/office/drawing/2014/main" id="{7F30E1A1-E45E-2375-C447-DC7870D7697D}"/>
              </a:ext>
            </a:extLst>
          </p:cNvPr>
          <p:cNvCxnSpPr/>
          <p:nvPr/>
        </p:nvCxnSpPr>
        <p:spPr>
          <a:xfrm>
            <a:off x="7520202" y="20617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42" name="Straight Connector 241">
            <a:extLst>
              <a:ext uri="{FF2B5EF4-FFF2-40B4-BE49-F238E27FC236}">
                <a16:creationId xmlns:a16="http://schemas.microsoft.com/office/drawing/2014/main" id="{9D666E88-4665-D555-8464-77542741C583}"/>
              </a:ext>
            </a:extLst>
          </p:cNvPr>
          <p:cNvCxnSpPr/>
          <p:nvPr/>
        </p:nvCxnSpPr>
        <p:spPr>
          <a:xfrm>
            <a:off x="7870722" y="206170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43" name="Straight Connector 242">
            <a:extLst>
              <a:ext uri="{FF2B5EF4-FFF2-40B4-BE49-F238E27FC236}">
                <a16:creationId xmlns:a16="http://schemas.microsoft.com/office/drawing/2014/main" id="{E4EF9A2C-C516-A8B7-F2B9-40851F84D6A2}"/>
              </a:ext>
            </a:extLst>
          </p:cNvPr>
          <p:cNvCxnSpPr/>
          <p:nvPr/>
        </p:nvCxnSpPr>
        <p:spPr>
          <a:xfrm>
            <a:off x="7870722" y="238367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44" name="Straight Connector 243">
            <a:extLst>
              <a:ext uri="{FF2B5EF4-FFF2-40B4-BE49-F238E27FC236}">
                <a16:creationId xmlns:a16="http://schemas.microsoft.com/office/drawing/2014/main" id="{B2133680-49F0-FEDB-4E6D-ED4AFBEC322E}"/>
              </a:ext>
            </a:extLst>
          </p:cNvPr>
          <p:cNvCxnSpPr>
            <a:cxnSpLocks/>
          </p:cNvCxnSpPr>
          <p:nvPr/>
        </p:nvCxnSpPr>
        <p:spPr>
          <a:xfrm>
            <a:off x="8221345" y="206170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45" name="Straight Connector 244">
            <a:extLst>
              <a:ext uri="{FF2B5EF4-FFF2-40B4-BE49-F238E27FC236}">
                <a16:creationId xmlns:a16="http://schemas.microsoft.com/office/drawing/2014/main" id="{5046999E-2258-C9E9-27D8-5A933EA1195E}"/>
              </a:ext>
            </a:extLst>
          </p:cNvPr>
          <p:cNvCxnSpPr/>
          <p:nvPr/>
        </p:nvCxnSpPr>
        <p:spPr>
          <a:xfrm>
            <a:off x="7870722" y="20617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46" name="Straight Connector 245">
            <a:extLst>
              <a:ext uri="{FF2B5EF4-FFF2-40B4-BE49-F238E27FC236}">
                <a16:creationId xmlns:a16="http://schemas.microsoft.com/office/drawing/2014/main" id="{72D9B282-9538-68FF-D084-1B840283B5BC}"/>
              </a:ext>
            </a:extLst>
          </p:cNvPr>
          <p:cNvCxnSpPr/>
          <p:nvPr/>
        </p:nvCxnSpPr>
        <p:spPr>
          <a:xfrm>
            <a:off x="6468642" y="238174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47" name="Straight Connector 246">
            <a:extLst>
              <a:ext uri="{FF2B5EF4-FFF2-40B4-BE49-F238E27FC236}">
                <a16:creationId xmlns:a16="http://schemas.microsoft.com/office/drawing/2014/main" id="{05383D6A-FE0A-D600-3236-9473BF11CE14}"/>
              </a:ext>
            </a:extLst>
          </p:cNvPr>
          <p:cNvCxnSpPr/>
          <p:nvPr/>
        </p:nvCxnSpPr>
        <p:spPr>
          <a:xfrm>
            <a:off x="6468642" y="270371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48" name="Straight Connector 247">
            <a:extLst>
              <a:ext uri="{FF2B5EF4-FFF2-40B4-BE49-F238E27FC236}">
                <a16:creationId xmlns:a16="http://schemas.microsoft.com/office/drawing/2014/main" id="{DCBC268B-3F0D-68EF-4CDE-C458B32991D1}"/>
              </a:ext>
            </a:extLst>
          </p:cNvPr>
          <p:cNvCxnSpPr>
            <a:cxnSpLocks/>
          </p:cNvCxnSpPr>
          <p:nvPr/>
        </p:nvCxnSpPr>
        <p:spPr>
          <a:xfrm>
            <a:off x="6819265" y="23817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49" name="Straight Connector 248">
            <a:extLst>
              <a:ext uri="{FF2B5EF4-FFF2-40B4-BE49-F238E27FC236}">
                <a16:creationId xmlns:a16="http://schemas.microsoft.com/office/drawing/2014/main" id="{2843E409-D5AA-C0EA-ED9A-302245F26015}"/>
              </a:ext>
            </a:extLst>
          </p:cNvPr>
          <p:cNvCxnSpPr/>
          <p:nvPr/>
        </p:nvCxnSpPr>
        <p:spPr>
          <a:xfrm>
            <a:off x="6468642" y="238174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50" name="TextBox 249">
            <a:extLst>
              <a:ext uri="{FF2B5EF4-FFF2-40B4-BE49-F238E27FC236}">
                <a16:creationId xmlns:a16="http://schemas.microsoft.com/office/drawing/2014/main" id="{517D3389-FFC6-55CF-5766-9171982E7267}"/>
              </a:ext>
            </a:extLst>
          </p:cNvPr>
          <p:cNvSpPr txBox="1"/>
          <p:nvPr/>
        </p:nvSpPr>
        <p:spPr>
          <a:xfrm>
            <a:off x="6573050" y="2404231"/>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251" name="Straight Connector 250">
            <a:extLst>
              <a:ext uri="{FF2B5EF4-FFF2-40B4-BE49-F238E27FC236}">
                <a16:creationId xmlns:a16="http://schemas.microsoft.com/office/drawing/2014/main" id="{F2471169-D6FB-0D63-AD03-DA90CD822E0A}"/>
              </a:ext>
            </a:extLst>
          </p:cNvPr>
          <p:cNvCxnSpPr/>
          <p:nvPr/>
        </p:nvCxnSpPr>
        <p:spPr>
          <a:xfrm>
            <a:off x="6819162" y="238174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52" name="Straight Connector 251">
            <a:extLst>
              <a:ext uri="{FF2B5EF4-FFF2-40B4-BE49-F238E27FC236}">
                <a16:creationId xmlns:a16="http://schemas.microsoft.com/office/drawing/2014/main" id="{48119EB9-279B-7B5C-CD04-C5442B562AFA}"/>
              </a:ext>
            </a:extLst>
          </p:cNvPr>
          <p:cNvCxnSpPr/>
          <p:nvPr/>
        </p:nvCxnSpPr>
        <p:spPr>
          <a:xfrm>
            <a:off x="6819162" y="270371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53" name="Straight Connector 252">
            <a:extLst>
              <a:ext uri="{FF2B5EF4-FFF2-40B4-BE49-F238E27FC236}">
                <a16:creationId xmlns:a16="http://schemas.microsoft.com/office/drawing/2014/main" id="{54A9E4C5-3C6A-CE9C-63B3-FA4FB3F1FA48}"/>
              </a:ext>
            </a:extLst>
          </p:cNvPr>
          <p:cNvCxnSpPr>
            <a:cxnSpLocks/>
          </p:cNvCxnSpPr>
          <p:nvPr/>
        </p:nvCxnSpPr>
        <p:spPr>
          <a:xfrm>
            <a:off x="7169785" y="23817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54" name="Straight Connector 253">
            <a:extLst>
              <a:ext uri="{FF2B5EF4-FFF2-40B4-BE49-F238E27FC236}">
                <a16:creationId xmlns:a16="http://schemas.microsoft.com/office/drawing/2014/main" id="{1E1F99AB-9559-0E4D-A3D7-815FE4FEA40A}"/>
              </a:ext>
            </a:extLst>
          </p:cNvPr>
          <p:cNvCxnSpPr/>
          <p:nvPr/>
        </p:nvCxnSpPr>
        <p:spPr>
          <a:xfrm>
            <a:off x="6819162" y="23817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55" name="TextBox 254">
            <a:extLst>
              <a:ext uri="{FF2B5EF4-FFF2-40B4-BE49-F238E27FC236}">
                <a16:creationId xmlns:a16="http://schemas.microsoft.com/office/drawing/2014/main" id="{ED547176-1880-733C-B1F7-CCA544D6C902}"/>
              </a:ext>
            </a:extLst>
          </p:cNvPr>
          <p:cNvSpPr txBox="1"/>
          <p:nvPr/>
        </p:nvSpPr>
        <p:spPr>
          <a:xfrm>
            <a:off x="6923570" y="2404231"/>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256" name="Straight Connector 255">
            <a:extLst>
              <a:ext uri="{FF2B5EF4-FFF2-40B4-BE49-F238E27FC236}">
                <a16:creationId xmlns:a16="http://schemas.microsoft.com/office/drawing/2014/main" id="{67870050-9CD2-B424-E69C-815DD8CB8091}"/>
              </a:ext>
            </a:extLst>
          </p:cNvPr>
          <p:cNvCxnSpPr/>
          <p:nvPr/>
        </p:nvCxnSpPr>
        <p:spPr>
          <a:xfrm>
            <a:off x="7169682" y="238174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57" name="Straight Connector 256">
            <a:extLst>
              <a:ext uri="{FF2B5EF4-FFF2-40B4-BE49-F238E27FC236}">
                <a16:creationId xmlns:a16="http://schemas.microsoft.com/office/drawing/2014/main" id="{A66AA155-5E7B-7B82-2947-CAA87AFC8FE9}"/>
              </a:ext>
            </a:extLst>
          </p:cNvPr>
          <p:cNvCxnSpPr/>
          <p:nvPr/>
        </p:nvCxnSpPr>
        <p:spPr>
          <a:xfrm>
            <a:off x="7169682" y="270371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58" name="Straight Connector 257">
            <a:extLst>
              <a:ext uri="{FF2B5EF4-FFF2-40B4-BE49-F238E27FC236}">
                <a16:creationId xmlns:a16="http://schemas.microsoft.com/office/drawing/2014/main" id="{93E9569D-C253-A759-ED9A-15F8CF4C3150}"/>
              </a:ext>
            </a:extLst>
          </p:cNvPr>
          <p:cNvCxnSpPr>
            <a:cxnSpLocks/>
          </p:cNvCxnSpPr>
          <p:nvPr/>
        </p:nvCxnSpPr>
        <p:spPr>
          <a:xfrm>
            <a:off x="7520305" y="23817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59" name="Straight Connector 258">
            <a:extLst>
              <a:ext uri="{FF2B5EF4-FFF2-40B4-BE49-F238E27FC236}">
                <a16:creationId xmlns:a16="http://schemas.microsoft.com/office/drawing/2014/main" id="{4E5A0700-224A-C58D-ADEE-01BEC0436146}"/>
              </a:ext>
            </a:extLst>
          </p:cNvPr>
          <p:cNvCxnSpPr/>
          <p:nvPr/>
        </p:nvCxnSpPr>
        <p:spPr>
          <a:xfrm>
            <a:off x="7169682" y="23817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60" name="TextBox 259">
            <a:extLst>
              <a:ext uri="{FF2B5EF4-FFF2-40B4-BE49-F238E27FC236}">
                <a16:creationId xmlns:a16="http://schemas.microsoft.com/office/drawing/2014/main" id="{4D5C669C-87DF-06ED-A33D-736F801A8E4D}"/>
              </a:ext>
            </a:extLst>
          </p:cNvPr>
          <p:cNvSpPr txBox="1"/>
          <p:nvPr/>
        </p:nvSpPr>
        <p:spPr>
          <a:xfrm>
            <a:off x="7274090" y="2404231"/>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261" name="Straight Connector 260">
            <a:extLst>
              <a:ext uri="{FF2B5EF4-FFF2-40B4-BE49-F238E27FC236}">
                <a16:creationId xmlns:a16="http://schemas.microsoft.com/office/drawing/2014/main" id="{DD5ADB78-8108-8B39-04DA-70F67C1EC652}"/>
              </a:ext>
            </a:extLst>
          </p:cNvPr>
          <p:cNvCxnSpPr/>
          <p:nvPr/>
        </p:nvCxnSpPr>
        <p:spPr>
          <a:xfrm>
            <a:off x="7520202" y="238174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2" name="Straight Connector 261">
            <a:extLst>
              <a:ext uri="{FF2B5EF4-FFF2-40B4-BE49-F238E27FC236}">
                <a16:creationId xmlns:a16="http://schemas.microsoft.com/office/drawing/2014/main" id="{6CB24236-56DA-D712-D84C-C907ED22CE4A}"/>
              </a:ext>
            </a:extLst>
          </p:cNvPr>
          <p:cNvCxnSpPr/>
          <p:nvPr/>
        </p:nvCxnSpPr>
        <p:spPr>
          <a:xfrm>
            <a:off x="7520202" y="270371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3" name="Straight Connector 262">
            <a:extLst>
              <a:ext uri="{FF2B5EF4-FFF2-40B4-BE49-F238E27FC236}">
                <a16:creationId xmlns:a16="http://schemas.microsoft.com/office/drawing/2014/main" id="{6A7ED80F-FA48-66D8-D225-CDA12507721C}"/>
              </a:ext>
            </a:extLst>
          </p:cNvPr>
          <p:cNvCxnSpPr>
            <a:cxnSpLocks/>
          </p:cNvCxnSpPr>
          <p:nvPr/>
        </p:nvCxnSpPr>
        <p:spPr>
          <a:xfrm>
            <a:off x="7870825" y="23817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C4E7980F-D0B7-9D2D-2AE3-B5531FF84C9F}"/>
              </a:ext>
            </a:extLst>
          </p:cNvPr>
          <p:cNvCxnSpPr/>
          <p:nvPr/>
        </p:nvCxnSpPr>
        <p:spPr>
          <a:xfrm>
            <a:off x="7520202" y="238174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65" name="TextBox 264">
            <a:extLst>
              <a:ext uri="{FF2B5EF4-FFF2-40B4-BE49-F238E27FC236}">
                <a16:creationId xmlns:a16="http://schemas.microsoft.com/office/drawing/2014/main" id="{ABAC6AFD-95B6-EDBE-915C-D8457298FC82}"/>
              </a:ext>
            </a:extLst>
          </p:cNvPr>
          <p:cNvSpPr txBox="1"/>
          <p:nvPr/>
        </p:nvSpPr>
        <p:spPr>
          <a:xfrm>
            <a:off x="7624610" y="2404231"/>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266" name="Straight Connector 265">
            <a:extLst>
              <a:ext uri="{FF2B5EF4-FFF2-40B4-BE49-F238E27FC236}">
                <a16:creationId xmlns:a16="http://schemas.microsoft.com/office/drawing/2014/main" id="{5B6E583B-5164-2731-6E41-E1BCE0091E7A}"/>
              </a:ext>
            </a:extLst>
          </p:cNvPr>
          <p:cNvCxnSpPr/>
          <p:nvPr/>
        </p:nvCxnSpPr>
        <p:spPr>
          <a:xfrm>
            <a:off x="7870722" y="238174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7" name="Straight Connector 266">
            <a:extLst>
              <a:ext uri="{FF2B5EF4-FFF2-40B4-BE49-F238E27FC236}">
                <a16:creationId xmlns:a16="http://schemas.microsoft.com/office/drawing/2014/main" id="{3DEE3093-AB01-CCC0-0842-258BFDB9604D}"/>
              </a:ext>
            </a:extLst>
          </p:cNvPr>
          <p:cNvCxnSpPr/>
          <p:nvPr/>
        </p:nvCxnSpPr>
        <p:spPr>
          <a:xfrm>
            <a:off x="7870722" y="270371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8" name="Straight Connector 267">
            <a:extLst>
              <a:ext uri="{FF2B5EF4-FFF2-40B4-BE49-F238E27FC236}">
                <a16:creationId xmlns:a16="http://schemas.microsoft.com/office/drawing/2014/main" id="{12478FFF-DCAC-B743-D95E-13077C2929CD}"/>
              </a:ext>
            </a:extLst>
          </p:cNvPr>
          <p:cNvCxnSpPr>
            <a:cxnSpLocks/>
          </p:cNvCxnSpPr>
          <p:nvPr/>
        </p:nvCxnSpPr>
        <p:spPr>
          <a:xfrm>
            <a:off x="8221345" y="238174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9" name="Straight Connector 268">
            <a:extLst>
              <a:ext uri="{FF2B5EF4-FFF2-40B4-BE49-F238E27FC236}">
                <a16:creationId xmlns:a16="http://schemas.microsoft.com/office/drawing/2014/main" id="{629E6FF0-88C7-0BB7-FDA2-7B385C30C503}"/>
              </a:ext>
            </a:extLst>
          </p:cNvPr>
          <p:cNvCxnSpPr/>
          <p:nvPr/>
        </p:nvCxnSpPr>
        <p:spPr>
          <a:xfrm>
            <a:off x="7870722" y="23817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70" name="TextBox 269">
            <a:extLst>
              <a:ext uri="{FF2B5EF4-FFF2-40B4-BE49-F238E27FC236}">
                <a16:creationId xmlns:a16="http://schemas.microsoft.com/office/drawing/2014/main" id="{5CB1B3E2-CD59-7BA7-69A2-FBFEDAB451F6}"/>
              </a:ext>
            </a:extLst>
          </p:cNvPr>
          <p:cNvSpPr txBox="1"/>
          <p:nvPr/>
        </p:nvSpPr>
        <p:spPr>
          <a:xfrm>
            <a:off x="7975130" y="2404231"/>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sp>
        <p:nvSpPr>
          <p:cNvPr id="271" name="TextBox 270">
            <a:extLst>
              <a:ext uri="{FF2B5EF4-FFF2-40B4-BE49-F238E27FC236}">
                <a16:creationId xmlns:a16="http://schemas.microsoft.com/office/drawing/2014/main" id="{F87087BE-23B8-1D52-F5AB-CCC340D532A8}"/>
              </a:ext>
            </a:extLst>
          </p:cNvPr>
          <p:cNvSpPr txBox="1"/>
          <p:nvPr/>
        </p:nvSpPr>
        <p:spPr>
          <a:xfrm>
            <a:off x="7571166" y="1772663"/>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-2</a:t>
            </a:r>
          </a:p>
        </p:txBody>
      </p:sp>
      <p:sp>
        <p:nvSpPr>
          <p:cNvPr id="272" name="TextBox 271">
            <a:extLst>
              <a:ext uri="{FF2B5EF4-FFF2-40B4-BE49-F238E27FC236}">
                <a16:creationId xmlns:a16="http://schemas.microsoft.com/office/drawing/2014/main" id="{5552B037-CC18-3814-2133-463CD7E24F78}"/>
              </a:ext>
            </a:extLst>
          </p:cNvPr>
          <p:cNvSpPr txBox="1"/>
          <p:nvPr/>
        </p:nvSpPr>
        <p:spPr>
          <a:xfrm>
            <a:off x="7929098" y="1766084"/>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-2</a:t>
            </a:r>
          </a:p>
        </p:txBody>
      </p:sp>
      <p:sp>
        <p:nvSpPr>
          <p:cNvPr id="273" name="TextBox 272">
            <a:extLst>
              <a:ext uri="{FF2B5EF4-FFF2-40B4-BE49-F238E27FC236}">
                <a16:creationId xmlns:a16="http://schemas.microsoft.com/office/drawing/2014/main" id="{D61B698B-C2A3-E988-E08E-9F1943D3D357}"/>
              </a:ext>
            </a:extLst>
          </p:cNvPr>
          <p:cNvSpPr txBox="1"/>
          <p:nvPr/>
        </p:nvSpPr>
        <p:spPr>
          <a:xfrm>
            <a:off x="6887443" y="2094500"/>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-2</a:t>
            </a:r>
          </a:p>
        </p:txBody>
      </p:sp>
      <p:sp>
        <p:nvSpPr>
          <p:cNvPr id="274" name="TextBox 273">
            <a:extLst>
              <a:ext uri="{FF2B5EF4-FFF2-40B4-BE49-F238E27FC236}">
                <a16:creationId xmlns:a16="http://schemas.microsoft.com/office/drawing/2014/main" id="{F9A334EC-B6E3-2D90-4D81-A49FFAD34E8B}"/>
              </a:ext>
            </a:extLst>
          </p:cNvPr>
          <p:cNvSpPr txBox="1"/>
          <p:nvPr/>
        </p:nvSpPr>
        <p:spPr>
          <a:xfrm>
            <a:off x="7229076" y="2094499"/>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-2</a:t>
            </a:r>
          </a:p>
        </p:txBody>
      </p:sp>
      <p:sp>
        <p:nvSpPr>
          <p:cNvPr id="275" name="TextBox 274">
            <a:extLst>
              <a:ext uri="{FF2B5EF4-FFF2-40B4-BE49-F238E27FC236}">
                <a16:creationId xmlns:a16="http://schemas.microsoft.com/office/drawing/2014/main" id="{00F7C9BB-F735-1CA8-B5D1-CABA90D432FC}"/>
              </a:ext>
            </a:extLst>
          </p:cNvPr>
          <p:cNvSpPr txBox="1"/>
          <p:nvPr/>
        </p:nvSpPr>
        <p:spPr>
          <a:xfrm>
            <a:off x="7579492" y="2092702"/>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-2</a:t>
            </a:r>
          </a:p>
        </p:txBody>
      </p:sp>
      <p:sp>
        <p:nvSpPr>
          <p:cNvPr id="276" name="TextBox 275">
            <a:extLst>
              <a:ext uri="{FF2B5EF4-FFF2-40B4-BE49-F238E27FC236}">
                <a16:creationId xmlns:a16="http://schemas.microsoft.com/office/drawing/2014/main" id="{2C5C79AC-54FC-1309-E612-82F571752EFB}"/>
              </a:ext>
            </a:extLst>
          </p:cNvPr>
          <p:cNvSpPr txBox="1"/>
          <p:nvPr/>
        </p:nvSpPr>
        <p:spPr>
          <a:xfrm>
            <a:off x="7937424" y="2086123"/>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-2</a:t>
            </a:r>
          </a:p>
        </p:txBody>
      </p:sp>
      <p:sp>
        <p:nvSpPr>
          <p:cNvPr id="277" name="TextBox 276">
            <a:extLst>
              <a:ext uri="{FF2B5EF4-FFF2-40B4-BE49-F238E27FC236}">
                <a16:creationId xmlns:a16="http://schemas.microsoft.com/office/drawing/2014/main" id="{DC3C2C97-52AD-0656-6715-ABB65FB5C0D7}"/>
              </a:ext>
            </a:extLst>
          </p:cNvPr>
          <p:cNvSpPr txBox="1"/>
          <p:nvPr/>
        </p:nvSpPr>
        <p:spPr>
          <a:xfrm>
            <a:off x="6885845" y="2436120"/>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-2</a:t>
            </a:r>
          </a:p>
        </p:txBody>
      </p:sp>
      <p:sp>
        <p:nvSpPr>
          <p:cNvPr id="278" name="TextBox 277">
            <a:extLst>
              <a:ext uri="{FF2B5EF4-FFF2-40B4-BE49-F238E27FC236}">
                <a16:creationId xmlns:a16="http://schemas.microsoft.com/office/drawing/2014/main" id="{CCE2D3A5-D752-DDF0-5CC2-786945AA5176}"/>
              </a:ext>
            </a:extLst>
          </p:cNvPr>
          <p:cNvSpPr txBox="1"/>
          <p:nvPr/>
        </p:nvSpPr>
        <p:spPr>
          <a:xfrm>
            <a:off x="7227478" y="2436119"/>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-2</a:t>
            </a:r>
          </a:p>
        </p:txBody>
      </p:sp>
      <p:sp>
        <p:nvSpPr>
          <p:cNvPr id="279" name="TextBox 278">
            <a:extLst>
              <a:ext uri="{FF2B5EF4-FFF2-40B4-BE49-F238E27FC236}">
                <a16:creationId xmlns:a16="http://schemas.microsoft.com/office/drawing/2014/main" id="{E6762312-8858-2363-6506-FC2AD97E127D}"/>
              </a:ext>
            </a:extLst>
          </p:cNvPr>
          <p:cNvSpPr txBox="1"/>
          <p:nvPr/>
        </p:nvSpPr>
        <p:spPr>
          <a:xfrm>
            <a:off x="7577894" y="2434322"/>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-2</a:t>
            </a:r>
          </a:p>
        </p:txBody>
      </p:sp>
      <p:sp>
        <p:nvSpPr>
          <p:cNvPr id="280" name="TextBox 279">
            <a:extLst>
              <a:ext uri="{FF2B5EF4-FFF2-40B4-BE49-F238E27FC236}">
                <a16:creationId xmlns:a16="http://schemas.microsoft.com/office/drawing/2014/main" id="{05ECD0C4-A929-319A-F627-4083B184E1F3}"/>
              </a:ext>
            </a:extLst>
          </p:cNvPr>
          <p:cNvSpPr txBox="1"/>
          <p:nvPr/>
        </p:nvSpPr>
        <p:spPr>
          <a:xfrm>
            <a:off x="7935826" y="2427743"/>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-2</a:t>
            </a:r>
          </a:p>
        </p:txBody>
      </p:sp>
      <p:sp>
        <p:nvSpPr>
          <p:cNvPr id="281" name="TextBox 280">
            <a:extLst>
              <a:ext uri="{FF2B5EF4-FFF2-40B4-BE49-F238E27FC236}">
                <a16:creationId xmlns:a16="http://schemas.microsoft.com/office/drawing/2014/main" id="{031AAB43-59BB-005D-967E-1A3E4A6E53CD}"/>
              </a:ext>
            </a:extLst>
          </p:cNvPr>
          <p:cNvSpPr txBox="1"/>
          <p:nvPr/>
        </p:nvSpPr>
        <p:spPr>
          <a:xfrm>
            <a:off x="6520041" y="2444068"/>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cxnSp>
        <p:nvCxnSpPr>
          <p:cNvPr id="282" name="Straight Connector 281">
            <a:extLst>
              <a:ext uri="{FF2B5EF4-FFF2-40B4-BE49-F238E27FC236}">
                <a16:creationId xmlns:a16="http://schemas.microsoft.com/office/drawing/2014/main" id="{0AAB80A6-6CAF-A8C6-5871-FCCD01DC923B}"/>
              </a:ext>
            </a:extLst>
          </p:cNvPr>
          <p:cNvCxnSpPr/>
          <p:nvPr/>
        </p:nvCxnSpPr>
        <p:spPr>
          <a:xfrm>
            <a:off x="3922211" y="294440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3" name="Straight Connector 282">
            <a:extLst>
              <a:ext uri="{FF2B5EF4-FFF2-40B4-BE49-F238E27FC236}">
                <a16:creationId xmlns:a16="http://schemas.microsoft.com/office/drawing/2014/main" id="{ED55E47B-4988-54FA-B0FA-1BADA804F948}"/>
              </a:ext>
            </a:extLst>
          </p:cNvPr>
          <p:cNvCxnSpPr/>
          <p:nvPr/>
        </p:nvCxnSpPr>
        <p:spPr>
          <a:xfrm>
            <a:off x="3922211" y="326637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4" name="Straight Connector 283">
            <a:extLst>
              <a:ext uri="{FF2B5EF4-FFF2-40B4-BE49-F238E27FC236}">
                <a16:creationId xmlns:a16="http://schemas.microsoft.com/office/drawing/2014/main" id="{2BB016D8-929A-565B-514D-5DE615F03565}"/>
              </a:ext>
            </a:extLst>
          </p:cNvPr>
          <p:cNvCxnSpPr>
            <a:cxnSpLocks/>
          </p:cNvCxnSpPr>
          <p:nvPr/>
        </p:nvCxnSpPr>
        <p:spPr>
          <a:xfrm>
            <a:off x="4272834" y="29444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5" name="Straight Connector 284">
            <a:extLst>
              <a:ext uri="{FF2B5EF4-FFF2-40B4-BE49-F238E27FC236}">
                <a16:creationId xmlns:a16="http://schemas.microsoft.com/office/drawing/2014/main" id="{2667D1F0-346D-05AE-D1B9-6408B829CD80}"/>
              </a:ext>
            </a:extLst>
          </p:cNvPr>
          <p:cNvCxnSpPr/>
          <p:nvPr/>
        </p:nvCxnSpPr>
        <p:spPr>
          <a:xfrm>
            <a:off x="3922211" y="294440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86" name="TextBox 285">
            <a:extLst>
              <a:ext uri="{FF2B5EF4-FFF2-40B4-BE49-F238E27FC236}">
                <a16:creationId xmlns:a16="http://schemas.microsoft.com/office/drawing/2014/main" id="{F6796E92-3E3C-4BDE-9A9D-573BB4EFFCA5}"/>
              </a:ext>
            </a:extLst>
          </p:cNvPr>
          <p:cNvSpPr txBox="1"/>
          <p:nvPr/>
        </p:nvSpPr>
        <p:spPr>
          <a:xfrm>
            <a:off x="3980319" y="2982280"/>
            <a:ext cx="235606"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-3</a:t>
            </a:r>
          </a:p>
        </p:txBody>
      </p:sp>
      <p:cxnSp>
        <p:nvCxnSpPr>
          <p:cNvPr id="287" name="Straight Connector 286">
            <a:extLst>
              <a:ext uri="{FF2B5EF4-FFF2-40B4-BE49-F238E27FC236}">
                <a16:creationId xmlns:a16="http://schemas.microsoft.com/office/drawing/2014/main" id="{227EC32B-B679-F9EB-1BDC-FED8637CABBA}"/>
              </a:ext>
            </a:extLst>
          </p:cNvPr>
          <p:cNvCxnSpPr/>
          <p:nvPr/>
        </p:nvCxnSpPr>
        <p:spPr>
          <a:xfrm>
            <a:off x="4272731" y="294440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8" name="Straight Connector 287">
            <a:extLst>
              <a:ext uri="{FF2B5EF4-FFF2-40B4-BE49-F238E27FC236}">
                <a16:creationId xmlns:a16="http://schemas.microsoft.com/office/drawing/2014/main" id="{C1273BCC-5C42-444A-CA18-16FA1B63A21D}"/>
              </a:ext>
            </a:extLst>
          </p:cNvPr>
          <p:cNvCxnSpPr/>
          <p:nvPr/>
        </p:nvCxnSpPr>
        <p:spPr>
          <a:xfrm>
            <a:off x="4272731" y="326637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9" name="Straight Connector 288">
            <a:extLst>
              <a:ext uri="{FF2B5EF4-FFF2-40B4-BE49-F238E27FC236}">
                <a16:creationId xmlns:a16="http://schemas.microsoft.com/office/drawing/2014/main" id="{3B0B43BB-D755-AB00-C584-39347B4817DC}"/>
              </a:ext>
            </a:extLst>
          </p:cNvPr>
          <p:cNvCxnSpPr>
            <a:cxnSpLocks/>
          </p:cNvCxnSpPr>
          <p:nvPr/>
        </p:nvCxnSpPr>
        <p:spPr>
          <a:xfrm>
            <a:off x="4623354" y="29444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90" name="Straight Connector 289">
            <a:extLst>
              <a:ext uri="{FF2B5EF4-FFF2-40B4-BE49-F238E27FC236}">
                <a16:creationId xmlns:a16="http://schemas.microsoft.com/office/drawing/2014/main" id="{EBD195F4-5CA2-0605-CE47-DB2A6D59D35C}"/>
              </a:ext>
            </a:extLst>
          </p:cNvPr>
          <p:cNvCxnSpPr/>
          <p:nvPr/>
        </p:nvCxnSpPr>
        <p:spPr>
          <a:xfrm>
            <a:off x="4272731" y="29444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91" name="TextBox 290">
            <a:extLst>
              <a:ext uri="{FF2B5EF4-FFF2-40B4-BE49-F238E27FC236}">
                <a16:creationId xmlns:a16="http://schemas.microsoft.com/office/drawing/2014/main" id="{ED087E06-71E0-E499-BD58-5A6755DCBDEE}"/>
              </a:ext>
            </a:extLst>
          </p:cNvPr>
          <p:cNvSpPr txBox="1"/>
          <p:nvPr/>
        </p:nvSpPr>
        <p:spPr>
          <a:xfrm>
            <a:off x="4339039" y="2982280"/>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-3</a:t>
            </a:r>
          </a:p>
        </p:txBody>
      </p:sp>
      <p:cxnSp>
        <p:nvCxnSpPr>
          <p:cNvPr id="292" name="Straight Connector 291">
            <a:extLst>
              <a:ext uri="{FF2B5EF4-FFF2-40B4-BE49-F238E27FC236}">
                <a16:creationId xmlns:a16="http://schemas.microsoft.com/office/drawing/2014/main" id="{0999A7C3-9D7F-D9A0-B929-F32DBE60EEFE}"/>
              </a:ext>
            </a:extLst>
          </p:cNvPr>
          <p:cNvCxnSpPr/>
          <p:nvPr/>
        </p:nvCxnSpPr>
        <p:spPr>
          <a:xfrm>
            <a:off x="4623251" y="294440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93" name="Straight Connector 292">
            <a:extLst>
              <a:ext uri="{FF2B5EF4-FFF2-40B4-BE49-F238E27FC236}">
                <a16:creationId xmlns:a16="http://schemas.microsoft.com/office/drawing/2014/main" id="{94F646FD-0605-DC97-3B5A-88E7C8B659E8}"/>
              </a:ext>
            </a:extLst>
          </p:cNvPr>
          <p:cNvCxnSpPr/>
          <p:nvPr/>
        </p:nvCxnSpPr>
        <p:spPr>
          <a:xfrm>
            <a:off x="4623251" y="326637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94" name="Straight Connector 293">
            <a:extLst>
              <a:ext uri="{FF2B5EF4-FFF2-40B4-BE49-F238E27FC236}">
                <a16:creationId xmlns:a16="http://schemas.microsoft.com/office/drawing/2014/main" id="{802F867A-8913-B067-A192-9E15073F22CA}"/>
              </a:ext>
            </a:extLst>
          </p:cNvPr>
          <p:cNvCxnSpPr>
            <a:cxnSpLocks/>
          </p:cNvCxnSpPr>
          <p:nvPr/>
        </p:nvCxnSpPr>
        <p:spPr>
          <a:xfrm>
            <a:off x="4973874" y="29444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95" name="Straight Connector 294">
            <a:extLst>
              <a:ext uri="{FF2B5EF4-FFF2-40B4-BE49-F238E27FC236}">
                <a16:creationId xmlns:a16="http://schemas.microsoft.com/office/drawing/2014/main" id="{97FEEF7A-0B18-7C5F-7A29-D96F6AA48A24}"/>
              </a:ext>
            </a:extLst>
          </p:cNvPr>
          <p:cNvCxnSpPr/>
          <p:nvPr/>
        </p:nvCxnSpPr>
        <p:spPr>
          <a:xfrm>
            <a:off x="4623251" y="29444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96" name="TextBox 295">
            <a:extLst>
              <a:ext uri="{FF2B5EF4-FFF2-40B4-BE49-F238E27FC236}">
                <a16:creationId xmlns:a16="http://schemas.microsoft.com/office/drawing/2014/main" id="{F6B48D3D-FADC-C47E-6911-F9105C0AA1F3}"/>
              </a:ext>
            </a:extLst>
          </p:cNvPr>
          <p:cNvSpPr txBox="1"/>
          <p:nvPr/>
        </p:nvSpPr>
        <p:spPr>
          <a:xfrm>
            <a:off x="4674319" y="2982280"/>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-3</a:t>
            </a:r>
          </a:p>
        </p:txBody>
      </p:sp>
      <p:cxnSp>
        <p:nvCxnSpPr>
          <p:cNvPr id="297" name="Straight Connector 296">
            <a:extLst>
              <a:ext uri="{FF2B5EF4-FFF2-40B4-BE49-F238E27FC236}">
                <a16:creationId xmlns:a16="http://schemas.microsoft.com/office/drawing/2014/main" id="{0FA84A56-BB05-ECE2-6FCE-14DBAD4B5900}"/>
              </a:ext>
            </a:extLst>
          </p:cNvPr>
          <p:cNvCxnSpPr/>
          <p:nvPr/>
        </p:nvCxnSpPr>
        <p:spPr>
          <a:xfrm>
            <a:off x="4973771" y="294440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98" name="Straight Connector 297">
            <a:extLst>
              <a:ext uri="{FF2B5EF4-FFF2-40B4-BE49-F238E27FC236}">
                <a16:creationId xmlns:a16="http://schemas.microsoft.com/office/drawing/2014/main" id="{688F3614-7DB5-FD72-7380-1FFA39D8F48A}"/>
              </a:ext>
            </a:extLst>
          </p:cNvPr>
          <p:cNvCxnSpPr/>
          <p:nvPr/>
        </p:nvCxnSpPr>
        <p:spPr>
          <a:xfrm>
            <a:off x="4973771" y="326637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99" name="Straight Connector 298">
            <a:extLst>
              <a:ext uri="{FF2B5EF4-FFF2-40B4-BE49-F238E27FC236}">
                <a16:creationId xmlns:a16="http://schemas.microsoft.com/office/drawing/2014/main" id="{6DCED5A6-645C-198E-0449-2025E83E72B2}"/>
              </a:ext>
            </a:extLst>
          </p:cNvPr>
          <p:cNvCxnSpPr>
            <a:cxnSpLocks/>
          </p:cNvCxnSpPr>
          <p:nvPr/>
        </p:nvCxnSpPr>
        <p:spPr>
          <a:xfrm>
            <a:off x="5324394" y="29444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00" name="Straight Connector 299">
            <a:extLst>
              <a:ext uri="{FF2B5EF4-FFF2-40B4-BE49-F238E27FC236}">
                <a16:creationId xmlns:a16="http://schemas.microsoft.com/office/drawing/2014/main" id="{A929914A-8076-76B5-362E-20BF2B675041}"/>
              </a:ext>
            </a:extLst>
          </p:cNvPr>
          <p:cNvCxnSpPr/>
          <p:nvPr/>
        </p:nvCxnSpPr>
        <p:spPr>
          <a:xfrm>
            <a:off x="4973771" y="29444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01" name="Straight Connector 300">
            <a:extLst>
              <a:ext uri="{FF2B5EF4-FFF2-40B4-BE49-F238E27FC236}">
                <a16:creationId xmlns:a16="http://schemas.microsoft.com/office/drawing/2014/main" id="{F39169AA-0C44-B1DD-1641-8E77DEE05934}"/>
              </a:ext>
            </a:extLst>
          </p:cNvPr>
          <p:cNvCxnSpPr/>
          <p:nvPr/>
        </p:nvCxnSpPr>
        <p:spPr>
          <a:xfrm>
            <a:off x="5324291" y="294440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02" name="Straight Connector 301">
            <a:extLst>
              <a:ext uri="{FF2B5EF4-FFF2-40B4-BE49-F238E27FC236}">
                <a16:creationId xmlns:a16="http://schemas.microsoft.com/office/drawing/2014/main" id="{9F73748D-5DB8-F9AF-0911-986B872D2C92}"/>
              </a:ext>
            </a:extLst>
          </p:cNvPr>
          <p:cNvCxnSpPr/>
          <p:nvPr/>
        </p:nvCxnSpPr>
        <p:spPr>
          <a:xfrm>
            <a:off x="5324291" y="326637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03" name="Straight Connector 302">
            <a:extLst>
              <a:ext uri="{FF2B5EF4-FFF2-40B4-BE49-F238E27FC236}">
                <a16:creationId xmlns:a16="http://schemas.microsoft.com/office/drawing/2014/main" id="{4306F0D8-EC48-8FB1-890D-CDE1A7062E9F}"/>
              </a:ext>
            </a:extLst>
          </p:cNvPr>
          <p:cNvCxnSpPr>
            <a:cxnSpLocks/>
          </p:cNvCxnSpPr>
          <p:nvPr/>
        </p:nvCxnSpPr>
        <p:spPr>
          <a:xfrm>
            <a:off x="5674914" y="294440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04" name="Straight Connector 303">
            <a:extLst>
              <a:ext uri="{FF2B5EF4-FFF2-40B4-BE49-F238E27FC236}">
                <a16:creationId xmlns:a16="http://schemas.microsoft.com/office/drawing/2014/main" id="{B4907B1A-8D36-A4F5-2941-84C1CAB30D4F}"/>
              </a:ext>
            </a:extLst>
          </p:cNvPr>
          <p:cNvCxnSpPr/>
          <p:nvPr/>
        </p:nvCxnSpPr>
        <p:spPr>
          <a:xfrm>
            <a:off x="5324291" y="294440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05" name="Straight Connector 304">
            <a:extLst>
              <a:ext uri="{FF2B5EF4-FFF2-40B4-BE49-F238E27FC236}">
                <a16:creationId xmlns:a16="http://schemas.microsoft.com/office/drawing/2014/main" id="{AF953BC9-4589-3D72-E3B7-ABE67D168FF5}"/>
              </a:ext>
            </a:extLst>
          </p:cNvPr>
          <p:cNvCxnSpPr/>
          <p:nvPr/>
        </p:nvCxnSpPr>
        <p:spPr>
          <a:xfrm>
            <a:off x="3922211" y="326952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06" name="Straight Connector 305">
            <a:extLst>
              <a:ext uri="{FF2B5EF4-FFF2-40B4-BE49-F238E27FC236}">
                <a16:creationId xmlns:a16="http://schemas.microsoft.com/office/drawing/2014/main" id="{19E648E4-C0AA-DC57-9387-4A1CA6EA22DD}"/>
              </a:ext>
            </a:extLst>
          </p:cNvPr>
          <p:cNvCxnSpPr/>
          <p:nvPr/>
        </p:nvCxnSpPr>
        <p:spPr>
          <a:xfrm>
            <a:off x="3922211" y="359149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07" name="Straight Connector 306">
            <a:extLst>
              <a:ext uri="{FF2B5EF4-FFF2-40B4-BE49-F238E27FC236}">
                <a16:creationId xmlns:a16="http://schemas.microsoft.com/office/drawing/2014/main" id="{972174C0-1F45-FEA0-8EC3-7A31B834BE4E}"/>
              </a:ext>
            </a:extLst>
          </p:cNvPr>
          <p:cNvCxnSpPr>
            <a:cxnSpLocks/>
          </p:cNvCxnSpPr>
          <p:nvPr/>
        </p:nvCxnSpPr>
        <p:spPr>
          <a:xfrm>
            <a:off x="4272834" y="3269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08" name="Straight Connector 307">
            <a:extLst>
              <a:ext uri="{FF2B5EF4-FFF2-40B4-BE49-F238E27FC236}">
                <a16:creationId xmlns:a16="http://schemas.microsoft.com/office/drawing/2014/main" id="{B8B16AE0-2986-40AE-CEC8-191A74F4049A}"/>
              </a:ext>
            </a:extLst>
          </p:cNvPr>
          <p:cNvCxnSpPr/>
          <p:nvPr/>
        </p:nvCxnSpPr>
        <p:spPr>
          <a:xfrm>
            <a:off x="3922211" y="326952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09" name="TextBox 308">
            <a:extLst>
              <a:ext uri="{FF2B5EF4-FFF2-40B4-BE49-F238E27FC236}">
                <a16:creationId xmlns:a16="http://schemas.microsoft.com/office/drawing/2014/main" id="{40E09293-1999-5347-A23E-9DFECA747A59}"/>
              </a:ext>
            </a:extLst>
          </p:cNvPr>
          <p:cNvSpPr txBox="1"/>
          <p:nvPr/>
        </p:nvSpPr>
        <p:spPr>
          <a:xfrm>
            <a:off x="4026619" y="3307400"/>
            <a:ext cx="141807"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0</a:t>
            </a:r>
          </a:p>
        </p:txBody>
      </p:sp>
      <p:cxnSp>
        <p:nvCxnSpPr>
          <p:cNvPr id="310" name="Straight Connector 309">
            <a:extLst>
              <a:ext uri="{FF2B5EF4-FFF2-40B4-BE49-F238E27FC236}">
                <a16:creationId xmlns:a16="http://schemas.microsoft.com/office/drawing/2014/main" id="{D9267132-969B-8862-03E3-CFDDBEE186DD}"/>
              </a:ext>
            </a:extLst>
          </p:cNvPr>
          <p:cNvCxnSpPr/>
          <p:nvPr/>
        </p:nvCxnSpPr>
        <p:spPr>
          <a:xfrm>
            <a:off x="4272731" y="326952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11" name="Straight Connector 310">
            <a:extLst>
              <a:ext uri="{FF2B5EF4-FFF2-40B4-BE49-F238E27FC236}">
                <a16:creationId xmlns:a16="http://schemas.microsoft.com/office/drawing/2014/main" id="{AEAEEC91-776A-2EC6-3727-5F48A83DD6C5}"/>
              </a:ext>
            </a:extLst>
          </p:cNvPr>
          <p:cNvCxnSpPr/>
          <p:nvPr/>
        </p:nvCxnSpPr>
        <p:spPr>
          <a:xfrm>
            <a:off x="4272731" y="359149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12" name="Straight Connector 311">
            <a:extLst>
              <a:ext uri="{FF2B5EF4-FFF2-40B4-BE49-F238E27FC236}">
                <a16:creationId xmlns:a16="http://schemas.microsoft.com/office/drawing/2014/main" id="{7733C0AC-0E13-0F81-38DD-F2FCF8CA6F0A}"/>
              </a:ext>
            </a:extLst>
          </p:cNvPr>
          <p:cNvCxnSpPr>
            <a:cxnSpLocks/>
          </p:cNvCxnSpPr>
          <p:nvPr/>
        </p:nvCxnSpPr>
        <p:spPr>
          <a:xfrm>
            <a:off x="4623354" y="3269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13" name="Straight Connector 312">
            <a:extLst>
              <a:ext uri="{FF2B5EF4-FFF2-40B4-BE49-F238E27FC236}">
                <a16:creationId xmlns:a16="http://schemas.microsoft.com/office/drawing/2014/main" id="{CD6BAF06-DBAC-13BB-EE76-257D43861277}"/>
              </a:ext>
            </a:extLst>
          </p:cNvPr>
          <p:cNvCxnSpPr/>
          <p:nvPr/>
        </p:nvCxnSpPr>
        <p:spPr>
          <a:xfrm>
            <a:off x="4272731" y="326952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14" name="Straight Connector 313">
            <a:extLst>
              <a:ext uri="{FF2B5EF4-FFF2-40B4-BE49-F238E27FC236}">
                <a16:creationId xmlns:a16="http://schemas.microsoft.com/office/drawing/2014/main" id="{A939A2B1-1EC8-0AD5-008C-1D84F664F392}"/>
              </a:ext>
            </a:extLst>
          </p:cNvPr>
          <p:cNvCxnSpPr/>
          <p:nvPr/>
        </p:nvCxnSpPr>
        <p:spPr>
          <a:xfrm>
            <a:off x="4623251" y="326952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15" name="Straight Connector 314">
            <a:extLst>
              <a:ext uri="{FF2B5EF4-FFF2-40B4-BE49-F238E27FC236}">
                <a16:creationId xmlns:a16="http://schemas.microsoft.com/office/drawing/2014/main" id="{A9823E3F-496D-D0B9-15E4-09DE97480595}"/>
              </a:ext>
            </a:extLst>
          </p:cNvPr>
          <p:cNvCxnSpPr/>
          <p:nvPr/>
        </p:nvCxnSpPr>
        <p:spPr>
          <a:xfrm>
            <a:off x="4623251" y="359149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16" name="Straight Connector 315">
            <a:extLst>
              <a:ext uri="{FF2B5EF4-FFF2-40B4-BE49-F238E27FC236}">
                <a16:creationId xmlns:a16="http://schemas.microsoft.com/office/drawing/2014/main" id="{C5AA3A24-C366-C771-DBC4-3C75DABD0E36}"/>
              </a:ext>
            </a:extLst>
          </p:cNvPr>
          <p:cNvCxnSpPr>
            <a:cxnSpLocks/>
          </p:cNvCxnSpPr>
          <p:nvPr/>
        </p:nvCxnSpPr>
        <p:spPr>
          <a:xfrm>
            <a:off x="4973874" y="3269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17" name="Straight Connector 316">
            <a:extLst>
              <a:ext uri="{FF2B5EF4-FFF2-40B4-BE49-F238E27FC236}">
                <a16:creationId xmlns:a16="http://schemas.microsoft.com/office/drawing/2014/main" id="{A3EDBE6E-8CEC-7437-161D-77EADC148467}"/>
              </a:ext>
            </a:extLst>
          </p:cNvPr>
          <p:cNvCxnSpPr/>
          <p:nvPr/>
        </p:nvCxnSpPr>
        <p:spPr>
          <a:xfrm>
            <a:off x="4623251" y="3269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18" name="Straight Connector 317">
            <a:extLst>
              <a:ext uri="{FF2B5EF4-FFF2-40B4-BE49-F238E27FC236}">
                <a16:creationId xmlns:a16="http://schemas.microsoft.com/office/drawing/2014/main" id="{6738B709-78C4-39A0-2668-102BD8FB61A8}"/>
              </a:ext>
            </a:extLst>
          </p:cNvPr>
          <p:cNvCxnSpPr/>
          <p:nvPr/>
        </p:nvCxnSpPr>
        <p:spPr>
          <a:xfrm>
            <a:off x="4973771" y="326952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19" name="Straight Connector 318">
            <a:extLst>
              <a:ext uri="{FF2B5EF4-FFF2-40B4-BE49-F238E27FC236}">
                <a16:creationId xmlns:a16="http://schemas.microsoft.com/office/drawing/2014/main" id="{B1987457-EFDB-D8E5-7C46-06E8D58E737C}"/>
              </a:ext>
            </a:extLst>
          </p:cNvPr>
          <p:cNvCxnSpPr/>
          <p:nvPr/>
        </p:nvCxnSpPr>
        <p:spPr>
          <a:xfrm>
            <a:off x="4973771" y="359149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0" name="Straight Connector 319">
            <a:extLst>
              <a:ext uri="{FF2B5EF4-FFF2-40B4-BE49-F238E27FC236}">
                <a16:creationId xmlns:a16="http://schemas.microsoft.com/office/drawing/2014/main" id="{D61A1036-6E44-A045-4973-7C940055F3D3}"/>
              </a:ext>
            </a:extLst>
          </p:cNvPr>
          <p:cNvCxnSpPr>
            <a:cxnSpLocks/>
          </p:cNvCxnSpPr>
          <p:nvPr/>
        </p:nvCxnSpPr>
        <p:spPr>
          <a:xfrm>
            <a:off x="5324394" y="3269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1" name="Straight Connector 320">
            <a:extLst>
              <a:ext uri="{FF2B5EF4-FFF2-40B4-BE49-F238E27FC236}">
                <a16:creationId xmlns:a16="http://schemas.microsoft.com/office/drawing/2014/main" id="{D366E936-514C-B60F-227A-A62CEE524513}"/>
              </a:ext>
            </a:extLst>
          </p:cNvPr>
          <p:cNvCxnSpPr/>
          <p:nvPr/>
        </p:nvCxnSpPr>
        <p:spPr>
          <a:xfrm>
            <a:off x="4973771" y="3269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2" name="Straight Connector 321">
            <a:extLst>
              <a:ext uri="{FF2B5EF4-FFF2-40B4-BE49-F238E27FC236}">
                <a16:creationId xmlns:a16="http://schemas.microsoft.com/office/drawing/2014/main" id="{A3302885-16BE-A3A1-692D-31E852B4FEF6}"/>
              </a:ext>
            </a:extLst>
          </p:cNvPr>
          <p:cNvCxnSpPr/>
          <p:nvPr/>
        </p:nvCxnSpPr>
        <p:spPr>
          <a:xfrm>
            <a:off x="5324291" y="326952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3" name="Straight Connector 322">
            <a:extLst>
              <a:ext uri="{FF2B5EF4-FFF2-40B4-BE49-F238E27FC236}">
                <a16:creationId xmlns:a16="http://schemas.microsoft.com/office/drawing/2014/main" id="{296AA988-0AC0-9E83-3663-EB541A829A57}"/>
              </a:ext>
            </a:extLst>
          </p:cNvPr>
          <p:cNvCxnSpPr/>
          <p:nvPr/>
        </p:nvCxnSpPr>
        <p:spPr>
          <a:xfrm>
            <a:off x="5324291" y="359149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4" name="Straight Connector 323">
            <a:extLst>
              <a:ext uri="{FF2B5EF4-FFF2-40B4-BE49-F238E27FC236}">
                <a16:creationId xmlns:a16="http://schemas.microsoft.com/office/drawing/2014/main" id="{7DFB1B98-4C05-3050-3537-A1E355DD2D45}"/>
              </a:ext>
            </a:extLst>
          </p:cNvPr>
          <p:cNvCxnSpPr>
            <a:cxnSpLocks/>
          </p:cNvCxnSpPr>
          <p:nvPr/>
        </p:nvCxnSpPr>
        <p:spPr>
          <a:xfrm>
            <a:off x="5674914" y="326952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5" name="Straight Connector 324">
            <a:extLst>
              <a:ext uri="{FF2B5EF4-FFF2-40B4-BE49-F238E27FC236}">
                <a16:creationId xmlns:a16="http://schemas.microsoft.com/office/drawing/2014/main" id="{17665359-4FB6-AE3B-BAE3-C3BD94A73BFA}"/>
              </a:ext>
            </a:extLst>
          </p:cNvPr>
          <p:cNvCxnSpPr/>
          <p:nvPr/>
        </p:nvCxnSpPr>
        <p:spPr>
          <a:xfrm>
            <a:off x="5324291" y="3269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6" name="Straight Connector 325">
            <a:extLst>
              <a:ext uri="{FF2B5EF4-FFF2-40B4-BE49-F238E27FC236}">
                <a16:creationId xmlns:a16="http://schemas.microsoft.com/office/drawing/2014/main" id="{EF5CE7F4-616B-D778-E348-6BC325D9CC27}"/>
              </a:ext>
            </a:extLst>
          </p:cNvPr>
          <p:cNvCxnSpPr/>
          <p:nvPr/>
        </p:nvCxnSpPr>
        <p:spPr>
          <a:xfrm>
            <a:off x="3922211" y="358956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7" name="Straight Connector 326">
            <a:extLst>
              <a:ext uri="{FF2B5EF4-FFF2-40B4-BE49-F238E27FC236}">
                <a16:creationId xmlns:a16="http://schemas.microsoft.com/office/drawing/2014/main" id="{77AA11CF-4531-D1CF-86E6-9EC9EEDEE18E}"/>
              </a:ext>
            </a:extLst>
          </p:cNvPr>
          <p:cNvCxnSpPr/>
          <p:nvPr/>
        </p:nvCxnSpPr>
        <p:spPr>
          <a:xfrm>
            <a:off x="3922211" y="391153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8" name="Straight Connector 327">
            <a:extLst>
              <a:ext uri="{FF2B5EF4-FFF2-40B4-BE49-F238E27FC236}">
                <a16:creationId xmlns:a16="http://schemas.microsoft.com/office/drawing/2014/main" id="{DAF8D663-E8FD-C3FC-F135-5668C32BA5AC}"/>
              </a:ext>
            </a:extLst>
          </p:cNvPr>
          <p:cNvCxnSpPr>
            <a:cxnSpLocks/>
          </p:cNvCxnSpPr>
          <p:nvPr/>
        </p:nvCxnSpPr>
        <p:spPr>
          <a:xfrm>
            <a:off x="4272834" y="358956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9" name="Straight Connector 328">
            <a:extLst>
              <a:ext uri="{FF2B5EF4-FFF2-40B4-BE49-F238E27FC236}">
                <a16:creationId xmlns:a16="http://schemas.microsoft.com/office/drawing/2014/main" id="{9B4B5E2C-50A7-59D1-BF92-CFF84535D884}"/>
              </a:ext>
            </a:extLst>
          </p:cNvPr>
          <p:cNvCxnSpPr/>
          <p:nvPr/>
        </p:nvCxnSpPr>
        <p:spPr>
          <a:xfrm>
            <a:off x="3922211" y="358956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30" name="TextBox 329">
            <a:extLst>
              <a:ext uri="{FF2B5EF4-FFF2-40B4-BE49-F238E27FC236}">
                <a16:creationId xmlns:a16="http://schemas.microsoft.com/office/drawing/2014/main" id="{0D395884-B7E3-F21D-75FA-509006EF103D}"/>
              </a:ext>
            </a:extLst>
          </p:cNvPr>
          <p:cNvSpPr txBox="1"/>
          <p:nvPr/>
        </p:nvSpPr>
        <p:spPr>
          <a:xfrm>
            <a:off x="4026619" y="3612051"/>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331" name="Straight Connector 330">
            <a:extLst>
              <a:ext uri="{FF2B5EF4-FFF2-40B4-BE49-F238E27FC236}">
                <a16:creationId xmlns:a16="http://schemas.microsoft.com/office/drawing/2014/main" id="{B76773E5-041E-49E6-1D1B-E5FA3F6A3B07}"/>
              </a:ext>
            </a:extLst>
          </p:cNvPr>
          <p:cNvCxnSpPr/>
          <p:nvPr/>
        </p:nvCxnSpPr>
        <p:spPr>
          <a:xfrm>
            <a:off x="4272731" y="358956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2" name="Straight Connector 331">
            <a:extLst>
              <a:ext uri="{FF2B5EF4-FFF2-40B4-BE49-F238E27FC236}">
                <a16:creationId xmlns:a16="http://schemas.microsoft.com/office/drawing/2014/main" id="{16847B64-3D61-46B6-FAEC-7BF9545B6BC5}"/>
              </a:ext>
            </a:extLst>
          </p:cNvPr>
          <p:cNvCxnSpPr/>
          <p:nvPr/>
        </p:nvCxnSpPr>
        <p:spPr>
          <a:xfrm>
            <a:off x="4272731" y="391153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3" name="Straight Connector 332">
            <a:extLst>
              <a:ext uri="{FF2B5EF4-FFF2-40B4-BE49-F238E27FC236}">
                <a16:creationId xmlns:a16="http://schemas.microsoft.com/office/drawing/2014/main" id="{513C2026-1DD1-8F91-6F72-0AA2642CBCED}"/>
              </a:ext>
            </a:extLst>
          </p:cNvPr>
          <p:cNvCxnSpPr>
            <a:cxnSpLocks/>
          </p:cNvCxnSpPr>
          <p:nvPr/>
        </p:nvCxnSpPr>
        <p:spPr>
          <a:xfrm>
            <a:off x="4623354" y="358956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4" name="Straight Connector 333">
            <a:extLst>
              <a:ext uri="{FF2B5EF4-FFF2-40B4-BE49-F238E27FC236}">
                <a16:creationId xmlns:a16="http://schemas.microsoft.com/office/drawing/2014/main" id="{3FE7C098-5530-639A-400E-4E461BCE6CE0}"/>
              </a:ext>
            </a:extLst>
          </p:cNvPr>
          <p:cNvCxnSpPr/>
          <p:nvPr/>
        </p:nvCxnSpPr>
        <p:spPr>
          <a:xfrm>
            <a:off x="4272731" y="358956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35" name="TextBox 334">
            <a:extLst>
              <a:ext uri="{FF2B5EF4-FFF2-40B4-BE49-F238E27FC236}">
                <a16:creationId xmlns:a16="http://schemas.microsoft.com/office/drawing/2014/main" id="{F67FD6DF-D285-D0F9-9F0D-9B638AE0EE4A}"/>
              </a:ext>
            </a:extLst>
          </p:cNvPr>
          <p:cNvSpPr txBox="1"/>
          <p:nvPr/>
        </p:nvSpPr>
        <p:spPr>
          <a:xfrm>
            <a:off x="4377139" y="3612051"/>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336" name="Straight Connector 335">
            <a:extLst>
              <a:ext uri="{FF2B5EF4-FFF2-40B4-BE49-F238E27FC236}">
                <a16:creationId xmlns:a16="http://schemas.microsoft.com/office/drawing/2014/main" id="{61BE2FFE-C35B-77DB-A35D-7E661C13E821}"/>
              </a:ext>
            </a:extLst>
          </p:cNvPr>
          <p:cNvCxnSpPr/>
          <p:nvPr/>
        </p:nvCxnSpPr>
        <p:spPr>
          <a:xfrm>
            <a:off x="4623251" y="358956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7" name="Straight Connector 336">
            <a:extLst>
              <a:ext uri="{FF2B5EF4-FFF2-40B4-BE49-F238E27FC236}">
                <a16:creationId xmlns:a16="http://schemas.microsoft.com/office/drawing/2014/main" id="{C05AB7C9-9818-A9BD-9CA3-C4F6967F9866}"/>
              </a:ext>
            </a:extLst>
          </p:cNvPr>
          <p:cNvCxnSpPr/>
          <p:nvPr/>
        </p:nvCxnSpPr>
        <p:spPr>
          <a:xfrm>
            <a:off x="4623251" y="391153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8" name="Straight Connector 337">
            <a:extLst>
              <a:ext uri="{FF2B5EF4-FFF2-40B4-BE49-F238E27FC236}">
                <a16:creationId xmlns:a16="http://schemas.microsoft.com/office/drawing/2014/main" id="{D56CF5D7-87F8-26F1-F165-30FA65206FB0}"/>
              </a:ext>
            </a:extLst>
          </p:cNvPr>
          <p:cNvCxnSpPr>
            <a:cxnSpLocks/>
          </p:cNvCxnSpPr>
          <p:nvPr/>
        </p:nvCxnSpPr>
        <p:spPr>
          <a:xfrm>
            <a:off x="4973874" y="358956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9" name="Straight Connector 338">
            <a:extLst>
              <a:ext uri="{FF2B5EF4-FFF2-40B4-BE49-F238E27FC236}">
                <a16:creationId xmlns:a16="http://schemas.microsoft.com/office/drawing/2014/main" id="{CF61ABC1-304F-4381-2AF1-34875B670D0E}"/>
              </a:ext>
            </a:extLst>
          </p:cNvPr>
          <p:cNvCxnSpPr/>
          <p:nvPr/>
        </p:nvCxnSpPr>
        <p:spPr>
          <a:xfrm>
            <a:off x="4623251" y="358956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40" name="TextBox 339">
            <a:extLst>
              <a:ext uri="{FF2B5EF4-FFF2-40B4-BE49-F238E27FC236}">
                <a16:creationId xmlns:a16="http://schemas.microsoft.com/office/drawing/2014/main" id="{939E6A62-089A-82E8-E907-D8762E558722}"/>
              </a:ext>
            </a:extLst>
          </p:cNvPr>
          <p:cNvSpPr txBox="1"/>
          <p:nvPr/>
        </p:nvSpPr>
        <p:spPr>
          <a:xfrm>
            <a:off x="4727659" y="3612051"/>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341" name="Straight Connector 340">
            <a:extLst>
              <a:ext uri="{FF2B5EF4-FFF2-40B4-BE49-F238E27FC236}">
                <a16:creationId xmlns:a16="http://schemas.microsoft.com/office/drawing/2014/main" id="{F8DEAF08-B4B7-A3D0-0ACC-C8B0225FDAF4}"/>
              </a:ext>
            </a:extLst>
          </p:cNvPr>
          <p:cNvCxnSpPr/>
          <p:nvPr/>
        </p:nvCxnSpPr>
        <p:spPr>
          <a:xfrm>
            <a:off x="4973771" y="358956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2" name="Straight Connector 341">
            <a:extLst>
              <a:ext uri="{FF2B5EF4-FFF2-40B4-BE49-F238E27FC236}">
                <a16:creationId xmlns:a16="http://schemas.microsoft.com/office/drawing/2014/main" id="{569BCCC2-8F0F-1A5E-4705-E5929D67FD20}"/>
              </a:ext>
            </a:extLst>
          </p:cNvPr>
          <p:cNvCxnSpPr/>
          <p:nvPr/>
        </p:nvCxnSpPr>
        <p:spPr>
          <a:xfrm>
            <a:off x="4973771" y="391153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3" name="Straight Connector 342">
            <a:extLst>
              <a:ext uri="{FF2B5EF4-FFF2-40B4-BE49-F238E27FC236}">
                <a16:creationId xmlns:a16="http://schemas.microsoft.com/office/drawing/2014/main" id="{412CB501-E0AE-3A0F-127F-04CA2709D36C}"/>
              </a:ext>
            </a:extLst>
          </p:cNvPr>
          <p:cNvCxnSpPr>
            <a:cxnSpLocks/>
          </p:cNvCxnSpPr>
          <p:nvPr/>
        </p:nvCxnSpPr>
        <p:spPr>
          <a:xfrm>
            <a:off x="5324394" y="358956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4" name="Straight Connector 343">
            <a:extLst>
              <a:ext uri="{FF2B5EF4-FFF2-40B4-BE49-F238E27FC236}">
                <a16:creationId xmlns:a16="http://schemas.microsoft.com/office/drawing/2014/main" id="{996EDC20-ED92-5288-9F02-448A27C83170}"/>
              </a:ext>
            </a:extLst>
          </p:cNvPr>
          <p:cNvCxnSpPr/>
          <p:nvPr/>
        </p:nvCxnSpPr>
        <p:spPr>
          <a:xfrm>
            <a:off x="4973771" y="358956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45" name="TextBox 344">
            <a:extLst>
              <a:ext uri="{FF2B5EF4-FFF2-40B4-BE49-F238E27FC236}">
                <a16:creationId xmlns:a16="http://schemas.microsoft.com/office/drawing/2014/main" id="{FDCF461F-FDEF-20F7-CD00-7F7D59E689D6}"/>
              </a:ext>
            </a:extLst>
          </p:cNvPr>
          <p:cNvSpPr txBox="1"/>
          <p:nvPr/>
        </p:nvSpPr>
        <p:spPr>
          <a:xfrm>
            <a:off x="5078179" y="3612051"/>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346" name="Straight Connector 345">
            <a:extLst>
              <a:ext uri="{FF2B5EF4-FFF2-40B4-BE49-F238E27FC236}">
                <a16:creationId xmlns:a16="http://schemas.microsoft.com/office/drawing/2014/main" id="{2D22C8B4-7538-68AC-2D8E-7959801C275A}"/>
              </a:ext>
            </a:extLst>
          </p:cNvPr>
          <p:cNvCxnSpPr/>
          <p:nvPr/>
        </p:nvCxnSpPr>
        <p:spPr>
          <a:xfrm>
            <a:off x="5324291" y="358956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7" name="Straight Connector 346">
            <a:extLst>
              <a:ext uri="{FF2B5EF4-FFF2-40B4-BE49-F238E27FC236}">
                <a16:creationId xmlns:a16="http://schemas.microsoft.com/office/drawing/2014/main" id="{18251038-EA06-8A51-BB24-9D4E7F65A692}"/>
              </a:ext>
            </a:extLst>
          </p:cNvPr>
          <p:cNvCxnSpPr/>
          <p:nvPr/>
        </p:nvCxnSpPr>
        <p:spPr>
          <a:xfrm>
            <a:off x="5324291" y="391153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8" name="Straight Connector 347">
            <a:extLst>
              <a:ext uri="{FF2B5EF4-FFF2-40B4-BE49-F238E27FC236}">
                <a16:creationId xmlns:a16="http://schemas.microsoft.com/office/drawing/2014/main" id="{1D1B2A6C-1B72-FCEB-2681-D7EBFB5419C8}"/>
              </a:ext>
            </a:extLst>
          </p:cNvPr>
          <p:cNvCxnSpPr>
            <a:cxnSpLocks/>
          </p:cNvCxnSpPr>
          <p:nvPr/>
        </p:nvCxnSpPr>
        <p:spPr>
          <a:xfrm>
            <a:off x="5674914" y="358956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9" name="Straight Connector 348">
            <a:extLst>
              <a:ext uri="{FF2B5EF4-FFF2-40B4-BE49-F238E27FC236}">
                <a16:creationId xmlns:a16="http://schemas.microsoft.com/office/drawing/2014/main" id="{3303B44C-4F01-4372-03BE-D553B7633192}"/>
              </a:ext>
            </a:extLst>
          </p:cNvPr>
          <p:cNvCxnSpPr/>
          <p:nvPr/>
        </p:nvCxnSpPr>
        <p:spPr>
          <a:xfrm>
            <a:off x="5324291" y="358956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50" name="TextBox 349">
            <a:extLst>
              <a:ext uri="{FF2B5EF4-FFF2-40B4-BE49-F238E27FC236}">
                <a16:creationId xmlns:a16="http://schemas.microsoft.com/office/drawing/2014/main" id="{07F6BD80-AB86-C3BA-8E54-F7E4105679FE}"/>
              </a:ext>
            </a:extLst>
          </p:cNvPr>
          <p:cNvSpPr txBox="1"/>
          <p:nvPr/>
        </p:nvSpPr>
        <p:spPr>
          <a:xfrm>
            <a:off x="5428699" y="3612051"/>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sp>
        <p:nvSpPr>
          <p:cNvPr id="351" name="TextBox 350">
            <a:extLst>
              <a:ext uri="{FF2B5EF4-FFF2-40B4-BE49-F238E27FC236}">
                <a16:creationId xmlns:a16="http://schemas.microsoft.com/office/drawing/2014/main" id="{4C5D40B2-2509-6092-C83B-B3A7AC65188B}"/>
              </a:ext>
            </a:extLst>
          </p:cNvPr>
          <p:cNvSpPr txBox="1"/>
          <p:nvPr/>
        </p:nvSpPr>
        <p:spPr>
          <a:xfrm>
            <a:off x="5024735" y="2980483"/>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-3</a:t>
            </a:r>
          </a:p>
        </p:txBody>
      </p:sp>
      <p:sp>
        <p:nvSpPr>
          <p:cNvPr id="352" name="TextBox 351">
            <a:extLst>
              <a:ext uri="{FF2B5EF4-FFF2-40B4-BE49-F238E27FC236}">
                <a16:creationId xmlns:a16="http://schemas.microsoft.com/office/drawing/2014/main" id="{723DAD26-8FFE-9596-E75F-C5BFCA5606AC}"/>
              </a:ext>
            </a:extLst>
          </p:cNvPr>
          <p:cNvSpPr txBox="1"/>
          <p:nvPr/>
        </p:nvSpPr>
        <p:spPr>
          <a:xfrm>
            <a:off x="5382667" y="2973904"/>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-3</a:t>
            </a:r>
          </a:p>
        </p:txBody>
      </p:sp>
      <p:sp>
        <p:nvSpPr>
          <p:cNvPr id="353" name="TextBox 352">
            <a:extLst>
              <a:ext uri="{FF2B5EF4-FFF2-40B4-BE49-F238E27FC236}">
                <a16:creationId xmlns:a16="http://schemas.microsoft.com/office/drawing/2014/main" id="{DF09DD97-81A9-B490-D55D-3B317307A8D0}"/>
              </a:ext>
            </a:extLst>
          </p:cNvPr>
          <p:cNvSpPr txBox="1"/>
          <p:nvPr/>
        </p:nvSpPr>
        <p:spPr>
          <a:xfrm>
            <a:off x="4341012" y="3302320"/>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-3</a:t>
            </a:r>
          </a:p>
        </p:txBody>
      </p:sp>
      <p:sp>
        <p:nvSpPr>
          <p:cNvPr id="354" name="TextBox 353">
            <a:extLst>
              <a:ext uri="{FF2B5EF4-FFF2-40B4-BE49-F238E27FC236}">
                <a16:creationId xmlns:a16="http://schemas.microsoft.com/office/drawing/2014/main" id="{8D857B8A-0E7E-09AE-2981-29F8B454DCC7}"/>
              </a:ext>
            </a:extLst>
          </p:cNvPr>
          <p:cNvSpPr txBox="1"/>
          <p:nvPr/>
        </p:nvSpPr>
        <p:spPr>
          <a:xfrm>
            <a:off x="4682645" y="3302319"/>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-3</a:t>
            </a:r>
          </a:p>
        </p:txBody>
      </p:sp>
      <p:sp>
        <p:nvSpPr>
          <p:cNvPr id="355" name="TextBox 354">
            <a:extLst>
              <a:ext uri="{FF2B5EF4-FFF2-40B4-BE49-F238E27FC236}">
                <a16:creationId xmlns:a16="http://schemas.microsoft.com/office/drawing/2014/main" id="{3C28A83F-5E4C-B1CE-4F98-34BC43BBDC90}"/>
              </a:ext>
            </a:extLst>
          </p:cNvPr>
          <p:cNvSpPr txBox="1"/>
          <p:nvPr/>
        </p:nvSpPr>
        <p:spPr>
          <a:xfrm>
            <a:off x="5033061" y="3300522"/>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-3</a:t>
            </a:r>
          </a:p>
        </p:txBody>
      </p:sp>
      <p:sp>
        <p:nvSpPr>
          <p:cNvPr id="356" name="TextBox 355">
            <a:extLst>
              <a:ext uri="{FF2B5EF4-FFF2-40B4-BE49-F238E27FC236}">
                <a16:creationId xmlns:a16="http://schemas.microsoft.com/office/drawing/2014/main" id="{CD1547C8-DB66-312E-E2B3-2363F0E379E1}"/>
              </a:ext>
            </a:extLst>
          </p:cNvPr>
          <p:cNvSpPr txBox="1"/>
          <p:nvPr/>
        </p:nvSpPr>
        <p:spPr>
          <a:xfrm>
            <a:off x="5390993" y="3293943"/>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-3</a:t>
            </a:r>
          </a:p>
        </p:txBody>
      </p:sp>
      <p:sp>
        <p:nvSpPr>
          <p:cNvPr id="357" name="TextBox 356">
            <a:extLst>
              <a:ext uri="{FF2B5EF4-FFF2-40B4-BE49-F238E27FC236}">
                <a16:creationId xmlns:a16="http://schemas.microsoft.com/office/drawing/2014/main" id="{888482C8-B6FD-E0CE-0ACB-A713A085970D}"/>
              </a:ext>
            </a:extLst>
          </p:cNvPr>
          <p:cNvSpPr txBox="1"/>
          <p:nvPr/>
        </p:nvSpPr>
        <p:spPr>
          <a:xfrm>
            <a:off x="4339414" y="3643940"/>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-2</a:t>
            </a:r>
          </a:p>
        </p:txBody>
      </p:sp>
      <p:sp>
        <p:nvSpPr>
          <p:cNvPr id="358" name="TextBox 357">
            <a:extLst>
              <a:ext uri="{FF2B5EF4-FFF2-40B4-BE49-F238E27FC236}">
                <a16:creationId xmlns:a16="http://schemas.microsoft.com/office/drawing/2014/main" id="{F6393D7E-D5B7-F841-B983-4475FCAE6A31}"/>
              </a:ext>
            </a:extLst>
          </p:cNvPr>
          <p:cNvSpPr txBox="1"/>
          <p:nvPr/>
        </p:nvSpPr>
        <p:spPr>
          <a:xfrm>
            <a:off x="4681047" y="3643939"/>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-3</a:t>
            </a:r>
          </a:p>
        </p:txBody>
      </p:sp>
      <p:sp>
        <p:nvSpPr>
          <p:cNvPr id="359" name="TextBox 358">
            <a:extLst>
              <a:ext uri="{FF2B5EF4-FFF2-40B4-BE49-F238E27FC236}">
                <a16:creationId xmlns:a16="http://schemas.microsoft.com/office/drawing/2014/main" id="{9074ED70-7951-3607-7903-076E81AFC07F}"/>
              </a:ext>
            </a:extLst>
          </p:cNvPr>
          <p:cNvSpPr txBox="1"/>
          <p:nvPr/>
        </p:nvSpPr>
        <p:spPr>
          <a:xfrm>
            <a:off x="5031463" y="3642142"/>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-3</a:t>
            </a:r>
          </a:p>
        </p:txBody>
      </p:sp>
      <p:sp>
        <p:nvSpPr>
          <p:cNvPr id="360" name="TextBox 359">
            <a:extLst>
              <a:ext uri="{FF2B5EF4-FFF2-40B4-BE49-F238E27FC236}">
                <a16:creationId xmlns:a16="http://schemas.microsoft.com/office/drawing/2014/main" id="{EFCF576D-BE70-DDA0-E722-D8C370FD0C32}"/>
              </a:ext>
            </a:extLst>
          </p:cNvPr>
          <p:cNvSpPr txBox="1"/>
          <p:nvPr/>
        </p:nvSpPr>
        <p:spPr>
          <a:xfrm>
            <a:off x="5389395" y="3635563"/>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-3</a:t>
            </a:r>
          </a:p>
        </p:txBody>
      </p:sp>
      <p:sp>
        <p:nvSpPr>
          <p:cNvPr id="361" name="TextBox 360">
            <a:extLst>
              <a:ext uri="{FF2B5EF4-FFF2-40B4-BE49-F238E27FC236}">
                <a16:creationId xmlns:a16="http://schemas.microsoft.com/office/drawing/2014/main" id="{6B14DF8F-CF4C-37E6-EF03-0BACB9DCAE74}"/>
              </a:ext>
            </a:extLst>
          </p:cNvPr>
          <p:cNvSpPr txBox="1"/>
          <p:nvPr/>
        </p:nvSpPr>
        <p:spPr>
          <a:xfrm>
            <a:off x="3973610" y="3651888"/>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cxnSp>
        <p:nvCxnSpPr>
          <p:cNvPr id="362" name="Straight Connector 361">
            <a:extLst>
              <a:ext uri="{FF2B5EF4-FFF2-40B4-BE49-F238E27FC236}">
                <a16:creationId xmlns:a16="http://schemas.microsoft.com/office/drawing/2014/main" id="{39FDB0B4-81E0-A856-AC4E-C667425FC265}"/>
              </a:ext>
            </a:extLst>
          </p:cNvPr>
          <p:cNvCxnSpPr/>
          <p:nvPr/>
        </p:nvCxnSpPr>
        <p:spPr>
          <a:xfrm>
            <a:off x="6468642" y="294440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63" name="Straight Connector 362">
            <a:extLst>
              <a:ext uri="{FF2B5EF4-FFF2-40B4-BE49-F238E27FC236}">
                <a16:creationId xmlns:a16="http://schemas.microsoft.com/office/drawing/2014/main" id="{68AB33EE-D3D3-52A7-2DE3-146FD699D4DD}"/>
              </a:ext>
            </a:extLst>
          </p:cNvPr>
          <p:cNvCxnSpPr/>
          <p:nvPr/>
        </p:nvCxnSpPr>
        <p:spPr>
          <a:xfrm>
            <a:off x="6468642" y="326637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64" name="Straight Connector 363">
            <a:extLst>
              <a:ext uri="{FF2B5EF4-FFF2-40B4-BE49-F238E27FC236}">
                <a16:creationId xmlns:a16="http://schemas.microsoft.com/office/drawing/2014/main" id="{9B2EDF67-2FAB-DE18-A9FA-206C67AF1656}"/>
              </a:ext>
            </a:extLst>
          </p:cNvPr>
          <p:cNvCxnSpPr>
            <a:cxnSpLocks/>
          </p:cNvCxnSpPr>
          <p:nvPr/>
        </p:nvCxnSpPr>
        <p:spPr>
          <a:xfrm>
            <a:off x="6819265" y="29444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65" name="Straight Connector 364">
            <a:extLst>
              <a:ext uri="{FF2B5EF4-FFF2-40B4-BE49-F238E27FC236}">
                <a16:creationId xmlns:a16="http://schemas.microsoft.com/office/drawing/2014/main" id="{7793B719-9342-F0C2-D685-D752F7021235}"/>
              </a:ext>
            </a:extLst>
          </p:cNvPr>
          <p:cNvCxnSpPr/>
          <p:nvPr/>
        </p:nvCxnSpPr>
        <p:spPr>
          <a:xfrm>
            <a:off x="6468642" y="294440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66" name="TextBox 365">
            <a:extLst>
              <a:ext uri="{FF2B5EF4-FFF2-40B4-BE49-F238E27FC236}">
                <a16:creationId xmlns:a16="http://schemas.microsoft.com/office/drawing/2014/main" id="{A42CCC9A-E41D-1D90-D4DF-6B855D57F8E6}"/>
              </a:ext>
            </a:extLst>
          </p:cNvPr>
          <p:cNvSpPr txBox="1"/>
          <p:nvPr/>
        </p:nvSpPr>
        <p:spPr>
          <a:xfrm>
            <a:off x="6526750" y="2982280"/>
            <a:ext cx="235606"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-4</a:t>
            </a:r>
          </a:p>
        </p:txBody>
      </p:sp>
      <p:cxnSp>
        <p:nvCxnSpPr>
          <p:cNvPr id="367" name="Straight Connector 366">
            <a:extLst>
              <a:ext uri="{FF2B5EF4-FFF2-40B4-BE49-F238E27FC236}">
                <a16:creationId xmlns:a16="http://schemas.microsoft.com/office/drawing/2014/main" id="{FDB9DFE9-C2CE-6A5D-6E8A-18B28F629F4F}"/>
              </a:ext>
            </a:extLst>
          </p:cNvPr>
          <p:cNvCxnSpPr/>
          <p:nvPr/>
        </p:nvCxnSpPr>
        <p:spPr>
          <a:xfrm>
            <a:off x="6819162" y="294440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68" name="Straight Connector 367">
            <a:extLst>
              <a:ext uri="{FF2B5EF4-FFF2-40B4-BE49-F238E27FC236}">
                <a16:creationId xmlns:a16="http://schemas.microsoft.com/office/drawing/2014/main" id="{9F376544-BE0E-4C43-950C-032191F3A17E}"/>
              </a:ext>
            </a:extLst>
          </p:cNvPr>
          <p:cNvCxnSpPr/>
          <p:nvPr/>
        </p:nvCxnSpPr>
        <p:spPr>
          <a:xfrm>
            <a:off x="6819162" y="326637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69" name="Straight Connector 368">
            <a:extLst>
              <a:ext uri="{FF2B5EF4-FFF2-40B4-BE49-F238E27FC236}">
                <a16:creationId xmlns:a16="http://schemas.microsoft.com/office/drawing/2014/main" id="{0BD340D0-5FB2-D7F9-983C-91EF0BE2BFF5}"/>
              </a:ext>
            </a:extLst>
          </p:cNvPr>
          <p:cNvCxnSpPr>
            <a:cxnSpLocks/>
          </p:cNvCxnSpPr>
          <p:nvPr/>
        </p:nvCxnSpPr>
        <p:spPr>
          <a:xfrm>
            <a:off x="7169785" y="29444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70" name="Straight Connector 369">
            <a:extLst>
              <a:ext uri="{FF2B5EF4-FFF2-40B4-BE49-F238E27FC236}">
                <a16:creationId xmlns:a16="http://schemas.microsoft.com/office/drawing/2014/main" id="{CAC3FDF1-5FAD-1EF5-DFFD-577A3600BF0E}"/>
              </a:ext>
            </a:extLst>
          </p:cNvPr>
          <p:cNvCxnSpPr/>
          <p:nvPr/>
        </p:nvCxnSpPr>
        <p:spPr>
          <a:xfrm>
            <a:off x="6819162" y="29444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71" name="TextBox 370">
            <a:extLst>
              <a:ext uri="{FF2B5EF4-FFF2-40B4-BE49-F238E27FC236}">
                <a16:creationId xmlns:a16="http://schemas.microsoft.com/office/drawing/2014/main" id="{3A6A9CD3-6017-CCB6-5957-EFBCFBE6127F}"/>
              </a:ext>
            </a:extLst>
          </p:cNvPr>
          <p:cNvSpPr txBox="1"/>
          <p:nvPr/>
        </p:nvSpPr>
        <p:spPr>
          <a:xfrm>
            <a:off x="6885470" y="2982280"/>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-4</a:t>
            </a:r>
          </a:p>
        </p:txBody>
      </p:sp>
      <p:cxnSp>
        <p:nvCxnSpPr>
          <p:cNvPr id="372" name="Straight Connector 371">
            <a:extLst>
              <a:ext uri="{FF2B5EF4-FFF2-40B4-BE49-F238E27FC236}">
                <a16:creationId xmlns:a16="http://schemas.microsoft.com/office/drawing/2014/main" id="{5331DDB3-2AE1-CA39-F070-592EC7C89CD6}"/>
              </a:ext>
            </a:extLst>
          </p:cNvPr>
          <p:cNvCxnSpPr/>
          <p:nvPr/>
        </p:nvCxnSpPr>
        <p:spPr>
          <a:xfrm>
            <a:off x="7169682" y="294440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73" name="Straight Connector 372">
            <a:extLst>
              <a:ext uri="{FF2B5EF4-FFF2-40B4-BE49-F238E27FC236}">
                <a16:creationId xmlns:a16="http://schemas.microsoft.com/office/drawing/2014/main" id="{960B8363-DC1A-A3A0-AEF3-F3F337FF21EA}"/>
              </a:ext>
            </a:extLst>
          </p:cNvPr>
          <p:cNvCxnSpPr/>
          <p:nvPr/>
        </p:nvCxnSpPr>
        <p:spPr>
          <a:xfrm>
            <a:off x="7169682" y="326637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74" name="Straight Connector 373">
            <a:extLst>
              <a:ext uri="{FF2B5EF4-FFF2-40B4-BE49-F238E27FC236}">
                <a16:creationId xmlns:a16="http://schemas.microsoft.com/office/drawing/2014/main" id="{457B82E3-BADA-A40E-C6D4-F4D134899EF6}"/>
              </a:ext>
            </a:extLst>
          </p:cNvPr>
          <p:cNvCxnSpPr>
            <a:cxnSpLocks/>
          </p:cNvCxnSpPr>
          <p:nvPr/>
        </p:nvCxnSpPr>
        <p:spPr>
          <a:xfrm>
            <a:off x="7520305" y="29444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75" name="Straight Connector 374">
            <a:extLst>
              <a:ext uri="{FF2B5EF4-FFF2-40B4-BE49-F238E27FC236}">
                <a16:creationId xmlns:a16="http://schemas.microsoft.com/office/drawing/2014/main" id="{DA677903-16D4-B0FC-8365-899637B6A7EB}"/>
              </a:ext>
            </a:extLst>
          </p:cNvPr>
          <p:cNvCxnSpPr/>
          <p:nvPr/>
        </p:nvCxnSpPr>
        <p:spPr>
          <a:xfrm>
            <a:off x="7169682" y="29444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76" name="TextBox 375">
            <a:extLst>
              <a:ext uri="{FF2B5EF4-FFF2-40B4-BE49-F238E27FC236}">
                <a16:creationId xmlns:a16="http://schemas.microsoft.com/office/drawing/2014/main" id="{0B8EFE04-6BB6-6631-4115-402DF20B3624}"/>
              </a:ext>
            </a:extLst>
          </p:cNvPr>
          <p:cNvSpPr txBox="1"/>
          <p:nvPr/>
        </p:nvSpPr>
        <p:spPr>
          <a:xfrm>
            <a:off x="7220750" y="2982280"/>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-4</a:t>
            </a:r>
          </a:p>
        </p:txBody>
      </p:sp>
      <p:cxnSp>
        <p:nvCxnSpPr>
          <p:cNvPr id="377" name="Straight Connector 376">
            <a:extLst>
              <a:ext uri="{FF2B5EF4-FFF2-40B4-BE49-F238E27FC236}">
                <a16:creationId xmlns:a16="http://schemas.microsoft.com/office/drawing/2014/main" id="{DE4F700D-7F9A-345C-ADF1-884B48BD3D39}"/>
              </a:ext>
            </a:extLst>
          </p:cNvPr>
          <p:cNvCxnSpPr/>
          <p:nvPr/>
        </p:nvCxnSpPr>
        <p:spPr>
          <a:xfrm>
            <a:off x="7520202" y="294440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78" name="Straight Connector 377">
            <a:extLst>
              <a:ext uri="{FF2B5EF4-FFF2-40B4-BE49-F238E27FC236}">
                <a16:creationId xmlns:a16="http://schemas.microsoft.com/office/drawing/2014/main" id="{70CB44AC-5228-ED4B-F7E1-DA77263537C9}"/>
              </a:ext>
            </a:extLst>
          </p:cNvPr>
          <p:cNvCxnSpPr/>
          <p:nvPr/>
        </p:nvCxnSpPr>
        <p:spPr>
          <a:xfrm>
            <a:off x="7520202" y="326637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79" name="Straight Connector 378">
            <a:extLst>
              <a:ext uri="{FF2B5EF4-FFF2-40B4-BE49-F238E27FC236}">
                <a16:creationId xmlns:a16="http://schemas.microsoft.com/office/drawing/2014/main" id="{EA1F5862-811E-5A66-5B6F-666DA12190C7}"/>
              </a:ext>
            </a:extLst>
          </p:cNvPr>
          <p:cNvCxnSpPr>
            <a:cxnSpLocks/>
          </p:cNvCxnSpPr>
          <p:nvPr/>
        </p:nvCxnSpPr>
        <p:spPr>
          <a:xfrm>
            <a:off x="7870825" y="29444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80" name="Straight Connector 379">
            <a:extLst>
              <a:ext uri="{FF2B5EF4-FFF2-40B4-BE49-F238E27FC236}">
                <a16:creationId xmlns:a16="http://schemas.microsoft.com/office/drawing/2014/main" id="{5AC07FE1-D088-9D33-22F5-5F7F8B81DEF2}"/>
              </a:ext>
            </a:extLst>
          </p:cNvPr>
          <p:cNvCxnSpPr/>
          <p:nvPr/>
        </p:nvCxnSpPr>
        <p:spPr>
          <a:xfrm>
            <a:off x="7520202" y="294440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81" name="Straight Connector 380">
            <a:extLst>
              <a:ext uri="{FF2B5EF4-FFF2-40B4-BE49-F238E27FC236}">
                <a16:creationId xmlns:a16="http://schemas.microsoft.com/office/drawing/2014/main" id="{BD5BD593-14BC-A4A1-FFFB-72696522835C}"/>
              </a:ext>
            </a:extLst>
          </p:cNvPr>
          <p:cNvCxnSpPr/>
          <p:nvPr/>
        </p:nvCxnSpPr>
        <p:spPr>
          <a:xfrm>
            <a:off x="7870722" y="294440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82" name="Straight Connector 381">
            <a:extLst>
              <a:ext uri="{FF2B5EF4-FFF2-40B4-BE49-F238E27FC236}">
                <a16:creationId xmlns:a16="http://schemas.microsoft.com/office/drawing/2014/main" id="{7F328E71-0A61-5815-11BF-9B03EB608E8C}"/>
              </a:ext>
            </a:extLst>
          </p:cNvPr>
          <p:cNvCxnSpPr/>
          <p:nvPr/>
        </p:nvCxnSpPr>
        <p:spPr>
          <a:xfrm>
            <a:off x="7870722" y="326637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83" name="Straight Connector 382">
            <a:extLst>
              <a:ext uri="{FF2B5EF4-FFF2-40B4-BE49-F238E27FC236}">
                <a16:creationId xmlns:a16="http://schemas.microsoft.com/office/drawing/2014/main" id="{8D4AD420-3B12-449C-CF8D-9532DF6519A0}"/>
              </a:ext>
            </a:extLst>
          </p:cNvPr>
          <p:cNvCxnSpPr>
            <a:cxnSpLocks/>
          </p:cNvCxnSpPr>
          <p:nvPr/>
        </p:nvCxnSpPr>
        <p:spPr>
          <a:xfrm>
            <a:off x="8221345" y="294440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84" name="Straight Connector 383">
            <a:extLst>
              <a:ext uri="{FF2B5EF4-FFF2-40B4-BE49-F238E27FC236}">
                <a16:creationId xmlns:a16="http://schemas.microsoft.com/office/drawing/2014/main" id="{5C33286E-EF48-6DA4-FD97-1827415E0DBE}"/>
              </a:ext>
            </a:extLst>
          </p:cNvPr>
          <p:cNvCxnSpPr/>
          <p:nvPr/>
        </p:nvCxnSpPr>
        <p:spPr>
          <a:xfrm>
            <a:off x="7870722" y="294440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85" name="Straight Connector 384">
            <a:extLst>
              <a:ext uri="{FF2B5EF4-FFF2-40B4-BE49-F238E27FC236}">
                <a16:creationId xmlns:a16="http://schemas.microsoft.com/office/drawing/2014/main" id="{A7B871F9-7740-2E12-D8BD-F2A5F5514A1F}"/>
              </a:ext>
            </a:extLst>
          </p:cNvPr>
          <p:cNvCxnSpPr/>
          <p:nvPr/>
        </p:nvCxnSpPr>
        <p:spPr>
          <a:xfrm>
            <a:off x="6468642" y="326952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86" name="Straight Connector 385">
            <a:extLst>
              <a:ext uri="{FF2B5EF4-FFF2-40B4-BE49-F238E27FC236}">
                <a16:creationId xmlns:a16="http://schemas.microsoft.com/office/drawing/2014/main" id="{4FBC915D-327A-A2CA-21E9-0A029E2094FF}"/>
              </a:ext>
            </a:extLst>
          </p:cNvPr>
          <p:cNvCxnSpPr/>
          <p:nvPr/>
        </p:nvCxnSpPr>
        <p:spPr>
          <a:xfrm>
            <a:off x="6468642" y="359149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87" name="Straight Connector 386">
            <a:extLst>
              <a:ext uri="{FF2B5EF4-FFF2-40B4-BE49-F238E27FC236}">
                <a16:creationId xmlns:a16="http://schemas.microsoft.com/office/drawing/2014/main" id="{F240A3F1-3E96-3700-0C86-1220CE6A5597}"/>
              </a:ext>
            </a:extLst>
          </p:cNvPr>
          <p:cNvCxnSpPr>
            <a:cxnSpLocks/>
          </p:cNvCxnSpPr>
          <p:nvPr/>
        </p:nvCxnSpPr>
        <p:spPr>
          <a:xfrm>
            <a:off x="6819265" y="3269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88" name="Straight Connector 387">
            <a:extLst>
              <a:ext uri="{FF2B5EF4-FFF2-40B4-BE49-F238E27FC236}">
                <a16:creationId xmlns:a16="http://schemas.microsoft.com/office/drawing/2014/main" id="{834EC467-F34D-6685-FA2C-5C1DAA7C26D0}"/>
              </a:ext>
            </a:extLst>
          </p:cNvPr>
          <p:cNvCxnSpPr/>
          <p:nvPr/>
        </p:nvCxnSpPr>
        <p:spPr>
          <a:xfrm>
            <a:off x="6468642" y="326952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89" name="TextBox 388">
            <a:extLst>
              <a:ext uri="{FF2B5EF4-FFF2-40B4-BE49-F238E27FC236}">
                <a16:creationId xmlns:a16="http://schemas.microsoft.com/office/drawing/2014/main" id="{BF7D36E4-EB7F-AD3A-8603-43FCCB8B2586}"/>
              </a:ext>
            </a:extLst>
          </p:cNvPr>
          <p:cNvSpPr txBox="1"/>
          <p:nvPr/>
        </p:nvSpPr>
        <p:spPr>
          <a:xfrm>
            <a:off x="6573050" y="3307400"/>
            <a:ext cx="141807"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0</a:t>
            </a:r>
          </a:p>
        </p:txBody>
      </p:sp>
      <p:cxnSp>
        <p:nvCxnSpPr>
          <p:cNvPr id="390" name="Straight Connector 389">
            <a:extLst>
              <a:ext uri="{FF2B5EF4-FFF2-40B4-BE49-F238E27FC236}">
                <a16:creationId xmlns:a16="http://schemas.microsoft.com/office/drawing/2014/main" id="{BF74DDE1-ED18-9C87-38D9-7A680355AD80}"/>
              </a:ext>
            </a:extLst>
          </p:cNvPr>
          <p:cNvCxnSpPr/>
          <p:nvPr/>
        </p:nvCxnSpPr>
        <p:spPr>
          <a:xfrm>
            <a:off x="6819162" y="326952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91" name="Straight Connector 390">
            <a:extLst>
              <a:ext uri="{FF2B5EF4-FFF2-40B4-BE49-F238E27FC236}">
                <a16:creationId xmlns:a16="http://schemas.microsoft.com/office/drawing/2014/main" id="{35F414EC-C6D4-4B8E-DB8D-0A2AE9D70D65}"/>
              </a:ext>
            </a:extLst>
          </p:cNvPr>
          <p:cNvCxnSpPr/>
          <p:nvPr/>
        </p:nvCxnSpPr>
        <p:spPr>
          <a:xfrm>
            <a:off x="6819162" y="359149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92" name="Straight Connector 391">
            <a:extLst>
              <a:ext uri="{FF2B5EF4-FFF2-40B4-BE49-F238E27FC236}">
                <a16:creationId xmlns:a16="http://schemas.microsoft.com/office/drawing/2014/main" id="{F2B83E5E-1C2A-D788-5392-F631BFB6B15A}"/>
              </a:ext>
            </a:extLst>
          </p:cNvPr>
          <p:cNvCxnSpPr>
            <a:cxnSpLocks/>
          </p:cNvCxnSpPr>
          <p:nvPr/>
        </p:nvCxnSpPr>
        <p:spPr>
          <a:xfrm>
            <a:off x="7169785" y="3269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93" name="Straight Connector 392">
            <a:extLst>
              <a:ext uri="{FF2B5EF4-FFF2-40B4-BE49-F238E27FC236}">
                <a16:creationId xmlns:a16="http://schemas.microsoft.com/office/drawing/2014/main" id="{23EA7514-C948-9F40-8C1B-841D10E7CE5F}"/>
              </a:ext>
            </a:extLst>
          </p:cNvPr>
          <p:cNvCxnSpPr/>
          <p:nvPr/>
        </p:nvCxnSpPr>
        <p:spPr>
          <a:xfrm>
            <a:off x="6819162" y="326952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94" name="Straight Connector 393">
            <a:extLst>
              <a:ext uri="{FF2B5EF4-FFF2-40B4-BE49-F238E27FC236}">
                <a16:creationId xmlns:a16="http://schemas.microsoft.com/office/drawing/2014/main" id="{E169C9B2-3493-2E37-2C84-48060FF89150}"/>
              </a:ext>
            </a:extLst>
          </p:cNvPr>
          <p:cNvCxnSpPr/>
          <p:nvPr/>
        </p:nvCxnSpPr>
        <p:spPr>
          <a:xfrm>
            <a:off x="7169682" y="326952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95" name="Straight Connector 394">
            <a:extLst>
              <a:ext uri="{FF2B5EF4-FFF2-40B4-BE49-F238E27FC236}">
                <a16:creationId xmlns:a16="http://schemas.microsoft.com/office/drawing/2014/main" id="{E98AA13E-F619-F1FD-CF40-DF6C762A914F}"/>
              </a:ext>
            </a:extLst>
          </p:cNvPr>
          <p:cNvCxnSpPr/>
          <p:nvPr/>
        </p:nvCxnSpPr>
        <p:spPr>
          <a:xfrm>
            <a:off x="7169682" y="359149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96" name="Straight Connector 395">
            <a:extLst>
              <a:ext uri="{FF2B5EF4-FFF2-40B4-BE49-F238E27FC236}">
                <a16:creationId xmlns:a16="http://schemas.microsoft.com/office/drawing/2014/main" id="{396063D5-F6C8-1E78-7507-A166091D053D}"/>
              </a:ext>
            </a:extLst>
          </p:cNvPr>
          <p:cNvCxnSpPr>
            <a:cxnSpLocks/>
          </p:cNvCxnSpPr>
          <p:nvPr/>
        </p:nvCxnSpPr>
        <p:spPr>
          <a:xfrm>
            <a:off x="7520305" y="3269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97" name="Straight Connector 396">
            <a:extLst>
              <a:ext uri="{FF2B5EF4-FFF2-40B4-BE49-F238E27FC236}">
                <a16:creationId xmlns:a16="http://schemas.microsoft.com/office/drawing/2014/main" id="{CCDD3CEC-9ACF-94DB-2890-8874F760A9DE}"/>
              </a:ext>
            </a:extLst>
          </p:cNvPr>
          <p:cNvCxnSpPr/>
          <p:nvPr/>
        </p:nvCxnSpPr>
        <p:spPr>
          <a:xfrm>
            <a:off x="7169682" y="3269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98" name="Straight Connector 397">
            <a:extLst>
              <a:ext uri="{FF2B5EF4-FFF2-40B4-BE49-F238E27FC236}">
                <a16:creationId xmlns:a16="http://schemas.microsoft.com/office/drawing/2014/main" id="{BAAB753C-811B-3845-F391-AD3838BE45DC}"/>
              </a:ext>
            </a:extLst>
          </p:cNvPr>
          <p:cNvCxnSpPr/>
          <p:nvPr/>
        </p:nvCxnSpPr>
        <p:spPr>
          <a:xfrm>
            <a:off x="7520202" y="326952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99" name="Straight Connector 398">
            <a:extLst>
              <a:ext uri="{FF2B5EF4-FFF2-40B4-BE49-F238E27FC236}">
                <a16:creationId xmlns:a16="http://schemas.microsoft.com/office/drawing/2014/main" id="{00ACDFA0-F49A-B764-08E7-B8AC36F3F1CE}"/>
              </a:ext>
            </a:extLst>
          </p:cNvPr>
          <p:cNvCxnSpPr/>
          <p:nvPr/>
        </p:nvCxnSpPr>
        <p:spPr>
          <a:xfrm>
            <a:off x="7520202" y="359149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00" name="Straight Connector 399">
            <a:extLst>
              <a:ext uri="{FF2B5EF4-FFF2-40B4-BE49-F238E27FC236}">
                <a16:creationId xmlns:a16="http://schemas.microsoft.com/office/drawing/2014/main" id="{2034A69F-C557-2A91-22A2-D6C4FA1159B7}"/>
              </a:ext>
            </a:extLst>
          </p:cNvPr>
          <p:cNvCxnSpPr>
            <a:cxnSpLocks/>
          </p:cNvCxnSpPr>
          <p:nvPr/>
        </p:nvCxnSpPr>
        <p:spPr>
          <a:xfrm>
            <a:off x="7870825" y="3269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01" name="Straight Connector 400">
            <a:extLst>
              <a:ext uri="{FF2B5EF4-FFF2-40B4-BE49-F238E27FC236}">
                <a16:creationId xmlns:a16="http://schemas.microsoft.com/office/drawing/2014/main" id="{91D0033C-224E-889E-F2FC-46D0E17FE813}"/>
              </a:ext>
            </a:extLst>
          </p:cNvPr>
          <p:cNvCxnSpPr/>
          <p:nvPr/>
        </p:nvCxnSpPr>
        <p:spPr>
          <a:xfrm>
            <a:off x="7520202" y="3269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02" name="Straight Connector 401">
            <a:extLst>
              <a:ext uri="{FF2B5EF4-FFF2-40B4-BE49-F238E27FC236}">
                <a16:creationId xmlns:a16="http://schemas.microsoft.com/office/drawing/2014/main" id="{4AB1A136-0580-036A-9BB7-44F774AC2274}"/>
              </a:ext>
            </a:extLst>
          </p:cNvPr>
          <p:cNvCxnSpPr/>
          <p:nvPr/>
        </p:nvCxnSpPr>
        <p:spPr>
          <a:xfrm>
            <a:off x="7870722" y="326952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03" name="Straight Connector 402">
            <a:extLst>
              <a:ext uri="{FF2B5EF4-FFF2-40B4-BE49-F238E27FC236}">
                <a16:creationId xmlns:a16="http://schemas.microsoft.com/office/drawing/2014/main" id="{FB928C52-705C-858C-73C3-EBC42992D5BE}"/>
              </a:ext>
            </a:extLst>
          </p:cNvPr>
          <p:cNvCxnSpPr/>
          <p:nvPr/>
        </p:nvCxnSpPr>
        <p:spPr>
          <a:xfrm>
            <a:off x="7870722" y="359149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04" name="Straight Connector 403">
            <a:extLst>
              <a:ext uri="{FF2B5EF4-FFF2-40B4-BE49-F238E27FC236}">
                <a16:creationId xmlns:a16="http://schemas.microsoft.com/office/drawing/2014/main" id="{69E0C62A-2A5C-E8FD-E66E-594338845F9A}"/>
              </a:ext>
            </a:extLst>
          </p:cNvPr>
          <p:cNvCxnSpPr>
            <a:cxnSpLocks/>
          </p:cNvCxnSpPr>
          <p:nvPr/>
        </p:nvCxnSpPr>
        <p:spPr>
          <a:xfrm>
            <a:off x="8221345" y="326952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05" name="Straight Connector 404">
            <a:extLst>
              <a:ext uri="{FF2B5EF4-FFF2-40B4-BE49-F238E27FC236}">
                <a16:creationId xmlns:a16="http://schemas.microsoft.com/office/drawing/2014/main" id="{74D91C89-2A5E-9640-E553-889A62CCEAFE}"/>
              </a:ext>
            </a:extLst>
          </p:cNvPr>
          <p:cNvCxnSpPr/>
          <p:nvPr/>
        </p:nvCxnSpPr>
        <p:spPr>
          <a:xfrm>
            <a:off x="7870722" y="3269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06" name="Straight Connector 405">
            <a:extLst>
              <a:ext uri="{FF2B5EF4-FFF2-40B4-BE49-F238E27FC236}">
                <a16:creationId xmlns:a16="http://schemas.microsoft.com/office/drawing/2014/main" id="{CD5044A5-2540-EA68-E98A-9311A394CEC7}"/>
              </a:ext>
            </a:extLst>
          </p:cNvPr>
          <p:cNvCxnSpPr/>
          <p:nvPr/>
        </p:nvCxnSpPr>
        <p:spPr>
          <a:xfrm>
            <a:off x="6468642" y="358956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07" name="Straight Connector 406">
            <a:extLst>
              <a:ext uri="{FF2B5EF4-FFF2-40B4-BE49-F238E27FC236}">
                <a16:creationId xmlns:a16="http://schemas.microsoft.com/office/drawing/2014/main" id="{6389A339-AD15-612D-B064-1E40767D1BFC}"/>
              </a:ext>
            </a:extLst>
          </p:cNvPr>
          <p:cNvCxnSpPr/>
          <p:nvPr/>
        </p:nvCxnSpPr>
        <p:spPr>
          <a:xfrm>
            <a:off x="6468642" y="391153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08" name="Straight Connector 407">
            <a:extLst>
              <a:ext uri="{FF2B5EF4-FFF2-40B4-BE49-F238E27FC236}">
                <a16:creationId xmlns:a16="http://schemas.microsoft.com/office/drawing/2014/main" id="{830A7FC7-DCE8-4170-B565-B8ED5A2F9F5E}"/>
              </a:ext>
            </a:extLst>
          </p:cNvPr>
          <p:cNvCxnSpPr>
            <a:cxnSpLocks/>
          </p:cNvCxnSpPr>
          <p:nvPr/>
        </p:nvCxnSpPr>
        <p:spPr>
          <a:xfrm>
            <a:off x="6819265" y="358956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09" name="Straight Connector 408">
            <a:extLst>
              <a:ext uri="{FF2B5EF4-FFF2-40B4-BE49-F238E27FC236}">
                <a16:creationId xmlns:a16="http://schemas.microsoft.com/office/drawing/2014/main" id="{E6EECC22-05A4-6EEB-05A4-D4662D885906}"/>
              </a:ext>
            </a:extLst>
          </p:cNvPr>
          <p:cNvCxnSpPr/>
          <p:nvPr/>
        </p:nvCxnSpPr>
        <p:spPr>
          <a:xfrm>
            <a:off x="6468642" y="358956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10" name="TextBox 409">
            <a:extLst>
              <a:ext uri="{FF2B5EF4-FFF2-40B4-BE49-F238E27FC236}">
                <a16:creationId xmlns:a16="http://schemas.microsoft.com/office/drawing/2014/main" id="{8A4B60A5-B208-5950-528C-AD166C285C93}"/>
              </a:ext>
            </a:extLst>
          </p:cNvPr>
          <p:cNvSpPr txBox="1"/>
          <p:nvPr/>
        </p:nvSpPr>
        <p:spPr>
          <a:xfrm>
            <a:off x="6573050" y="3612051"/>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411" name="Straight Connector 410">
            <a:extLst>
              <a:ext uri="{FF2B5EF4-FFF2-40B4-BE49-F238E27FC236}">
                <a16:creationId xmlns:a16="http://schemas.microsoft.com/office/drawing/2014/main" id="{EE66F194-DEE2-204E-CD1A-3F6E8F8D036C}"/>
              </a:ext>
            </a:extLst>
          </p:cNvPr>
          <p:cNvCxnSpPr/>
          <p:nvPr/>
        </p:nvCxnSpPr>
        <p:spPr>
          <a:xfrm>
            <a:off x="6819162" y="358956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12" name="Straight Connector 411">
            <a:extLst>
              <a:ext uri="{FF2B5EF4-FFF2-40B4-BE49-F238E27FC236}">
                <a16:creationId xmlns:a16="http://schemas.microsoft.com/office/drawing/2014/main" id="{7B2C1429-CF95-704F-BD7C-916FF8B2103C}"/>
              </a:ext>
            </a:extLst>
          </p:cNvPr>
          <p:cNvCxnSpPr/>
          <p:nvPr/>
        </p:nvCxnSpPr>
        <p:spPr>
          <a:xfrm>
            <a:off x="6819162" y="391153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13" name="Straight Connector 412">
            <a:extLst>
              <a:ext uri="{FF2B5EF4-FFF2-40B4-BE49-F238E27FC236}">
                <a16:creationId xmlns:a16="http://schemas.microsoft.com/office/drawing/2014/main" id="{1C80BD13-A5A3-ABA0-EFC0-028BDC274BDB}"/>
              </a:ext>
            </a:extLst>
          </p:cNvPr>
          <p:cNvCxnSpPr>
            <a:cxnSpLocks/>
          </p:cNvCxnSpPr>
          <p:nvPr/>
        </p:nvCxnSpPr>
        <p:spPr>
          <a:xfrm>
            <a:off x="7169785" y="358956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14" name="Straight Connector 413">
            <a:extLst>
              <a:ext uri="{FF2B5EF4-FFF2-40B4-BE49-F238E27FC236}">
                <a16:creationId xmlns:a16="http://schemas.microsoft.com/office/drawing/2014/main" id="{8A12678C-4E4A-F5E8-D018-FB4BF57DBF77}"/>
              </a:ext>
            </a:extLst>
          </p:cNvPr>
          <p:cNvCxnSpPr/>
          <p:nvPr/>
        </p:nvCxnSpPr>
        <p:spPr>
          <a:xfrm>
            <a:off x="6819162" y="358956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15" name="TextBox 414">
            <a:extLst>
              <a:ext uri="{FF2B5EF4-FFF2-40B4-BE49-F238E27FC236}">
                <a16:creationId xmlns:a16="http://schemas.microsoft.com/office/drawing/2014/main" id="{6B7F66CB-AD93-8627-4256-8033E7D80264}"/>
              </a:ext>
            </a:extLst>
          </p:cNvPr>
          <p:cNvSpPr txBox="1"/>
          <p:nvPr/>
        </p:nvSpPr>
        <p:spPr>
          <a:xfrm>
            <a:off x="6923570" y="3612051"/>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416" name="Straight Connector 415">
            <a:extLst>
              <a:ext uri="{FF2B5EF4-FFF2-40B4-BE49-F238E27FC236}">
                <a16:creationId xmlns:a16="http://schemas.microsoft.com/office/drawing/2014/main" id="{625E22A7-7578-7EFF-586F-B645355EEFB8}"/>
              </a:ext>
            </a:extLst>
          </p:cNvPr>
          <p:cNvCxnSpPr/>
          <p:nvPr/>
        </p:nvCxnSpPr>
        <p:spPr>
          <a:xfrm>
            <a:off x="7169682" y="358956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17" name="Straight Connector 416">
            <a:extLst>
              <a:ext uri="{FF2B5EF4-FFF2-40B4-BE49-F238E27FC236}">
                <a16:creationId xmlns:a16="http://schemas.microsoft.com/office/drawing/2014/main" id="{4F6A743F-6342-454C-4DF9-82A05E606FBD}"/>
              </a:ext>
            </a:extLst>
          </p:cNvPr>
          <p:cNvCxnSpPr/>
          <p:nvPr/>
        </p:nvCxnSpPr>
        <p:spPr>
          <a:xfrm>
            <a:off x="7169682" y="391153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18" name="Straight Connector 417">
            <a:extLst>
              <a:ext uri="{FF2B5EF4-FFF2-40B4-BE49-F238E27FC236}">
                <a16:creationId xmlns:a16="http://schemas.microsoft.com/office/drawing/2014/main" id="{DCE0E025-5377-069E-AE31-9F6BC1ECAEFE}"/>
              </a:ext>
            </a:extLst>
          </p:cNvPr>
          <p:cNvCxnSpPr>
            <a:cxnSpLocks/>
          </p:cNvCxnSpPr>
          <p:nvPr/>
        </p:nvCxnSpPr>
        <p:spPr>
          <a:xfrm>
            <a:off x="7520305" y="358956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19" name="Straight Connector 418">
            <a:extLst>
              <a:ext uri="{FF2B5EF4-FFF2-40B4-BE49-F238E27FC236}">
                <a16:creationId xmlns:a16="http://schemas.microsoft.com/office/drawing/2014/main" id="{CBFDC332-D38E-0FF9-C09E-FC53841F186F}"/>
              </a:ext>
            </a:extLst>
          </p:cNvPr>
          <p:cNvCxnSpPr/>
          <p:nvPr/>
        </p:nvCxnSpPr>
        <p:spPr>
          <a:xfrm>
            <a:off x="7169682" y="358956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20" name="TextBox 419">
            <a:extLst>
              <a:ext uri="{FF2B5EF4-FFF2-40B4-BE49-F238E27FC236}">
                <a16:creationId xmlns:a16="http://schemas.microsoft.com/office/drawing/2014/main" id="{7BE40641-4890-ECDA-1761-A243CAC99CC1}"/>
              </a:ext>
            </a:extLst>
          </p:cNvPr>
          <p:cNvSpPr txBox="1"/>
          <p:nvPr/>
        </p:nvSpPr>
        <p:spPr>
          <a:xfrm>
            <a:off x="7274090" y="3612051"/>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421" name="Straight Connector 420">
            <a:extLst>
              <a:ext uri="{FF2B5EF4-FFF2-40B4-BE49-F238E27FC236}">
                <a16:creationId xmlns:a16="http://schemas.microsoft.com/office/drawing/2014/main" id="{9FDD4D47-91FA-60C3-022F-46DA2BF98845}"/>
              </a:ext>
            </a:extLst>
          </p:cNvPr>
          <p:cNvCxnSpPr/>
          <p:nvPr/>
        </p:nvCxnSpPr>
        <p:spPr>
          <a:xfrm>
            <a:off x="7520202" y="358956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2" name="Straight Connector 421">
            <a:extLst>
              <a:ext uri="{FF2B5EF4-FFF2-40B4-BE49-F238E27FC236}">
                <a16:creationId xmlns:a16="http://schemas.microsoft.com/office/drawing/2014/main" id="{5A013DF7-5A5C-2EE5-2DEF-E83D0822DDCD}"/>
              </a:ext>
            </a:extLst>
          </p:cNvPr>
          <p:cNvCxnSpPr/>
          <p:nvPr/>
        </p:nvCxnSpPr>
        <p:spPr>
          <a:xfrm>
            <a:off x="7520202" y="391153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3" name="Straight Connector 422">
            <a:extLst>
              <a:ext uri="{FF2B5EF4-FFF2-40B4-BE49-F238E27FC236}">
                <a16:creationId xmlns:a16="http://schemas.microsoft.com/office/drawing/2014/main" id="{7305792D-7CD6-83BE-5931-C68596F0515A}"/>
              </a:ext>
            </a:extLst>
          </p:cNvPr>
          <p:cNvCxnSpPr>
            <a:cxnSpLocks/>
          </p:cNvCxnSpPr>
          <p:nvPr/>
        </p:nvCxnSpPr>
        <p:spPr>
          <a:xfrm>
            <a:off x="7870825" y="358956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4" name="Straight Connector 423">
            <a:extLst>
              <a:ext uri="{FF2B5EF4-FFF2-40B4-BE49-F238E27FC236}">
                <a16:creationId xmlns:a16="http://schemas.microsoft.com/office/drawing/2014/main" id="{0C1EB7EC-4413-6E66-B0F7-09C89F5D9DC1}"/>
              </a:ext>
            </a:extLst>
          </p:cNvPr>
          <p:cNvCxnSpPr/>
          <p:nvPr/>
        </p:nvCxnSpPr>
        <p:spPr>
          <a:xfrm>
            <a:off x="7520202" y="358956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25" name="TextBox 424">
            <a:extLst>
              <a:ext uri="{FF2B5EF4-FFF2-40B4-BE49-F238E27FC236}">
                <a16:creationId xmlns:a16="http://schemas.microsoft.com/office/drawing/2014/main" id="{5D7F800E-D94D-4626-37F6-92AF6202C2CB}"/>
              </a:ext>
            </a:extLst>
          </p:cNvPr>
          <p:cNvSpPr txBox="1"/>
          <p:nvPr/>
        </p:nvSpPr>
        <p:spPr>
          <a:xfrm>
            <a:off x="7624610" y="3612051"/>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426" name="Straight Connector 425">
            <a:extLst>
              <a:ext uri="{FF2B5EF4-FFF2-40B4-BE49-F238E27FC236}">
                <a16:creationId xmlns:a16="http://schemas.microsoft.com/office/drawing/2014/main" id="{177DB5CB-CE4E-338B-96B0-EABF01157D67}"/>
              </a:ext>
            </a:extLst>
          </p:cNvPr>
          <p:cNvCxnSpPr/>
          <p:nvPr/>
        </p:nvCxnSpPr>
        <p:spPr>
          <a:xfrm>
            <a:off x="7870722" y="358956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7" name="Straight Connector 426">
            <a:extLst>
              <a:ext uri="{FF2B5EF4-FFF2-40B4-BE49-F238E27FC236}">
                <a16:creationId xmlns:a16="http://schemas.microsoft.com/office/drawing/2014/main" id="{A9FFEF03-E4D7-E8B3-C9C4-C564F5149A43}"/>
              </a:ext>
            </a:extLst>
          </p:cNvPr>
          <p:cNvCxnSpPr/>
          <p:nvPr/>
        </p:nvCxnSpPr>
        <p:spPr>
          <a:xfrm>
            <a:off x="7870722" y="391153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8" name="Straight Connector 427">
            <a:extLst>
              <a:ext uri="{FF2B5EF4-FFF2-40B4-BE49-F238E27FC236}">
                <a16:creationId xmlns:a16="http://schemas.microsoft.com/office/drawing/2014/main" id="{1A84FC9F-A099-CC23-D6B3-E4CAA906C2D5}"/>
              </a:ext>
            </a:extLst>
          </p:cNvPr>
          <p:cNvCxnSpPr>
            <a:cxnSpLocks/>
          </p:cNvCxnSpPr>
          <p:nvPr/>
        </p:nvCxnSpPr>
        <p:spPr>
          <a:xfrm>
            <a:off x="8221345" y="358956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9" name="Straight Connector 428">
            <a:extLst>
              <a:ext uri="{FF2B5EF4-FFF2-40B4-BE49-F238E27FC236}">
                <a16:creationId xmlns:a16="http://schemas.microsoft.com/office/drawing/2014/main" id="{875581B7-ECFA-89CB-1B9E-EC107BDC9EC6}"/>
              </a:ext>
            </a:extLst>
          </p:cNvPr>
          <p:cNvCxnSpPr/>
          <p:nvPr/>
        </p:nvCxnSpPr>
        <p:spPr>
          <a:xfrm>
            <a:off x="7870722" y="358956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30" name="TextBox 429">
            <a:extLst>
              <a:ext uri="{FF2B5EF4-FFF2-40B4-BE49-F238E27FC236}">
                <a16:creationId xmlns:a16="http://schemas.microsoft.com/office/drawing/2014/main" id="{5962431C-46D6-7254-AA03-776FB777C627}"/>
              </a:ext>
            </a:extLst>
          </p:cNvPr>
          <p:cNvSpPr txBox="1"/>
          <p:nvPr/>
        </p:nvSpPr>
        <p:spPr>
          <a:xfrm>
            <a:off x="7975130" y="3612051"/>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sp>
        <p:nvSpPr>
          <p:cNvPr id="431" name="TextBox 430">
            <a:extLst>
              <a:ext uri="{FF2B5EF4-FFF2-40B4-BE49-F238E27FC236}">
                <a16:creationId xmlns:a16="http://schemas.microsoft.com/office/drawing/2014/main" id="{263BA3B9-0053-290A-AE4C-DAA357FBFB54}"/>
              </a:ext>
            </a:extLst>
          </p:cNvPr>
          <p:cNvSpPr txBox="1"/>
          <p:nvPr/>
        </p:nvSpPr>
        <p:spPr>
          <a:xfrm>
            <a:off x="7571166" y="2980483"/>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-4</a:t>
            </a:r>
          </a:p>
        </p:txBody>
      </p:sp>
      <p:sp>
        <p:nvSpPr>
          <p:cNvPr id="432" name="TextBox 431">
            <a:extLst>
              <a:ext uri="{FF2B5EF4-FFF2-40B4-BE49-F238E27FC236}">
                <a16:creationId xmlns:a16="http://schemas.microsoft.com/office/drawing/2014/main" id="{1B5E46D8-4741-97AB-4384-0513B3A80615}"/>
              </a:ext>
            </a:extLst>
          </p:cNvPr>
          <p:cNvSpPr txBox="1"/>
          <p:nvPr/>
        </p:nvSpPr>
        <p:spPr>
          <a:xfrm>
            <a:off x="7929098" y="2973904"/>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-4</a:t>
            </a:r>
          </a:p>
        </p:txBody>
      </p:sp>
      <p:sp>
        <p:nvSpPr>
          <p:cNvPr id="433" name="TextBox 432">
            <a:extLst>
              <a:ext uri="{FF2B5EF4-FFF2-40B4-BE49-F238E27FC236}">
                <a16:creationId xmlns:a16="http://schemas.microsoft.com/office/drawing/2014/main" id="{B0B0F257-D195-5DD6-BEB5-FF7613E3C758}"/>
              </a:ext>
            </a:extLst>
          </p:cNvPr>
          <p:cNvSpPr txBox="1"/>
          <p:nvPr/>
        </p:nvSpPr>
        <p:spPr>
          <a:xfrm>
            <a:off x="6887443" y="3302320"/>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-4</a:t>
            </a:r>
          </a:p>
        </p:txBody>
      </p:sp>
      <p:sp>
        <p:nvSpPr>
          <p:cNvPr id="434" name="TextBox 433">
            <a:extLst>
              <a:ext uri="{FF2B5EF4-FFF2-40B4-BE49-F238E27FC236}">
                <a16:creationId xmlns:a16="http://schemas.microsoft.com/office/drawing/2014/main" id="{872C3183-825A-0D88-1B14-ADF4C96979B6}"/>
              </a:ext>
            </a:extLst>
          </p:cNvPr>
          <p:cNvSpPr txBox="1"/>
          <p:nvPr/>
        </p:nvSpPr>
        <p:spPr>
          <a:xfrm>
            <a:off x="7229076" y="3302319"/>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-4</a:t>
            </a:r>
          </a:p>
        </p:txBody>
      </p:sp>
      <p:sp>
        <p:nvSpPr>
          <p:cNvPr id="435" name="TextBox 434">
            <a:extLst>
              <a:ext uri="{FF2B5EF4-FFF2-40B4-BE49-F238E27FC236}">
                <a16:creationId xmlns:a16="http://schemas.microsoft.com/office/drawing/2014/main" id="{8AA4B3E0-FDC0-40DD-8C59-FD6264D5D676}"/>
              </a:ext>
            </a:extLst>
          </p:cNvPr>
          <p:cNvSpPr txBox="1"/>
          <p:nvPr/>
        </p:nvSpPr>
        <p:spPr>
          <a:xfrm>
            <a:off x="7579492" y="3300522"/>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-4</a:t>
            </a:r>
          </a:p>
        </p:txBody>
      </p:sp>
      <p:sp>
        <p:nvSpPr>
          <p:cNvPr id="436" name="TextBox 435">
            <a:extLst>
              <a:ext uri="{FF2B5EF4-FFF2-40B4-BE49-F238E27FC236}">
                <a16:creationId xmlns:a16="http://schemas.microsoft.com/office/drawing/2014/main" id="{4F6E6B37-DBD1-6B7C-B551-20392ABB2BB6}"/>
              </a:ext>
            </a:extLst>
          </p:cNvPr>
          <p:cNvSpPr txBox="1"/>
          <p:nvPr/>
        </p:nvSpPr>
        <p:spPr>
          <a:xfrm>
            <a:off x="7937424" y="3293943"/>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-4</a:t>
            </a:r>
          </a:p>
        </p:txBody>
      </p:sp>
      <p:sp>
        <p:nvSpPr>
          <p:cNvPr id="437" name="TextBox 436">
            <a:extLst>
              <a:ext uri="{FF2B5EF4-FFF2-40B4-BE49-F238E27FC236}">
                <a16:creationId xmlns:a16="http://schemas.microsoft.com/office/drawing/2014/main" id="{B29ED4ED-EEFC-E032-EB65-8172CE267F38}"/>
              </a:ext>
            </a:extLst>
          </p:cNvPr>
          <p:cNvSpPr txBox="1"/>
          <p:nvPr/>
        </p:nvSpPr>
        <p:spPr>
          <a:xfrm>
            <a:off x="6885845" y="3643940"/>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-2</a:t>
            </a:r>
          </a:p>
        </p:txBody>
      </p:sp>
      <p:sp>
        <p:nvSpPr>
          <p:cNvPr id="438" name="TextBox 437">
            <a:extLst>
              <a:ext uri="{FF2B5EF4-FFF2-40B4-BE49-F238E27FC236}">
                <a16:creationId xmlns:a16="http://schemas.microsoft.com/office/drawing/2014/main" id="{4F59016E-0305-00DB-F7B1-11C5417A45F4}"/>
              </a:ext>
            </a:extLst>
          </p:cNvPr>
          <p:cNvSpPr txBox="1"/>
          <p:nvPr/>
        </p:nvSpPr>
        <p:spPr>
          <a:xfrm>
            <a:off x="7227478" y="3643939"/>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-3</a:t>
            </a:r>
          </a:p>
        </p:txBody>
      </p:sp>
      <p:sp>
        <p:nvSpPr>
          <p:cNvPr id="439" name="TextBox 438">
            <a:extLst>
              <a:ext uri="{FF2B5EF4-FFF2-40B4-BE49-F238E27FC236}">
                <a16:creationId xmlns:a16="http://schemas.microsoft.com/office/drawing/2014/main" id="{F9550C5C-3EFC-5D28-1E49-F5E0CD42B70F}"/>
              </a:ext>
            </a:extLst>
          </p:cNvPr>
          <p:cNvSpPr txBox="1"/>
          <p:nvPr/>
        </p:nvSpPr>
        <p:spPr>
          <a:xfrm>
            <a:off x="7577894" y="3642142"/>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-4</a:t>
            </a:r>
          </a:p>
        </p:txBody>
      </p:sp>
      <p:sp>
        <p:nvSpPr>
          <p:cNvPr id="440" name="TextBox 439">
            <a:extLst>
              <a:ext uri="{FF2B5EF4-FFF2-40B4-BE49-F238E27FC236}">
                <a16:creationId xmlns:a16="http://schemas.microsoft.com/office/drawing/2014/main" id="{1E097957-279B-4D8B-B358-98F693220648}"/>
              </a:ext>
            </a:extLst>
          </p:cNvPr>
          <p:cNvSpPr txBox="1"/>
          <p:nvPr/>
        </p:nvSpPr>
        <p:spPr>
          <a:xfrm>
            <a:off x="7935826" y="3635563"/>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-4</a:t>
            </a:r>
          </a:p>
        </p:txBody>
      </p:sp>
      <p:sp>
        <p:nvSpPr>
          <p:cNvPr id="441" name="TextBox 440">
            <a:extLst>
              <a:ext uri="{FF2B5EF4-FFF2-40B4-BE49-F238E27FC236}">
                <a16:creationId xmlns:a16="http://schemas.microsoft.com/office/drawing/2014/main" id="{4B97EC6A-9D3E-F8DC-F7C8-5A837B8ECAC1}"/>
              </a:ext>
            </a:extLst>
          </p:cNvPr>
          <p:cNvSpPr txBox="1"/>
          <p:nvPr/>
        </p:nvSpPr>
        <p:spPr>
          <a:xfrm>
            <a:off x="6520041" y="3651888"/>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cxnSp>
        <p:nvCxnSpPr>
          <p:cNvPr id="442" name="Straight Connector 441">
            <a:extLst>
              <a:ext uri="{FF2B5EF4-FFF2-40B4-BE49-F238E27FC236}">
                <a16:creationId xmlns:a16="http://schemas.microsoft.com/office/drawing/2014/main" id="{B8364FCF-FA14-5C82-81BB-1E07FF1F5B31}"/>
              </a:ext>
            </a:extLst>
          </p:cNvPr>
          <p:cNvCxnSpPr/>
          <p:nvPr/>
        </p:nvCxnSpPr>
        <p:spPr>
          <a:xfrm>
            <a:off x="3920613" y="416033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43" name="Straight Connector 442">
            <a:extLst>
              <a:ext uri="{FF2B5EF4-FFF2-40B4-BE49-F238E27FC236}">
                <a16:creationId xmlns:a16="http://schemas.microsoft.com/office/drawing/2014/main" id="{84437DB9-88F4-D4C4-B5E8-76B61835FDA0}"/>
              </a:ext>
            </a:extLst>
          </p:cNvPr>
          <p:cNvCxnSpPr/>
          <p:nvPr/>
        </p:nvCxnSpPr>
        <p:spPr>
          <a:xfrm>
            <a:off x="3920613" y="448231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44" name="Straight Connector 443">
            <a:extLst>
              <a:ext uri="{FF2B5EF4-FFF2-40B4-BE49-F238E27FC236}">
                <a16:creationId xmlns:a16="http://schemas.microsoft.com/office/drawing/2014/main" id="{52C61827-35B1-A677-4BC1-7E6DB40FDB0F}"/>
              </a:ext>
            </a:extLst>
          </p:cNvPr>
          <p:cNvCxnSpPr>
            <a:cxnSpLocks/>
          </p:cNvCxnSpPr>
          <p:nvPr/>
        </p:nvCxnSpPr>
        <p:spPr>
          <a:xfrm>
            <a:off x="4271236" y="416033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45" name="Straight Connector 444">
            <a:extLst>
              <a:ext uri="{FF2B5EF4-FFF2-40B4-BE49-F238E27FC236}">
                <a16:creationId xmlns:a16="http://schemas.microsoft.com/office/drawing/2014/main" id="{66E22821-CF36-FC09-F028-C6290E31DA34}"/>
              </a:ext>
            </a:extLst>
          </p:cNvPr>
          <p:cNvCxnSpPr/>
          <p:nvPr/>
        </p:nvCxnSpPr>
        <p:spPr>
          <a:xfrm>
            <a:off x="3920613" y="416033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46" name="TextBox 445">
            <a:extLst>
              <a:ext uri="{FF2B5EF4-FFF2-40B4-BE49-F238E27FC236}">
                <a16:creationId xmlns:a16="http://schemas.microsoft.com/office/drawing/2014/main" id="{A2BE1488-440E-56CE-378E-D08015E63A07}"/>
              </a:ext>
            </a:extLst>
          </p:cNvPr>
          <p:cNvSpPr txBox="1"/>
          <p:nvPr/>
        </p:nvSpPr>
        <p:spPr>
          <a:xfrm>
            <a:off x="3978721" y="4198215"/>
            <a:ext cx="235606"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-5</a:t>
            </a:r>
          </a:p>
        </p:txBody>
      </p:sp>
      <p:cxnSp>
        <p:nvCxnSpPr>
          <p:cNvPr id="447" name="Straight Connector 446">
            <a:extLst>
              <a:ext uri="{FF2B5EF4-FFF2-40B4-BE49-F238E27FC236}">
                <a16:creationId xmlns:a16="http://schemas.microsoft.com/office/drawing/2014/main" id="{C0F6A3DD-346E-A028-24F7-10730C550265}"/>
              </a:ext>
            </a:extLst>
          </p:cNvPr>
          <p:cNvCxnSpPr/>
          <p:nvPr/>
        </p:nvCxnSpPr>
        <p:spPr>
          <a:xfrm>
            <a:off x="4271133" y="416033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48" name="Straight Connector 447">
            <a:extLst>
              <a:ext uri="{FF2B5EF4-FFF2-40B4-BE49-F238E27FC236}">
                <a16:creationId xmlns:a16="http://schemas.microsoft.com/office/drawing/2014/main" id="{C06B7257-2CA9-CA27-7537-68745BA802EC}"/>
              </a:ext>
            </a:extLst>
          </p:cNvPr>
          <p:cNvCxnSpPr/>
          <p:nvPr/>
        </p:nvCxnSpPr>
        <p:spPr>
          <a:xfrm>
            <a:off x="4271133" y="448231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49" name="Straight Connector 448">
            <a:extLst>
              <a:ext uri="{FF2B5EF4-FFF2-40B4-BE49-F238E27FC236}">
                <a16:creationId xmlns:a16="http://schemas.microsoft.com/office/drawing/2014/main" id="{C6A1AE2C-CD07-7B5C-AD22-06CA909D18A2}"/>
              </a:ext>
            </a:extLst>
          </p:cNvPr>
          <p:cNvCxnSpPr>
            <a:cxnSpLocks/>
          </p:cNvCxnSpPr>
          <p:nvPr/>
        </p:nvCxnSpPr>
        <p:spPr>
          <a:xfrm>
            <a:off x="4621756" y="416033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50" name="Straight Connector 449">
            <a:extLst>
              <a:ext uri="{FF2B5EF4-FFF2-40B4-BE49-F238E27FC236}">
                <a16:creationId xmlns:a16="http://schemas.microsoft.com/office/drawing/2014/main" id="{DBB6A04F-96B9-6693-F280-1E1008B064EB}"/>
              </a:ext>
            </a:extLst>
          </p:cNvPr>
          <p:cNvCxnSpPr/>
          <p:nvPr/>
        </p:nvCxnSpPr>
        <p:spPr>
          <a:xfrm>
            <a:off x="4271133" y="416033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51" name="TextBox 450">
            <a:extLst>
              <a:ext uri="{FF2B5EF4-FFF2-40B4-BE49-F238E27FC236}">
                <a16:creationId xmlns:a16="http://schemas.microsoft.com/office/drawing/2014/main" id="{76ECB6A3-B3C2-B4AF-4AFF-6613673D455B}"/>
              </a:ext>
            </a:extLst>
          </p:cNvPr>
          <p:cNvSpPr txBox="1"/>
          <p:nvPr/>
        </p:nvSpPr>
        <p:spPr>
          <a:xfrm>
            <a:off x="4337441" y="4198215"/>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-5</a:t>
            </a:r>
          </a:p>
        </p:txBody>
      </p:sp>
      <p:cxnSp>
        <p:nvCxnSpPr>
          <p:cNvPr id="452" name="Straight Connector 451">
            <a:extLst>
              <a:ext uri="{FF2B5EF4-FFF2-40B4-BE49-F238E27FC236}">
                <a16:creationId xmlns:a16="http://schemas.microsoft.com/office/drawing/2014/main" id="{30A135EE-A848-23FD-1F11-26A84E658E04}"/>
              </a:ext>
            </a:extLst>
          </p:cNvPr>
          <p:cNvCxnSpPr/>
          <p:nvPr/>
        </p:nvCxnSpPr>
        <p:spPr>
          <a:xfrm>
            <a:off x="4621653" y="416033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53" name="Straight Connector 452">
            <a:extLst>
              <a:ext uri="{FF2B5EF4-FFF2-40B4-BE49-F238E27FC236}">
                <a16:creationId xmlns:a16="http://schemas.microsoft.com/office/drawing/2014/main" id="{689766A7-D751-E7CF-F5B8-18DCDEB8D2FA}"/>
              </a:ext>
            </a:extLst>
          </p:cNvPr>
          <p:cNvCxnSpPr/>
          <p:nvPr/>
        </p:nvCxnSpPr>
        <p:spPr>
          <a:xfrm>
            <a:off x="4621653" y="448231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54" name="Straight Connector 453">
            <a:extLst>
              <a:ext uri="{FF2B5EF4-FFF2-40B4-BE49-F238E27FC236}">
                <a16:creationId xmlns:a16="http://schemas.microsoft.com/office/drawing/2014/main" id="{2E718C4A-9A47-F3E9-C777-404A99E1F67A}"/>
              </a:ext>
            </a:extLst>
          </p:cNvPr>
          <p:cNvCxnSpPr>
            <a:cxnSpLocks/>
          </p:cNvCxnSpPr>
          <p:nvPr/>
        </p:nvCxnSpPr>
        <p:spPr>
          <a:xfrm>
            <a:off x="4972276" y="416033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55" name="Straight Connector 454">
            <a:extLst>
              <a:ext uri="{FF2B5EF4-FFF2-40B4-BE49-F238E27FC236}">
                <a16:creationId xmlns:a16="http://schemas.microsoft.com/office/drawing/2014/main" id="{F0E541D4-732D-6B83-FE31-ADBE233809E0}"/>
              </a:ext>
            </a:extLst>
          </p:cNvPr>
          <p:cNvCxnSpPr/>
          <p:nvPr/>
        </p:nvCxnSpPr>
        <p:spPr>
          <a:xfrm>
            <a:off x="4621653" y="416033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56" name="TextBox 455">
            <a:extLst>
              <a:ext uri="{FF2B5EF4-FFF2-40B4-BE49-F238E27FC236}">
                <a16:creationId xmlns:a16="http://schemas.microsoft.com/office/drawing/2014/main" id="{ED9D39A6-A218-049D-45B2-E3A0E9E19480}"/>
              </a:ext>
            </a:extLst>
          </p:cNvPr>
          <p:cNvSpPr txBox="1"/>
          <p:nvPr/>
        </p:nvSpPr>
        <p:spPr>
          <a:xfrm>
            <a:off x="4672721" y="4198215"/>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-5</a:t>
            </a:r>
          </a:p>
        </p:txBody>
      </p:sp>
      <p:cxnSp>
        <p:nvCxnSpPr>
          <p:cNvPr id="457" name="Straight Connector 456">
            <a:extLst>
              <a:ext uri="{FF2B5EF4-FFF2-40B4-BE49-F238E27FC236}">
                <a16:creationId xmlns:a16="http://schemas.microsoft.com/office/drawing/2014/main" id="{73C7D7F6-CDCB-869C-5363-DE20C72C0B6C}"/>
              </a:ext>
            </a:extLst>
          </p:cNvPr>
          <p:cNvCxnSpPr/>
          <p:nvPr/>
        </p:nvCxnSpPr>
        <p:spPr>
          <a:xfrm>
            <a:off x="4972173" y="416033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58" name="Straight Connector 457">
            <a:extLst>
              <a:ext uri="{FF2B5EF4-FFF2-40B4-BE49-F238E27FC236}">
                <a16:creationId xmlns:a16="http://schemas.microsoft.com/office/drawing/2014/main" id="{D7206107-072B-FCDA-A76A-560508026493}"/>
              </a:ext>
            </a:extLst>
          </p:cNvPr>
          <p:cNvCxnSpPr/>
          <p:nvPr/>
        </p:nvCxnSpPr>
        <p:spPr>
          <a:xfrm>
            <a:off x="4972173" y="448231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59" name="Straight Connector 458">
            <a:extLst>
              <a:ext uri="{FF2B5EF4-FFF2-40B4-BE49-F238E27FC236}">
                <a16:creationId xmlns:a16="http://schemas.microsoft.com/office/drawing/2014/main" id="{9E454363-302A-0060-D284-829BD775EC28}"/>
              </a:ext>
            </a:extLst>
          </p:cNvPr>
          <p:cNvCxnSpPr>
            <a:cxnSpLocks/>
          </p:cNvCxnSpPr>
          <p:nvPr/>
        </p:nvCxnSpPr>
        <p:spPr>
          <a:xfrm>
            <a:off x="5322796" y="416033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0" name="Straight Connector 459">
            <a:extLst>
              <a:ext uri="{FF2B5EF4-FFF2-40B4-BE49-F238E27FC236}">
                <a16:creationId xmlns:a16="http://schemas.microsoft.com/office/drawing/2014/main" id="{F18BD101-54E3-F433-64D4-F0A2EDEFBB3D}"/>
              </a:ext>
            </a:extLst>
          </p:cNvPr>
          <p:cNvCxnSpPr/>
          <p:nvPr/>
        </p:nvCxnSpPr>
        <p:spPr>
          <a:xfrm>
            <a:off x="4972173" y="416033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1" name="Straight Connector 460">
            <a:extLst>
              <a:ext uri="{FF2B5EF4-FFF2-40B4-BE49-F238E27FC236}">
                <a16:creationId xmlns:a16="http://schemas.microsoft.com/office/drawing/2014/main" id="{830E130D-B745-1CEC-56DC-0A86B6D7AAC0}"/>
              </a:ext>
            </a:extLst>
          </p:cNvPr>
          <p:cNvCxnSpPr/>
          <p:nvPr/>
        </p:nvCxnSpPr>
        <p:spPr>
          <a:xfrm>
            <a:off x="5322693" y="416033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2" name="Straight Connector 461">
            <a:extLst>
              <a:ext uri="{FF2B5EF4-FFF2-40B4-BE49-F238E27FC236}">
                <a16:creationId xmlns:a16="http://schemas.microsoft.com/office/drawing/2014/main" id="{FCD5B1B7-D357-08CA-5616-FA9E0D01FE8F}"/>
              </a:ext>
            </a:extLst>
          </p:cNvPr>
          <p:cNvCxnSpPr/>
          <p:nvPr/>
        </p:nvCxnSpPr>
        <p:spPr>
          <a:xfrm>
            <a:off x="5322693" y="448231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3" name="Straight Connector 462">
            <a:extLst>
              <a:ext uri="{FF2B5EF4-FFF2-40B4-BE49-F238E27FC236}">
                <a16:creationId xmlns:a16="http://schemas.microsoft.com/office/drawing/2014/main" id="{DD0A3C98-B2CE-8061-A2E8-64F1C09C4B0F}"/>
              </a:ext>
            </a:extLst>
          </p:cNvPr>
          <p:cNvCxnSpPr>
            <a:cxnSpLocks/>
          </p:cNvCxnSpPr>
          <p:nvPr/>
        </p:nvCxnSpPr>
        <p:spPr>
          <a:xfrm>
            <a:off x="5673316" y="416033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4" name="Straight Connector 463">
            <a:extLst>
              <a:ext uri="{FF2B5EF4-FFF2-40B4-BE49-F238E27FC236}">
                <a16:creationId xmlns:a16="http://schemas.microsoft.com/office/drawing/2014/main" id="{C2DB9B7F-0C6C-15A5-BC77-D4AC966468E9}"/>
              </a:ext>
            </a:extLst>
          </p:cNvPr>
          <p:cNvCxnSpPr/>
          <p:nvPr/>
        </p:nvCxnSpPr>
        <p:spPr>
          <a:xfrm>
            <a:off x="5322693" y="416033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5" name="Straight Connector 464">
            <a:extLst>
              <a:ext uri="{FF2B5EF4-FFF2-40B4-BE49-F238E27FC236}">
                <a16:creationId xmlns:a16="http://schemas.microsoft.com/office/drawing/2014/main" id="{64521D7A-CAAA-E006-0C80-603A7E39373B}"/>
              </a:ext>
            </a:extLst>
          </p:cNvPr>
          <p:cNvCxnSpPr/>
          <p:nvPr/>
        </p:nvCxnSpPr>
        <p:spPr>
          <a:xfrm>
            <a:off x="3920613" y="448545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6" name="Straight Connector 465">
            <a:extLst>
              <a:ext uri="{FF2B5EF4-FFF2-40B4-BE49-F238E27FC236}">
                <a16:creationId xmlns:a16="http://schemas.microsoft.com/office/drawing/2014/main" id="{E50A6605-56A9-C855-1C65-66F5C12338B1}"/>
              </a:ext>
            </a:extLst>
          </p:cNvPr>
          <p:cNvCxnSpPr/>
          <p:nvPr/>
        </p:nvCxnSpPr>
        <p:spPr>
          <a:xfrm>
            <a:off x="3920613" y="480743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7" name="Straight Connector 466">
            <a:extLst>
              <a:ext uri="{FF2B5EF4-FFF2-40B4-BE49-F238E27FC236}">
                <a16:creationId xmlns:a16="http://schemas.microsoft.com/office/drawing/2014/main" id="{F9A3E17B-B749-EBBB-A37E-9A3B50CB48B9}"/>
              </a:ext>
            </a:extLst>
          </p:cNvPr>
          <p:cNvCxnSpPr>
            <a:cxnSpLocks/>
          </p:cNvCxnSpPr>
          <p:nvPr/>
        </p:nvCxnSpPr>
        <p:spPr>
          <a:xfrm>
            <a:off x="4271236" y="44854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8" name="Straight Connector 467">
            <a:extLst>
              <a:ext uri="{FF2B5EF4-FFF2-40B4-BE49-F238E27FC236}">
                <a16:creationId xmlns:a16="http://schemas.microsoft.com/office/drawing/2014/main" id="{A85EE7DC-3573-75B6-15FF-8F8DFD0A3029}"/>
              </a:ext>
            </a:extLst>
          </p:cNvPr>
          <p:cNvCxnSpPr/>
          <p:nvPr/>
        </p:nvCxnSpPr>
        <p:spPr>
          <a:xfrm>
            <a:off x="3920613" y="448545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69" name="TextBox 468">
            <a:extLst>
              <a:ext uri="{FF2B5EF4-FFF2-40B4-BE49-F238E27FC236}">
                <a16:creationId xmlns:a16="http://schemas.microsoft.com/office/drawing/2014/main" id="{037F4244-FD1F-8B1D-18D5-998AFAF5B74B}"/>
              </a:ext>
            </a:extLst>
          </p:cNvPr>
          <p:cNvSpPr txBox="1"/>
          <p:nvPr/>
        </p:nvSpPr>
        <p:spPr>
          <a:xfrm>
            <a:off x="4025021" y="4523335"/>
            <a:ext cx="141807"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0</a:t>
            </a:r>
          </a:p>
        </p:txBody>
      </p:sp>
      <p:cxnSp>
        <p:nvCxnSpPr>
          <p:cNvPr id="470" name="Straight Connector 469">
            <a:extLst>
              <a:ext uri="{FF2B5EF4-FFF2-40B4-BE49-F238E27FC236}">
                <a16:creationId xmlns:a16="http://schemas.microsoft.com/office/drawing/2014/main" id="{AB5E7673-686A-F1FE-BE2A-8235872A2A80}"/>
              </a:ext>
            </a:extLst>
          </p:cNvPr>
          <p:cNvCxnSpPr/>
          <p:nvPr/>
        </p:nvCxnSpPr>
        <p:spPr>
          <a:xfrm>
            <a:off x="4271133" y="448545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1" name="Straight Connector 470">
            <a:extLst>
              <a:ext uri="{FF2B5EF4-FFF2-40B4-BE49-F238E27FC236}">
                <a16:creationId xmlns:a16="http://schemas.microsoft.com/office/drawing/2014/main" id="{7804FA7A-71A7-D1F6-1C53-07E4D10A254F}"/>
              </a:ext>
            </a:extLst>
          </p:cNvPr>
          <p:cNvCxnSpPr/>
          <p:nvPr/>
        </p:nvCxnSpPr>
        <p:spPr>
          <a:xfrm>
            <a:off x="4271133" y="480743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2" name="Straight Connector 471">
            <a:extLst>
              <a:ext uri="{FF2B5EF4-FFF2-40B4-BE49-F238E27FC236}">
                <a16:creationId xmlns:a16="http://schemas.microsoft.com/office/drawing/2014/main" id="{E068D96E-084F-8640-15B8-F1981DE948AA}"/>
              </a:ext>
            </a:extLst>
          </p:cNvPr>
          <p:cNvCxnSpPr>
            <a:cxnSpLocks/>
          </p:cNvCxnSpPr>
          <p:nvPr/>
        </p:nvCxnSpPr>
        <p:spPr>
          <a:xfrm>
            <a:off x="4621756" y="44854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3" name="Straight Connector 472">
            <a:extLst>
              <a:ext uri="{FF2B5EF4-FFF2-40B4-BE49-F238E27FC236}">
                <a16:creationId xmlns:a16="http://schemas.microsoft.com/office/drawing/2014/main" id="{C85282C7-B12F-8D55-D670-417439DCB849}"/>
              </a:ext>
            </a:extLst>
          </p:cNvPr>
          <p:cNvCxnSpPr/>
          <p:nvPr/>
        </p:nvCxnSpPr>
        <p:spPr>
          <a:xfrm>
            <a:off x="4271133" y="448545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4" name="Straight Connector 473">
            <a:extLst>
              <a:ext uri="{FF2B5EF4-FFF2-40B4-BE49-F238E27FC236}">
                <a16:creationId xmlns:a16="http://schemas.microsoft.com/office/drawing/2014/main" id="{610D9CA3-B05D-6A25-9DDB-069251509A19}"/>
              </a:ext>
            </a:extLst>
          </p:cNvPr>
          <p:cNvCxnSpPr/>
          <p:nvPr/>
        </p:nvCxnSpPr>
        <p:spPr>
          <a:xfrm>
            <a:off x="4621653" y="4485459"/>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5" name="Straight Connector 474">
            <a:extLst>
              <a:ext uri="{FF2B5EF4-FFF2-40B4-BE49-F238E27FC236}">
                <a16:creationId xmlns:a16="http://schemas.microsoft.com/office/drawing/2014/main" id="{D9C12B17-6C87-54F9-1B3C-8B6AC1D07118}"/>
              </a:ext>
            </a:extLst>
          </p:cNvPr>
          <p:cNvCxnSpPr/>
          <p:nvPr/>
        </p:nvCxnSpPr>
        <p:spPr>
          <a:xfrm>
            <a:off x="4621653" y="480743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6" name="Straight Connector 475">
            <a:extLst>
              <a:ext uri="{FF2B5EF4-FFF2-40B4-BE49-F238E27FC236}">
                <a16:creationId xmlns:a16="http://schemas.microsoft.com/office/drawing/2014/main" id="{B5BC4F83-F396-26A8-69F9-91A5F7AFE23E}"/>
              </a:ext>
            </a:extLst>
          </p:cNvPr>
          <p:cNvCxnSpPr>
            <a:cxnSpLocks/>
          </p:cNvCxnSpPr>
          <p:nvPr/>
        </p:nvCxnSpPr>
        <p:spPr>
          <a:xfrm>
            <a:off x="4972276" y="44854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7" name="Straight Connector 476">
            <a:extLst>
              <a:ext uri="{FF2B5EF4-FFF2-40B4-BE49-F238E27FC236}">
                <a16:creationId xmlns:a16="http://schemas.microsoft.com/office/drawing/2014/main" id="{976D1370-35E4-C754-F648-C02754E8857E}"/>
              </a:ext>
            </a:extLst>
          </p:cNvPr>
          <p:cNvCxnSpPr/>
          <p:nvPr/>
        </p:nvCxnSpPr>
        <p:spPr>
          <a:xfrm>
            <a:off x="4621653" y="44854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8" name="Straight Connector 477">
            <a:extLst>
              <a:ext uri="{FF2B5EF4-FFF2-40B4-BE49-F238E27FC236}">
                <a16:creationId xmlns:a16="http://schemas.microsoft.com/office/drawing/2014/main" id="{06705E10-06DE-6AC2-860E-A1F1626412A9}"/>
              </a:ext>
            </a:extLst>
          </p:cNvPr>
          <p:cNvCxnSpPr/>
          <p:nvPr/>
        </p:nvCxnSpPr>
        <p:spPr>
          <a:xfrm>
            <a:off x="4972173" y="448545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9" name="Straight Connector 478">
            <a:extLst>
              <a:ext uri="{FF2B5EF4-FFF2-40B4-BE49-F238E27FC236}">
                <a16:creationId xmlns:a16="http://schemas.microsoft.com/office/drawing/2014/main" id="{EE8B1E00-B4E8-AFCC-4285-40DAC968CD5F}"/>
              </a:ext>
            </a:extLst>
          </p:cNvPr>
          <p:cNvCxnSpPr/>
          <p:nvPr/>
        </p:nvCxnSpPr>
        <p:spPr>
          <a:xfrm>
            <a:off x="4972173" y="480743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0" name="Straight Connector 479">
            <a:extLst>
              <a:ext uri="{FF2B5EF4-FFF2-40B4-BE49-F238E27FC236}">
                <a16:creationId xmlns:a16="http://schemas.microsoft.com/office/drawing/2014/main" id="{F07CB212-97E9-7FCE-221D-0D0DFC6FC5AE}"/>
              </a:ext>
            </a:extLst>
          </p:cNvPr>
          <p:cNvCxnSpPr>
            <a:cxnSpLocks/>
          </p:cNvCxnSpPr>
          <p:nvPr/>
        </p:nvCxnSpPr>
        <p:spPr>
          <a:xfrm>
            <a:off x="5322796" y="44854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1" name="Straight Connector 480">
            <a:extLst>
              <a:ext uri="{FF2B5EF4-FFF2-40B4-BE49-F238E27FC236}">
                <a16:creationId xmlns:a16="http://schemas.microsoft.com/office/drawing/2014/main" id="{7F714717-80B3-5E64-FC39-3582685A7827}"/>
              </a:ext>
            </a:extLst>
          </p:cNvPr>
          <p:cNvCxnSpPr/>
          <p:nvPr/>
        </p:nvCxnSpPr>
        <p:spPr>
          <a:xfrm>
            <a:off x="4972173" y="44854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2" name="Straight Connector 481">
            <a:extLst>
              <a:ext uri="{FF2B5EF4-FFF2-40B4-BE49-F238E27FC236}">
                <a16:creationId xmlns:a16="http://schemas.microsoft.com/office/drawing/2014/main" id="{4711453D-64FB-2B9B-DCF5-756DDC8F8BA9}"/>
              </a:ext>
            </a:extLst>
          </p:cNvPr>
          <p:cNvCxnSpPr/>
          <p:nvPr/>
        </p:nvCxnSpPr>
        <p:spPr>
          <a:xfrm>
            <a:off x="5322693" y="4485459"/>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587F6C69-FB45-3215-F6C5-CC9533B512BE}"/>
              </a:ext>
            </a:extLst>
          </p:cNvPr>
          <p:cNvCxnSpPr/>
          <p:nvPr/>
        </p:nvCxnSpPr>
        <p:spPr>
          <a:xfrm>
            <a:off x="5322693" y="480743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4" name="Straight Connector 483">
            <a:extLst>
              <a:ext uri="{FF2B5EF4-FFF2-40B4-BE49-F238E27FC236}">
                <a16:creationId xmlns:a16="http://schemas.microsoft.com/office/drawing/2014/main" id="{3825CA5E-439A-CC72-132D-E11181E60F6E}"/>
              </a:ext>
            </a:extLst>
          </p:cNvPr>
          <p:cNvCxnSpPr>
            <a:cxnSpLocks/>
          </p:cNvCxnSpPr>
          <p:nvPr/>
        </p:nvCxnSpPr>
        <p:spPr>
          <a:xfrm>
            <a:off x="5673316" y="448545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5" name="Straight Connector 484">
            <a:extLst>
              <a:ext uri="{FF2B5EF4-FFF2-40B4-BE49-F238E27FC236}">
                <a16:creationId xmlns:a16="http://schemas.microsoft.com/office/drawing/2014/main" id="{F5A2A7FF-88A3-512B-863F-03AF8C219218}"/>
              </a:ext>
            </a:extLst>
          </p:cNvPr>
          <p:cNvCxnSpPr/>
          <p:nvPr/>
        </p:nvCxnSpPr>
        <p:spPr>
          <a:xfrm>
            <a:off x="5322693" y="44854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6" name="Straight Connector 485">
            <a:extLst>
              <a:ext uri="{FF2B5EF4-FFF2-40B4-BE49-F238E27FC236}">
                <a16:creationId xmlns:a16="http://schemas.microsoft.com/office/drawing/2014/main" id="{CE97FE8D-CA88-E392-EDF2-135109EA90B6}"/>
              </a:ext>
            </a:extLst>
          </p:cNvPr>
          <p:cNvCxnSpPr/>
          <p:nvPr/>
        </p:nvCxnSpPr>
        <p:spPr>
          <a:xfrm>
            <a:off x="3920613" y="4805499"/>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7" name="Straight Connector 486">
            <a:extLst>
              <a:ext uri="{FF2B5EF4-FFF2-40B4-BE49-F238E27FC236}">
                <a16:creationId xmlns:a16="http://schemas.microsoft.com/office/drawing/2014/main" id="{47674513-F6F9-9410-51A0-A71016B3C0AF}"/>
              </a:ext>
            </a:extLst>
          </p:cNvPr>
          <p:cNvCxnSpPr/>
          <p:nvPr/>
        </p:nvCxnSpPr>
        <p:spPr>
          <a:xfrm>
            <a:off x="3920613" y="5127472"/>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8" name="Straight Connector 487">
            <a:extLst>
              <a:ext uri="{FF2B5EF4-FFF2-40B4-BE49-F238E27FC236}">
                <a16:creationId xmlns:a16="http://schemas.microsoft.com/office/drawing/2014/main" id="{2E939CD6-EDB1-AA25-DB5A-D3BC82221BD4}"/>
              </a:ext>
            </a:extLst>
          </p:cNvPr>
          <p:cNvCxnSpPr>
            <a:cxnSpLocks/>
          </p:cNvCxnSpPr>
          <p:nvPr/>
        </p:nvCxnSpPr>
        <p:spPr>
          <a:xfrm>
            <a:off x="4271236" y="480549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9" name="Straight Connector 488">
            <a:extLst>
              <a:ext uri="{FF2B5EF4-FFF2-40B4-BE49-F238E27FC236}">
                <a16:creationId xmlns:a16="http://schemas.microsoft.com/office/drawing/2014/main" id="{E7969C11-181E-850D-E1EB-4326D07E478B}"/>
              </a:ext>
            </a:extLst>
          </p:cNvPr>
          <p:cNvCxnSpPr/>
          <p:nvPr/>
        </p:nvCxnSpPr>
        <p:spPr>
          <a:xfrm>
            <a:off x="3920613" y="480549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90" name="TextBox 489">
            <a:extLst>
              <a:ext uri="{FF2B5EF4-FFF2-40B4-BE49-F238E27FC236}">
                <a16:creationId xmlns:a16="http://schemas.microsoft.com/office/drawing/2014/main" id="{71CD6407-5BE0-28F2-C19A-0FE05E806BFA}"/>
              </a:ext>
            </a:extLst>
          </p:cNvPr>
          <p:cNvSpPr txBox="1"/>
          <p:nvPr/>
        </p:nvSpPr>
        <p:spPr>
          <a:xfrm>
            <a:off x="4025021" y="4827986"/>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491" name="Straight Connector 490">
            <a:extLst>
              <a:ext uri="{FF2B5EF4-FFF2-40B4-BE49-F238E27FC236}">
                <a16:creationId xmlns:a16="http://schemas.microsoft.com/office/drawing/2014/main" id="{AA760E0F-F942-AEA5-8793-E02572301DB4}"/>
              </a:ext>
            </a:extLst>
          </p:cNvPr>
          <p:cNvCxnSpPr/>
          <p:nvPr/>
        </p:nvCxnSpPr>
        <p:spPr>
          <a:xfrm>
            <a:off x="4271133" y="480549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2" name="Straight Connector 491">
            <a:extLst>
              <a:ext uri="{FF2B5EF4-FFF2-40B4-BE49-F238E27FC236}">
                <a16:creationId xmlns:a16="http://schemas.microsoft.com/office/drawing/2014/main" id="{DF4A91A5-9E2D-DC20-D2A3-A711D1D5B06C}"/>
              </a:ext>
            </a:extLst>
          </p:cNvPr>
          <p:cNvCxnSpPr/>
          <p:nvPr/>
        </p:nvCxnSpPr>
        <p:spPr>
          <a:xfrm>
            <a:off x="4271133" y="5127472"/>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3" name="Straight Connector 492">
            <a:extLst>
              <a:ext uri="{FF2B5EF4-FFF2-40B4-BE49-F238E27FC236}">
                <a16:creationId xmlns:a16="http://schemas.microsoft.com/office/drawing/2014/main" id="{55B28E9D-99EC-EFC8-CD91-AEAA4539A710}"/>
              </a:ext>
            </a:extLst>
          </p:cNvPr>
          <p:cNvCxnSpPr>
            <a:cxnSpLocks/>
          </p:cNvCxnSpPr>
          <p:nvPr/>
        </p:nvCxnSpPr>
        <p:spPr>
          <a:xfrm>
            <a:off x="4621756" y="480549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4" name="Straight Connector 493">
            <a:extLst>
              <a:ext uri="{FF2B5EF4-FFF2-40B4-BE49-F238E27FC236}">
                <a16:creationId xmlns:a16="http://schemas.microsoft.com/office/drawing/2014/main" id="{3916DD1F-5178-A0C1-56E7-7C24F5E1E6D3}"/>
              </a:ext>
            </a:extLst>
          </p:cNvPr>
          <p:cNvCxnSpPr/>
          <p:nvPr/>
        </p:nvCxnSpPr>
        <p:spPr>
          <a:xfrm>
            <a:off x="4271133" y="480549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95" name="TextBox 494">
            <a:extLst>
              <a:ext uri="{FF2B5EF4-FFF2-40B4-BE49-F238E27FC236}">
                <a16:creationId xmlns:a16="http://schemas.microsoft.com/office/drawing/2014/main" id="{D7BE8472-53ED-026D-0844-A51615DD328A}"/>
              </a:ext>
            </a:extLst>
          </p:cNvPr>
          <p:cNvSpPr txBox="1"/>
          <p:nvPr/>
        </p:nvSpPr>
        <p:spPr>
          <a:xfrm>
            <a:off x="4375541" y="4827986"/>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496" name="Straight Connector 495">
            <a:extLst>
              <a:ext uri="{FF2B5EF4-FFF2-40B4-BE49-F238E27FC236}">
                <a16:creationId xmlns:a16="http://schemas.microsoft.com/office/drawing/2014/main" id="{CF89AB77-624A-BAC4-807D-6885AFA45FA0}"/>
              </a:ext>
            </a:extLst>
          </p:cNvPr>
          <p:cNvCxnSpPr/>
          <p:nvPr/>
        </p:nvCxnSpPr>
        <p:spPr>
          <a:xfrm>
            <a:off x="4621653" y="4805499"/>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7" name="Straight Connector 496">
            <a:extLst>
              <a:ext uri="{FF2B5EF4-FFF2-40B4-BE49-F238E27FC236}">
                <a16:creationId xmlns:a16="http://schemas.microsoft.com/office/drawing/2014/main" id="{35FD0D3D-E29A-030B-CBE2-BCAB4934A8AD}"/>
              </a:ext>
            </a:extLst>
          </p:cNvPr>
          <p:cNvCxnSpPr/>
          <p:nvPr/>
        </p:nvCxnSpPr>
        <p:spPr>
          <a:xfrm>
            <a:off x="4621653" y="5127472"/>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8" name="Straight Connector 497">
            <a:extLst>
              <a:ext uri="{FF2B5EF4-FFF2-40B4-BE49-F238E27FC236}">
                <a16:creationId xmlns:a16="http://schemas.microsoft.com/office/drawing/2014/main" id="{50843550-ED52-032E-5658-AB8C0854B522}"/>
              </a:ext>
            </a:extLst>
          </p:cNvPr>
          <p:cNvCxnSpPr>
            <a:cxnSpLocks/>
          </p:cNvCxnSpPr>
          <p:nvPr/>
        </p:nvCxnSpPr>
        <p:spPr>
          <a:xfrm>
            <a:off x="4972276" y="480549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9" name="Straight Connector 498">
            <a:extLst>
              <a:ext uri="{FF2B5EF4-FFF2-40B4-BE49-F238E27FC236}">
                <a16:creationId xmlns:a16="http://schemas.microsoft.com/office/drawing/2014/main" id="{F4712FBC-01C3-5325-2693-12DC269B9A12}"/>
              </a:ext>
            </a:extLst>
          </p:cNvPr>
          <p:cNvCxnSpPr/>
          <p:nvPr/>
        </p:nvCxnSpPr>
        <p:spPr>
          <a:xfrm>
            <a:off x="4621653" y="480549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00" name="TextBox 499">
            <a:extLst>
              <a:ext uri="{FF2B5EF4-FFF2-40B4-BE49-F238E27FC236}">
                <a16:creationId xmlns:a16="http://schemas.microsoft.com/office/drawing/2014/main" id="{33F4D215-8D3E-6F44-C4E7-94FE6923B474}"/>
              </a:ext>
            </a:extLst>
          </p:cNvPr>
          <p:cNvSpPr txBox="1"/>
          <p:nvPr/>
        </p:nvSpPr>
        <p:spPr>
          <a:xfrm>
            <a:off x="4726061" y="4827986"/>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501" name="Straight Connector 500">
            <a:extLst>
              <a:ext uri="{FF2B5EF4-FFF2-40B4-BE49-F238E27FC236}">
                <a16:creationId xmlns:a16="http://schemas.microsoft.com/office/drawing/2014/main" id="{D62D326C-2F7E-AC00-15AD-7DDA3770D390}"/>
              </a:ext>
            </a:extLst>
          </p:cNvPr>
          <p:cNvCxnSpPr/>
          <p:nvPr/>
        </p:nvCxnSpPr>
        <p:spPr>
          <a:xfrm>
            <a:off x="4972173" y="480549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02" name="Straight Connector 501">
            <a:extLst>
              <a:ext uri="{FF2B5EF4-FFF2-40B4-BE49-F238E27FC236}">
                <a16:creationId xmlns:a16="http://schemas.microsoft.com/office/drawing/2014/main" id="{A08DDA4B-14B3-B9D1-7199-5108ECB11E37}"/>
              </a:ext>
            </a:extLst>
          </p:cNvPr>
          <p:cNvCxnSpPr/>
          <p:nvPr/>
        </p:nvCxnSpPr>
        <p:spPr>
          <a:xfrm>
            <a:off x="4972173" y="5127472"/>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03" name="Straight Connector 502">
            <a:extLst>
              <a:ext uri="{FF2B5EF4-FFF2-40B4-BE49-F238E27FC236}">
                <a16:creationId xmlns:a16="http://schemas.microsoft.com/office/drawing/2014/main" id="{B5035E8E-C0EC-D426-47EF-84FBE87A5AF0}"/>
              </a:ext>
            </a:extLst>
          </p:cNvPr>
          <p:cNvCxnSpPr>
            <a:cxnSpLocks/>
          </p:cNvCxnSpPr>
          <p:nvPr/>
        </p:nvCxnSpPr>
        <p:spPr>
          <a:xfrm>
            <a:off x="5322796" y="480549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04" name="Straight Connector 503">
            <a:extLst>
              <a:ext uri="{FF2B5EF4-FFF2-40B4-BE49-F238E27FC236}">
                <a16:creationId xmlns:a16="http://schemas.microsoft.com/office/drawing/2014/main" id="{238EF2C0-CAAA-7A66-CD43-8749D876D6A5}"/>
              </a:ext>
            </a:extLst>
          </p:cNvPr>
          <p:cNvCxnSpPr/>
          <p:nvPr/>
        </p:nvCxnSpPr>
        <p:spPr>
          <a:xfrm>
            <a:off x="4972173" y="480549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05" name="TextBox 504">
            <a:extLst>
              <a:ext uri="{FF2B5EF4-FFF2-40B4-BE49-F238E27FC236}">
                <a16:creationId xmlns:a16="http://schemas.microsoft.com/office/drawing/2014/main" id="{FEB4D856-F0EE-B645-4AC9-CEA8DF466E9F}"/>
              </a:ext>
            </a:extLst>
          </p:cNvPr>
          <p:cNvSpPr txBox="1"/>
          <p:nvPr/>
        </p:nvSpPr>
        <p:spPr>
          <a:xfrm>
            <a:off x="5076581" y="4827986"/>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506" name="Straight Connector 505">
            <a:extLst>
              <a:ext uri="{FF2B5EF4-FFF2-40B4-BE49-F238E27FC236}">
                <a16:creationId xmlns:a16="http://schemas.microsoft.com/office/drawing/2014/main" id="{57B67508-27F2-E9B7-4F10-9317DE3B3782}"/>
              </a:ext>
            </a:extLst>
          </p:cNvPr>
          <p:cNvCxnSpPr/>
          <p:nvPr/>
        </p:nvCxnSpPr>
        <p:spPr>
          <a:xfrm>
            <a:off x="5322693" y="4805499"/>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07" name="Straight Connector 506">
            <a:extLst>
              <a:ext uri="{FF2B5EF4-FFF2-40B4-BE49-F238E27FC236}">
                <a16:creationId xmlns:a16="http://schemas.microsoft.com/office/drawing/2014/main" id="{363E341A-9AAC-DD12-8A15-145E681F21E2}"/>
              </a:ext>
            </a:extLst>
          </p:cNvPr>
          <p:cNvCxnSpPr/>
          <p:nvPr/>
        </p:nvCxnSpPr>
        <p:spPr>
          <a:xfrm>
            <a:off x="5322693" y="5127472"/>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08" name="Straight Connector 507">
            <a:extLst>
              <a:ext uri="{FF2B5EF4-FFF2-40B4-BE49-F238E27FC236}">
                <a16:creationId xmlns:a16="http://schemas.microsoft.com/office/drawing/2014/main" id="{A3F16C87-07AE-06CE-5697-A8D2D2CD8D50}"/>
              </a:ext>
            </a:extLst>
          </p:cNvPr>
          <p:cNvCxnSpPr>
            <a:cxnSpLocks/>
          </p:cNvCxnSpPr>
          <p:nvPr/>
        </p:nvCxnSpPr>
        <p:spPr>
          <a:xfrm>
            <a:off x="5673316" y="480549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09" name="Straight Connector 508">
            <a:extLst>
              <a:ext uri="{FF2B5EF4-FFF2-40B4-BE49-F238E27FC236}">
                <a16:creationId xmlns:a16="http://schemas.microsoft.com/office/drawing/2014/main" id="{43A73CA1-2320-27F2-D9E9-13AA55FD3EC1}"/>
              </a:ext>
            </a:extLst>
          </p:cNvPr>
          <p:cNvCxnSpPr/>
          <p:nvPr/>
        </p:nvCxnSpPr>
        <p:spPr>
          <a:xfrm>
            <a:off x="5322693" y="480549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10" name="TextBox 509">
            <a:extLst>
              <a:ext uri="{FF2B5EF4-FFF2-40B4-BE49-F238E27FC236}">
                <a16:creationId xmlns:a16="http://schemas.microsoft.com/office/drawing/2014/main" id="{9BE1D273-E067-6210-2B63-9D6FE1050F29}"/>
              </a:ext>
            </a:extLst>
          </p:cNvPr>
          <p:cNvSpPr txBox="1"/>
          <p:nvPr/>
        </p:nvSpPr>
        <p:spPr>
          <a:xfrm>
            <a:off x="5427101" y="4827986"/>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sp>
        <p:nvSpPr>
          <p:cNvPr id="511" name="TextBox 510">
            <a:extLst>
              <a:ext uri="{FF2B5EF4-FFF2-40B4-BE49-F238E27FC236}">
                <a16:creationId xmlns:a16="http://schemas.microsoft.com/office/drawing/2014/main" id="{0D69FE0A-805F-4005-653F-B1893636835C}"/>
              </a:ext>
            </a:extLst>
          </p:cNvPr>
          <p:cNvSpPr txBox="1"/>
          <p:nvPr/>
        </p:nvSpPr>
        <p:spPr>
          <a:xfrm>
            <a:off x="5023137" y="4196418"/>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-5</a:t>
            </a:r>
          </a:p>
        </p:txBody>
      </p:sp>
      <p:sp>
        <p:nvSpPr>
          <p:cNvPr id="512" name="TextBox 511">
            <a:extLst>
              <a:ext uri="{FF2B5EF4-FFF2-40B4-BE49-F238E27FC236}">
                <a16:creationId xmlns:a16="http://schemas.microsoft.com/office/drawing/2014/main" id="{14837BE0-8060-F45F-E496-FEC7F05A9137}"/>
              </a:ext>
            </a:extLst>
          </p:cNvPr>
          <p:cNvSpPr txBox="1"/>
          <p:nvPr/>
        </p:nvSpPr>
        <p:spPr>
          <a:xfrm>
            <a:off x="5381069" y="4189839"/>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-5</a:t>
            </a:r>
          </a:p>
        </p:txBody>
      </p:sp>
      <p:sp>
        <p:nvSpPr>
          <p:cNvPr id="513" name="TextBox 512">
            <a:extLst>
              <a:ext uri="{FF2B5EF4-FFF2-40B4-BE49-F238E27FC236}">
                <a16:creationId xmlns:a16="http://schemas.microsoft.com/office/drawing/2014/main" id="{B2277080-51EC-79F1-60B5-2EA53C717BAC}"/>
              </a:ext>
            </a:extLst>
          </p:cNvPr>
          <p:cNvSpPr txBox="1"/>
          <p:nvPr/>
        </p:nvSpPr>
        <p:spPr>
          <a:xfrm>
            <a:off x="4339414" y="4518255"/>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-5</a:t>
            </a:r>
          </a:p>
        </p:txBody>
      </p:sp>
      <p:sp>
        <p:nvSpPr>
          <p:cNvPr id="514" name="TextBox 513">
            <a:extLst>
              <a:ext uri="{FF2B5EF4-FFF2-40B4-BE49-F238E27FC236}">
                <a16:creationId xmlns:a16="http://schemas.microsoft.com/office/drawing/2014/main" id="{95D60790-A9C1-C942-B867-965869EC104F}"/>
              </a:ext>
            </a:extLst>
          </p:cNvPr>
          <p:cNvSpPr txBox="1"/>
          <p:nvPr/>
        </p:nvSpPr>
        <p:spPr>
          <a:xfrm>
            <a:off x="4681047" y="4518254"/>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-4</a:t>
            </a:r>
          </a:p>
        </p:txBody>
      </p:sp>
      <p:sp>
        <p:nvSpPr>
          <p:cNvPr id="515" name="TextBox 514">
            <a:extLst>
              <a:ext uri="{FF2B5EF4-FFF2-40B4-BE49-F238E27FC236}">
                <a16:creationId xmlns:a16="http://schemas.microsoft.com/office/drawing/2014/main" id="{5F4B1BA1-D7D7-A3CE-1B5B-7E14B2BA46D8}"/>
              </a:ext>
            </a:extLst>
          </p:cNvPr>
          <p:cNvSpPr txBox="1"/>
          <p:nvPr/>
        </p:nvSpPr>
        <p:spPr>
          <a:xfrm>
            <a:off x="5031463" y="4516457"/>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-5</a:t>
            </a:r>
          </a:p>
        </p:txBody>
      </p:sp>
      <p:sp>
        <p:nvSpPr>
          <p:cNvPr id="516" name="TextBox 515">
            <a:extLst>
              <a:ext uri="{FF2B5EF4-FFF2-40B4-BE49-F238E27FC236}">
                <a16:creationId xmlns:a16="http://schemas.microsoft.com/office/drawing/2014/main" id="{E324853F-1E02-5E5D-CDCE-9A1190D642E4}"/>
              </a:ext>
            </a:extLst>
          </p:cNvPr>
          <p:cNvSpPr txBox="1"/>
          <p:nvPr/>
        </p:nvSpPr>
        <p:spPr>
          <a:xfrm>
            <a:off x="5389395" y="4509878"/>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-5</a:t>
            </a:r>
          </a:p>
        </p:txBody>
      </p:sp>
      <p:sp>
        <p:nvSpPr>
          <p:cNvPr id="517" name="TextBox 516">
            <a:extLst>
              <a:ext uri="{FF2B5EF4-FFF2-40B4-BE49-F238E27FC236}">
                <a16:creationId xmlns:a16="http://schemas.microsoft.com/office/drawing/2014/main" id="{C766C00C-6BF5-071D-EF73-A3FC3BA827F7}"/>
              </a:ext>
            </a:extLst>
          </p:cNvPr>
          <p:cNvSpPr txBox="1"/>
          <p:nvPr/>
        </p:nvSpPr>
        <p:spPr>
          <a:xfrm>
            <a:off x="4337816" y="4859875"/>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-2</a:t>
            </a:r>
          </a:p>
        </p:txBody>
      </p:sp>
      <p:sp>
        <p:nvSpPr>
          <p:cNvPr id="518" name="TextBox 517">
            <a:extLst>
              <a:ext uri="{FF2B5EF4-FFF2-40B4-BE49-F238E27FC236}">
                <a16:creationId xmlns:a16="http://schemas.microsoft.com/office/drawing/2014/main" id="{B209C130-1ED8-14A1-F83F-03A56DDB0AA1}"/>
              </a:ext>
            </a:extLst>
          </p:cNvPr>
          <p:cNvSpPr txBox="1"/>
          <p:nvPr/>
        </p:nvSpPr>
        <p:spPr>
          <a:xfrm>
            <a:off x="4679449" y="4859874"/>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-3</a:t>
            </a:r>
          </a:p>
        </p:txBody>
      </p:sp>
      <p:sp>
        <p:nvSpPr>
          <p:cNvPr id="519" name="TextBox 518">
            <a:extLst>
              <a:ext uri="{FF2B5EF4-FFF2-40B4-BE49-F238E27FC236}">
                <a16:creationId xmlns:a16="http://schemas.microsoft.com/office/drawing/2014/main" id="{6F78C053-A1BF-B555-42AF-925AFB29DCE9}"/>
              </a:ext>
            </a:extLst>
          </p:cNvPr>
          <p:cNvSpPr txBox="1"/>
          <p:nvPr/>
        </p:nvSpPr>
        <p:spPr>
          <a:xfrm>
            <a:off x="5029865" y="4858077"/>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-5</a:t>
            </a:r>
          </a:p>
        </p:txBody>
      </p:sp>
      <p:sp>
        <p:nvSpPr>
          <p:cNvPr id="520" name="TextBox 519">
            <a:extLst>
              <a:ext uri="{FF2B5EF4-FFF2-40B4-BE49-F238E27FC236}">
                <a16:creationId xmlns:a16="http://schemas.microsoft.com/office/drawing/2014/main" id="{9F655EA1-6181-ADAF-039E-26662C288E43}"/>
              </a:ext>
            </a:extLst>
          </p:cNvPr>
          <p:cNvSpPr txBox="1"/>
          <p:nvPr/>
        </p:nvSpPr>
        <p:spPr>
          <a:xfrm>
            <a:off x="5387797" y="4851498"/>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-5</a:t>
            </a:r>
          </a:p>
        </p:txBody>
      </p:sp>
      <p:sp>
        <p:nvSpPr>
          <p:cNvPr id="521" name="TextBox 520">
            <a:extLst>
              <a:ext uri="{FF2B5EF4-FFF2-40B4-BE49-F238E27FC236}">
                <a16:creationId xmlns:a16="http://schemas.microsoft.com/office/drawing/2014/main" id="{70BD54B3-AA96-8321-6430-BA0E2F846938}"/>
              </a:ext>
            </a:extLst>
          </p:cNvPr>
          <p:cNvSpPr txBox="1"/>
          <p:nvPr/>
        </p:nvSpPr>
        <p:spPr>
          <a:xfrm>
            <a:off x="3972012" y="4867823"/>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cxnSp>
        <p:nvCxnSpPr>
          <p:cNvPr id="522" name="Straight Connector 521">
            <a:extLst>
              <a:ext uri="{FF2B5EF4-FFF2-40B4-BE49-F238E27FC236}">
                <a16:creationId xmlns:a16="http://schemas.microsoft.com/office/drawing/2014/main" id="{CD9C2DCD-2204-C554-FAE2-F1C43BB83BCB}"/>
              </a:ext>
            </a:extLst>
          </p:cNvPr>
          <p:cNvCxnSpPr/>
          <p:nvPr/>
        </p:nvCxnSpPr>
        <p:spPr>
          <a:xfrm>
            <a:off x="6467044" y="416033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23" name="Straight Connector 522">
            <a:extLst>
              <a:ext uri="{FF2B5EF4-FFF2-40B4-BE49-F238E27FC236}">
                <a16:creationId xmlns:a16="http://schemas.microsoft.com/office/drawing/2014/main" id="{BBBF6E7A-7BAC-4A22-E855-5719575AC942}"/>
              </a:ext>
            </a:extLst>
          </p:cNvPr>
          <p:cNvCxnSpPr/>
          <p:nvPr/>
        </p:nvCxnSpPr>
        <p:spPr>
          <a:xfrm>
            <a:off x="6467044" y="448231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24" name="Straight Connector 523">
            <a:extLst>
              <a:ext uri="{FF2B5EF4-FFF2-40B4-BE49-F238E27FC236}">
                <a16:creationId xmlns:a16="http://schemas.microsoft.com/office/drawing/2014/main" id="{C32E77EF-3DCC-754A-F6EB-5C8BFBD3D281}"/>
              </a:ext>
            </a:extLst>
          </p:cNvPr>
          <p:cNvCxnSpPr>
            <a:cxnSpLocks/>
          </p:cNvCxnSpPr>
          <p:nvPr/>
        </p:nvCxnSpPr>
        <p:spPr>
          <a:xfrm>
            <a:off x="6817667" y="416033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25" name="Straight Connector 524">
            <a:extLst>
              <a:ext uri="{FF2B5EF4-FFF2-40B4-BE49-F238E27FC236}">
                <a16:creationId xmlns:a16="http://schemas.microsoft.com/office/drawing/2014/main" id="{BAB77754-F8F2-4917-BF20-E6C960399EED}"/>
              </a:ext>
            </a:extLst>
          </p:cNvPr>
          <p:cNvCxnSpPr/>
          <p:nvPr/>
        </p:nvCxnSpPr>
        <p:spPr>
          <a:xfrm>
            <a:off x="6467044" y="416033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26" name="TextBox 525">
            <a:extLst>
              <a:ext uri="{FF2B5EF4-FFF2-40B4-BE49-F238E27FC236}">
                <a16:creationId xmlns:a16="http://schemas.microsoft.com/office/drawing/2014/main" id="{E9494CF9-68EF-8CED-A66E-183666A7468A}"/>
              </a:ext>
            </a:extLst>
          </p:cNvPr>
          <p:cNvSpPr txBox="1"/>
          <p:nvPr/>
        </p:nvSpPr>
        <p:spPr>
          <a:xfrm>
            <a:off x="6525152" y="4198215"/>
            <a:ext cx="235606"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-6</a:t>
            </a:r>
          </a:p>
        </p:txBody>
      </p:sp>
      <p:cxnSp>
        <p:nvCxnSpPr>
          <p:cNvPr id="527" name="Straight Connector 526">
            <a:extLst>
              <a:ext uri="{FF2B5EF4-FFF2-40B4-BE49-F238E27FC236}">
                <a16:creationId xmlns:a16="http://schemas.microsoft.com/office/drawing/2014/main" id="{5D87C275-20EE-DB8E-9FE2-0F47528C785A}"/>
              </a:ext>
            </a:extLst>
          </p:cNvPr>
          <p:cNvCxnSpPr/>
          <p:nvPr/>
        </p:nvCxnSpPr>
        <p:spPr>
          <a:xfrm>
            <a:off x="6817564" y="416033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28" name="Straight Connector 527">
            <a:extLst>
              <a:ext uri="{FF2B5EF4-FFF2-40B4-BE49-F238E27FC236}">
                <a16:creationId xmlns:a16="http://schemas.microsoft.com/office/drawing/2014/main" id="{FE32FD75-274A-AC79-F312-9ED0BC009436}"/>
              </a:ext>
            </a:extLst>
          </p:cNvPr>
          <p:cNvCxnSpPr/>
          <p:nvPr/>
        </p:nvCxnSpPr>
        <p:spPr>
          <a:xfrm>
            <a:off x="6817564" y="448231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29" name="Straight Connector 528">
            <a:extLst>
              <a:ext uri="{FF2B5EF4-FFF2-40B4-BE49-F238E27FC236}">
                <a16:creationId xmlns:a16="http://schemas.microsoft.com/office/drawing/2014/main" id="{332968DC-D77B-5CEA-C6BE-CF3349AC664B}"/>
              </a:ext>
            </a:extLst>
          </p:cNvPr>
          <p:cNvCxnSpPr>
            <a:cxnSpLocks/>
          </p:cNvCxnSpPr>
          <p:nvPr/>
        </p:nvCxnSpPr>
        <p:spPr>
          <a:xfrm>
            <a:off x="7168187" y="416033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30" name="Straight Connector 529">
            <a:extLst>
              <a:ext uri="{FF2B5EF4-FFF2-40B4-BE49-F238E27FC236}">
                <a16:creationId xmlns:a16="http://schemas.microsoft.com/office/drawing/2014/main" id="{986E4A34-8894-A0B1-687A-1908E158B21D}"/>
              </a:ext>
            </a:extLst>
          </p:cNvPr>
          <p:cNvCxnSpPr/>
          <p:nvPr/>
        </p:nvCxnSpPr>
        <p:spPr>
          <a:xfrm>
            <a:off x="6817564" y="416033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31" name="TextBox 530">
            <a:extLst>
              <a:ext uri="{FF2B5EF4-FFF2-40B4-BE49-F238E27FC236}">
                <a16:creationId xmlns:a16="http://schemas.microsoft.com/office/drawing/2014/main" id="{865B0CC5-9728-65EB-34A8-35CAD9B441C8}"/>
              </a:ext>
            </a:extLst>
          </p:cNvPr>
          <p:cNvSpPr txBox="1"/>
          <p:nvPr/>
        </p:nvSpPr>
        <p:spPr>
          <a:xfrm>
            <a:off x="6883872" y="4198215"/>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-6</a:t>
            </a:r>
          </a:p>
        </p:txBody>
      </p:sp>
      <p:cxnSp>
        <p:nvCxnSpPr>
          <p:cNvPr id="532" name="Straight Connector 531">
            <a:extLst>
              <a:ext uri="{FF2B5EF4-FFF2-40B4-BE49-F238E27FC236}">
                <a16:creationId xmlns:a16="http://schemas.microsoft.com/office/drawing/2014/main" id="{767B2F45-04C5-3FF4-703B-0981476272C4}"/>
              </a:ext>
            </a:extLst>
          </p:cNvPr>
          <p:cNvCxnSpPr/>
          <p:nvPr/>
        </p:nvCxnSpPr>
        <p:spPr>
          <a:xfrm>
            <a:off x="7168084" y="416033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33" name="Straight Connector 532">
            <a:extLst>
              <a:ext uri="{FF2B5EF4-FFF2-40B4-BE49-F238E27FC236}">
                <a16:creationId xmlns:a16="http://schemas.microsoft.com/office/drawing/2014/main" id="{ED704BCC-E4A8-8098-0FEF-99A29013CD3B}"/>
              </a:ext>
            </a:extLst>
          </p:cNvPr>
          <p:cNvCxnSpPr/>
          <p:nvPr/>
        </p:nvCxnSpPr>
        <p:spPr>
          <a:xfrm>
            <a:off x="7168084" y="448231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34" name="Straight Connector 533">
            <a:extLst>
              <a:ext uri="{FF2B5EF4-FFF2-40B4-BE49-F238E27FC236}">
                <a16:creationId xmlns:a16="http://schemas.microsoft.com/office/drawing/2014/main" id="{6E768758-03B2-8FFB-5C9D-53627EFD6C62}"/>
              </a:ext>
            </a:extLst>
          </p:cNvPr>
          <p:cNvCxnSpPr>
            <a:cxnSpLocks/>
          </p:cNvCxnSpPr>
          <p:nvPr/>
        </p:nvCxnSpPr>
        <p:spPr>
          <a:xfrm>
            <a:off x="7518707" y="416033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35" name="Straight Connector 534">
            <a:extLst>
              <a:ext uri="{FF2B5EF4-FFF2-40B4-BE49-F238E27FC236}">
                <a16:creationId xmlns:a16="http://schemas.microsoft.com/office/drawing/2014/main" id="{3A577B5A-2AA4-FE0F-1F06-1885BC5F894D}"/>
              </a:ext>
            </a:extLst>
          </p:cNvPr>
          <p:cNvCxnSpPr/>
          <p:nvPr/>
        </p:nvCxnSpPr>
        <p:spPr>
          <a:xfrm>
            <a:off x="7168084" y="416033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36" name="TextBox 535">
            <a:extLst>
              <a:ext uri="{FF2B5EF4-FFF2-40B4-BE49-F238E27FC236}">
                <a16:creationId xmlns:a16="http://schemas.microsoft.com/office/drawing/2014/main" id="{A099B797-787E-87E6-07F0-ADFE830A3CD9}"/>
              </a:ext>
            </a:extLst>
          </p:cNvPr>
          <p:cNvSpPr txBox="1"/>
          <p:nvPr/>
        </p:nvSpPr>
        <p:spPr>
          <a:xfrm>
            <a:off x="7219152" y="4198215"/>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-5</a:t>
            </a:r>
          </a:p>
        </p:txBody>
      </p:sp>
      <p:cxnSp>
        <p:nvCxnSpPr>
          <p:cNvPr id="537" name="Straight Connector 536">
            <a:extLst>
              <a:ext uri="{FF2B5EF4-FFF2-40B4-BE49-F238E27FC236}">
                <a16:creationId xmlns:a16="http://schemas.microsoft.com/office/drawing/2014/main" id="{D60C22E1-F578-F949-4AA1-A12AE471CF36}"/>
              </a:ext>
            </a:extLst>
          </p:cNvPr>
          <p:cNvCxnSpPr/>
          <p:nvPr/>
        </p:nvCxnSpPr>
        <p:spPr>
          <a:xfrm>
            <a:off x="7518604" y="416033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38" name="Straight Connector 537">
            <a:extLst>
              <a:ext uri="{FF2B5EF4-FFF2-40B4-BE49-F238E27FC236}">
                <a16:creationId xmlns:a16="http://schemas.microsoft.com/office/drawing/2014/main" id="{4F0F6022-217E-4020-EDD8-3A6347F5BDA6}"/>
              </a:ext>
            </a:extLst>
          </p:cNvPr>
          <p:cNvCxnSpPr/>
          <p:nvPr/>
        </p:nvCxnSpPr>
        <p:spPr>
          <a:xfrm>
            <a:off x="7518604" y="448231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39" name="Straight Connector 538">
            <a:extLst>
              <a:ext uri="{FF2B5EF4-FFF2-40B4-BE49-F238E27FC236}">
                <a16:creationId xmlns:a16="http://schemas.microsoft.com/office/drawing/2014/main" id="{2AA9044C-C6D6-249F-6F21-04820DC34799}"/>
              </a:ext>
            </a:extLst>
          </p:cNvPr>
          <p:cNvCxnSpPr>
            <a:cxnSpLocks/>
          </p:cNvCxnSpPr>
          <p:nvPr/>
        </p:nvCxnSpPr>
        <p:spPr>
          <a:xfrm>
            <a:off x="7869227" y="416033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0" name="Straight Connector 539">
            <a:extLst>
              <a:ext uri="{FF2B5EF4-FFF2-40B4-BE49-F238E27FC236}">
                <a16:creationId xmlns:a16="http://schemas.microsoft.com/office/drawing/2014/main" id="{852AD8D9-3EC6-D468-3395-AB0FE5D797E5}"/>
              </a:ext>
            </a:extLst>
          </p:cNvPr>
          <p:cNvCxnSpPr/>
          <p:nvPr/>
        </p:nvCxnSpPr>
        <p:spPr>
          <a:xfrm>
            <a:off x="7518604" y="416033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1" name="Straight Connector 540">
            <a:extLst>
              <a:ext uri="{FF2B5EF4-FFF2-40B4-BE49-F238E27FC236}">
                <a16:creationId xmlns:a16="http://schemas.microsoft.com/office/drawing/2014/main" id="{6A762EC3-F62C-E96F-2212-9AB26AD9AE6C}"/>
              </a:ext>
            </a:extLst>
          </p:cNvPr>
          <p:cNvCxnSpPr/>
          <p:nvPr/>
        </p:nvCxnSpPr>
        <p:spPr>
          <a:xfrm>
            <a:off x="7869124" y="416033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2" name="Straight Connector 541">
            <a:extLst>
              <a:ext uri="{FF2B5EF4-FFF2-40B4-BE49-F238E27FC236}">
                <a16:creationId xmlns:a16="http://schemas.microsoft.com/office/drawing/2014/main" id="{290AFD8F-E551-8446-B0E6-962A7580EA5F}"/>
              </a:ext>
            </a:extLst>
          </p:cNvPr>
          <p:cNvCxnSpPr/>
          <p:nvPr/>
        </p:nvCxnSpPr>
        <p:spPr>
          <a:xfrm>
            <a:off x="7869124" y="448231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3" name="Straight Connector 542">
            <a:extLst>
              <a:ext uri="{FF2B5EF4-FFF2-40B4-BE49-F238E27FC236}">
                <a16:creationId xmlns:a16="http://schemas.microsoft.com/office/drawing/2014/main" id="{565CB2A1-B763-36DC-B8BE-BB036996A657}"/>
              </a:ext>
            </a:extLst>
          </p:cNvPr>
          <p:cNvCxnSpPr>
            <a:cxnSpLocks/>
          </p:cNvCxnSpPr>
          <p:nvPr/>
        </p:nvCxnSpPr>
        <p:spPr>
          <a:xfrm>
            <a:off x="8219747" y="416033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4" name="Straight Connector 543">
            <a:extLst>
              <a:ext uri="{FF2B5EF4-FFF2-40B4-BE49-F238E27FC236}">
                <a16:creationId xmlns:a16="http://schemas.microsoft.com/office/drawing/2014/main" id="{645413AB-1CD1-150C-66C4-0E561D810882}"/>
              </a:ext>
            </a:extLst>
          </p:cNvPr>
          <p:cNvCxnSpPr/>
          <p:nvPr/>
        </p:nvCxnSpPr>
        <p:spPr>
          <a:xfrm>
            <a:off x="7869124" y="416033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5" name="Straight Connector 544">
            <a:extLst>
              <a:ext uri="{FF2B5EF4-FFF2-40B4-BE49-F238E27FC236}">
                <a16:creationId xmlns:a16="http://schemas.microsoft.com/office/drawing/2014/main" id="{5C6578F1-11AD-ED30-CE67-A7513F883262}"/>
              </a:ext>
            </a:extLst>
          </p:cNvPr>
          <p:cNvCxnSpPr/>
          <p:nvPr/>
        </p:nvCxnSpPr>
        <p:spPr>
          <a:xfrm>
            <a:off x="6467044" y="448545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6" name="Straight Connector 545">
            <a:extLst>
              <a:ext uri="{FF2B5EF4-FFF2-40B4-BE49-F238E27FC236}">
                <a16:creationId xmlns:a16="http://schemas.microsoft.com/office/drawing/2014/main" id="{525F8BAA-0DF4-612D-78F9-1216C16C29F9}"/>
              </a:ext>
            </a:extLst>
          </p:cNvPr>
          <p:cNvCxnSpPr/>
          <p:nvPr/>
        </p:nvCxnSpPr>
        <p:spPr>
          <a:xfrm>
            <a:off x="6467044" y="480743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7" name="Straight Connector 546">
            <a:extLst>
              <a:ext uri="{FF2B5EF4-FFF2-40B4-BE49-F238E27FC236}">
                <a16:creationId xmlns:a16="http://schemas.microsoft.com/office/drawing/2014/main" id="{5E4D01A6-8FDF-CEC1-ABD1-7B8153479911}"/>
              </a:ext>
            </a:extLst>
          </p:cNvPr>
          <p:cNvCxnSpPr>
            <a:cxnSpLocks/>
          </p:cNvCxnSpPr>
          <p:nvPr/>
        </p:nvCxnSpPr>
        <p:spPr>
          <a:xfrm>
            <a:off x="6817667" y="44854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8" name="Straight Connector 547">
            <a:extLst>
              <a:ext uri="{FF2B5EF4-FFF2-40B4-BE49-F238E27FC236}">
                <a16:creationId xmlns:a16="http://schemas.microsoft.com/office/drawing/2014/main" id="{59A671B5-421B-F1D1-9D6D-4FC38F57FEF9}"/>
              </a:ext>
            </a:extLst>
          </p:cNvPr>
          <p:cNvCxnSpPr/>
          <p:nvPr/>
        </p:nvCxnSpPr>
        <p:spPr>
          <a:xfrm>
            <a:off x="6467044" y="448545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49" name="TextBox 548">
            <a:extLst>
              <a:ext uri="{FF2B5EF4-FFF2-40B4-BE49-F238E27FC236}">
                <a16:creationId xmlns:a16="http://schemas.microsoft.com/office/drawing/2014/main" id="{7575A24E-5BBF-90D1-F6FD-42B0B379805F}"/>
              </a:ext>
            </a:extLst>
          </p:cNvPr>
          <p:cNvSpPr txBox="1"/>
          <p:nvPr/>
        </p:nvSpPr>
        <p:spPr>
          <a:xfrm>
            <a:off x="6571452" y="4523335"/>
            <a:ext cx="141807"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0</a:t>
            </a:r>
          </a:p>
        </p:txBody>
      </p:sp>
      <p:cxnSp>
        <p:nvCxnSpPr>
          <p:cNvPr id="550" name="Straight Connector 549">
            <a:extLst>
              <a:ext uri="{FF2B5EF4-FFF2-40B4-BE49-F238E27FC236}">
                <a16:creationId xmlns:a16="http://schemas.microsoft.com/office/drawing/2014/main" id="{42922B85-3558-1FE5-4E5D-D188A838E5E5}"/>
              </a:ext>
            </a:extLst>
          </p:cNvPr>
          <p:cNvCxnSpPr/>
          <p:nvPr/>
        </p:nvCxnSpPr>
        <p:spPr>
          <a:xfrm>
            <a:off x="6817564" y="448545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1" name="Straight Connector 550">
            <a:extLst>
              <a:ext uri="{FF2B5EF4-FFF2-40B4-BE49-F238E27FC236}">
                <a16:creationId xmlns:a16="http://schemas.microsoft.com/office/drawing/2014/main" id="{A1C0FCC3-FE66-ED6E-5F0A-8F0AF2B1DD85}"/>
              </a:ext>
            </a:extLst>
          </p:cNvPr>
          <p:cNvCxnSpPr/>
          <p:nvPr/>
        </p:nvCxnSpPr>
        <p:spPr>
          <a:xfrm>
            <a:off x="6817564" y="480743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2" name="Straight Connector 551">
            <a:extLst>
              <a:ext uri="{FF2B5EF4-FFF2-40B4-BE49-F238E27FC236}">
                <a16:creationId xmlns:a16="http://schemas.microsoft.com/office/drawing/2014/main" id="{1406E09A-1AF8-0174-37F1-763462936FD5}"/>
              </a:ext>
            </a:extLst>
          </p:cNvPr>
          <p:cNvCxnSpPr>
            <a:cxnSpLocks/>
          </p:cNvCxnSpPr>
          <p:nvPr/>
        </p:nvCxnSpPr>
        <p:spPr>
          <a:xfrm>
            <a:off x="7168187" y="44854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3" name="Straight Connector 552">
            <a:extLst>
              <a:ext uri="{FF2B5EF4-FFF2-40B4-BE49-F238E27FC236}">
                <a16:creationId xmlns:a16="http://schemas.microsoft.com/office/drawing/2014/main" id="{A79AA69C-6AAB-FC6E-85E9-77EE2443D241}"/>
              </a:ext>
            </a:extLst>
          </p:cNvPr>
          <p:cNvCxnSpPr/>
          <p:nvPr/>
        </p:nvCxnSpPr>
        <p:spPr>
          <a:xfrm>
            <a:off x="6817564" y="448545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4" name="Straight Connector 553">
            <a:extLst>
              <a:ext uri="{FF2B5EF4-FFF2-40B4-BE49-F238E27FC236}">
                <a16:creationId xmlns:a16="http://schemas.microsoft.com/office/drawing/2014/main" id="{B5959085-3DA8-3BFC-A917-9B0B95ED2C0F}"/>
              </a:ext>
            </a:extLst>
          </p:cNvPr>
          <p:cNvCxnSpPr/>
          <p:nvPr/>
        </p:nvCxnSpPr>
        <p:spPr>
          <a:xfrm>
            <a:off x="7168084" y="4485459"/>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5" name="Straight Connector 554">
            <a:extLst>
              <a:ext uri="{FF2B5EF4-FFF2-40B4-BE49-F238E27FC236}">
                <a16:creationId xmlns:a16="http://schemas.microsoft.com/office/drawing/2014/main" id="{3EA62654-B11B-EB4A-995C-CA59D9613C52}"/>
              </a:ext>
            </a:extLst>
          </p:cNvPr>
          <p:cNvCxnSpPr/>
          <p:nvPr/>
        </p:nvCxnSpPr>
        <p:spPr>
          <a:xfrm>
            <a:off x="7168084" y="480743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6" name="Straight Connector 555">
            <a:extLst>
              <a:ext uri="{FF2B5EF4-FFF2-40B4-BE49-F238E27FC236}">
                <a16:creationId xmlns:a16="http://schemas.microsoft.com/office/drawing/2014/main" id="{A832A1A0-1D4E-DFD4-9A71-C4D603BB107F}"/>
              </a:ext>
            </a:extLst>
          </p:cNvPr>
          <p:cNvCxnSpPr>
            <a:cxnSpLocks/>
          </p:cNvCxnSpPr>
          <p:nvPr/>
        </p:nvCxnSpPr>
        <p:spPr>
          <a:xfrm>
            <a:off x="7518707" y="44854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7" name="Straight Connector 556">
            <a:extLst>
              <a:ext uri="{FF2B5EF4-FFF2-40B4-BE49-F238E27FC236}">
                <a16:creationId xmlns:a16="http://schemas.microsoft.com/office/drawing/2014/main" id="{41CED11C-379C-27BC-5399-54F9ED51FBED}"/>
              </a:ext>
            </a:extLst>
          </p:cNvPr>
          <p:cNvCxnSpPr/>
          <p:nvPr/>
        </p:nvCxnSpPr>
        <p:spPr>
          <a:xfrm>
            <a:off x="7168084" y="44854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8" name="Straight Connector 557">
            <a:extLst>
              <a:ext uri="{FF2B5EF4-FFF2-40B4-BE49-F238E27FC236}">
                <a16:creationId xmlns:a16="http://schemas.microsoft.com/office/drawing/2014/main" id="{FD473BDE-B6C9-B833-0A06-EA1AA66A3F33}"/>
              </a:ext>
            </a:extLst>
          </p:cNvPr>
          <p:cNvCxnSpPr/>
          <p:nvPr/>
        </p:nvCxnSpPr>
        <p:spPr>
          <a:xfrm>
            <a:off x="7518604" y="448545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9" name="Straight Connector 558">
            <a:extLst>
              <a:ext uri="{FF2B5EF4-FFF2-40B4-BE49-F238E27FC236}">
                <a16:creationId xmlns:a16="http://schemas.microsoft.com/office/drawing/2014/main" id="{DF63545E-FB42-A7F6-90E6-D2E6FE5F7A42}"/>
              </a:ext>
            </a:extLst>
          </p:cNvPr>
          <p:cNvCxnSpPr/>
          <p:nvPr/>
        </p:nvCxnSpPr>
        <p:spPr>
          <a:xfrm>
            <a:off x="7518604" y="480743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0" name="Straight Connector 559">
            <a:extLst>
              <a:ext uri="{FF2B5EF4-FFF2-40B4-BE49-F238E27FC236}">
                <a16:creationId xmlns:a16="http://schemas.microsoft.com/office/drawing/2014/main" id="{C51A3CAB-AE13-3E21-54A5-2DF4E1A0B4F3}"/>
              </a:ext>
            </a:extLst>
          </p:cNvPr>
          <p:cNvCxnSpPr>
            <a:cxnSpLocks/>
          </p:cNvCxnSpPr>
          <p:nvPr/>
        </p:nvCxnSpPr>
        <p:spPr>
          <a:xfrm>
            <a:off x="7869227" y="44854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1" name="Straight Connector 560">
            <a:extLst>
              <a:ext uri="{FF2B5EF4-FFF2-40B4-BE49-F238E27FC236}">
                <a16:creationId xmlns:a16="http://schemas.microsoft.com/office/drawing/2014/main" id="{39DD8668-14DE-CCDF-7983-A88A6A302EE5}"/>
              </a:ext>
            </a:extLst>
          </p:cNvPr>
          <p:cNvCxnSpPr/>
          <p:nvPr/>
        </p:nvCxnSpPr>
        <p:spPr>
          <a:xfrm>
            <a:off x="7518604" y="44854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2" name="Straight Connector 561">
            <a:extLst>
              <a:ext uri="{FF2B5EF4-FFF2-40B4-BE49-F238E27FC236}">
                <a16:creationId xmlns:a16="http://schemas.microsoft.com/office/drawing/2014/main" id="{3B843B17-54A5-AF86-4F71-0E5018CBB6AE}"/>
              </a:ext>
            </a:extLst>
          </p:cNvPr>
          <p:cNvCxnSpPr/>
          <p:nvPr/>
        </p:nvCxnSpPr>
        <p:spPr>
          <a:xfrm>
            <a:off x="7869124" y="4485459"/>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3" name="Straight Connector 562">
            <a:extLst>
              <a:ext uri="{FF2B5EF4-FFF2-40B4-BE49-F238E27FC236}">
                <a16:creationId xmlns:a16="http://schemas.microsoft.com/office/drawing/2014/main" id="{85165229-750B-BC3A-F01F-5B7CE24B4638}"/>
              </a:ext>
            </a:extLst>
          </p:cNvPr>
          <p:cNvCxnSpPr/>
          <p:nvPr/>
        </p:nvCxnSpPr>
        <p:spPr>
          <a:xfrm>
            <a:off x="7869124" y="480743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4" name="Straight Connector 563">
            <a:extLst>
              <a:ext uri="{FF2B5EF4-FFF2-40B4-BE49-F238E27FC236}">
                <a16:creationId xmlns:a16="http://schemas.microsoft.com/office/drawing/2014/main" id="{118DC7D4-4AAB-3273-D274-FA2133F1CD0B}"/>
              </a:ext>
            </a:extLst>
          </p:cNvPr>
          <p:cNvCxnSpPr>
            <a:cxnSpLocks/>
          </p:cNvCxnSpPr>
          <p:nvPr/>
        </p:nvCxnSpPr>
        <p:spPr>
          <a:xfrm>
            <a:off x="8219747" y="448545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5" name="Straight Connector 564">
            <a:extLst>
              <a:ext uri="{FF2B5EF4-FFF2-40B4-BE49-F238E27FC236}">
                <a16:creationId xmlns:a16="http://schemas.microsoft.com/office/drawing/2014/main" id="{F890AE81-AC93-87DD-3D94-1AE936605F60}"/>
              </a:ext>
            </a:extLst>
          </p:cNvPr>
          <p:cNvCxnSpPr/>
          <p:nvPr/>
        </p:nvCxnSpPr>
        <p:spPr>
          <a:xfrm>
            <a:off x="7869124" y="44854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6" name="Straight Connector 565">
            <a:extLst>
              <a:ext uri="{FF2B5EF4-FFF2-40B4-BE49-F238E27FC236}">
                <a16:creationId xmlns:a16="http://schemas.microsoft.com/office/drawing/2014/main" id="{468A6F36-F01C-4C17-AD6E-B7D62A98DD24}"/>
              </a:ext>
            </a:extLst>
          </p:cNvPr>
          <p:cNvCxnSpPr/>
          <p:nvPr/>
        </p:nvCxnSpPr>
        <p:spPr>
          <a:xfrm>
            <a:off x="6467044" y="4805499"/>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7" name="Straight Connector 566">
            <a:extLst>
              <a:ext uri="{FF2B5EF4-FFF2-40B4-BE49-F238E27FC236}">
                <a16:creationId xmlns:a16="http://schemas.microsoft.com/office/drawing/2014/main" id="{AE184990-CCF1-F7D6-426C-6680FFFB1914}"/>
              </a:ext>
            </a:extLst>
          </p:cNvPr>
          <p:cNvCxnSpPr/>
          <p:nvPr/>
        </p:nvCxnSpPr>
        <p:spPr>
          <a:xfrm>
            <a:off x="6467044" y="5127472"/>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8" name="Straight Connector 567">
            <a:extLst>
              <a:ext uri="{FF2B5EF4-FFF2-40B4-BE49-F238E27FC236}">
                <a16:creationId xmlns:a16="http://schemas.microsoft.com/office/drawing/2014/main" id="{E46FAA3C-B891-B70D-C030-FA1E5591E51D}"/>
              </a:ext>
            </a:extLst>
          </p:cNvPr>
          <p:cNvCxnSpPr>
            <a:cxnSpLocks/>
          </p:cNvCxnSpPr>
          <p:nvPr/>
        </p:nvCxnSpPr>
        <p:spPr>
          <a:xfrm>
            <a:off x="6817667" y="480549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9" name="Straight Connector 568">
            <a:extLst>
              <a:ext uri="{FF2B5EF4-FFF2-40B4-BE49-F238E27FC236}">
                <a16:creationId xmlns:a16="http://schemas.microsoft.com/office/drawing/2014/main" id="{4E0FB16E-64AE-4478-9CC1-B68E84188F9F}"/>
              </a:ext>
            </a:extLst>
          </p:cNvPr>
          <p:cNvCxnSpPr/>
          <p:nvPr/>
        </p:nvCxnSpPr>
        <p:spPr>
          <a:xfrm>
            <a:off x="6467044" y="480549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70" name="TextBox 569">
            <a:extLst>
              <a:ext uri="{FF2B5EF4-FFF2-40B4-BE49-F238E27FC236}">
                <a16:creationId xmlns:a16="http://schemas.microsoft.com/office/drawing/2014/main" id="{04BF8A3B-BC78-15F2-3079-A2C34F29034E}"/>
              </a:ext>
            </a:extLst>
          </p:cNvPr>
          <p:cNvSpPr txBox="1"/>
          <p:nvPr/>
        </p:nvSpPr>
        <p:spPr>
          <a:xfrm>
            <a:off x="6571452" y="4827986"/>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571" name="Straight Connector 570">
            <a:extLst>
              <a:ext uri="{FF2B5EF4-FFF2-40B4-BE49-F238E27FC236}">
                <a16:creationId xmlns:a16="http://schemas.microsoft.com/office/drawing/2014/main" id="{4B75513E-C79D-CF79-BE33-26EFE7908408}"/>
              </a:ext>
            </a:extLst>
          </p:cNvPr>
          <p:cNvCxnSpPr/>
          <p:nvPr/>
        </p:nvCxnSpPr>
        <p:spPr>
          <a:xfrm>
            <a:off x="6817564" y="480549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72" name="Straight Connector 571">
            <a:extLst>
              <a:ext uri="{FF2B5EF4-FFF2-40B4-BE49-F238E27FC236}">
                <a16:creationId xmlns:a16="http://schemas.microsoft.com/office/drawing/2014/main" id="{8A0BF62D-E05D-5BBD-A536-A8F868DE3792}"/>
              </a:ext>
            </a:extLst>
          </p:cNvPr>
          <p:cNvCxnSpPr/>
          <p:nvPr/>
        </p:nvCxnSpPr>
        <p:spPr>
          <a:xfrm>
            <a:off x="6817564" y="5127472"/>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73" name="Straight Connector 572">
            <a:extLst>
              <a:ext uri="{FF2B5EF4-FFF2-40B4-BE49-F238E27FC236}">
                <a16:creationId xmlns:a16="http://schemas.microsoft.com/office/drawing/2014/main" id="{7ED95156-1578-F2FE-AAB6-B4C8F8B7AC3A}"/>
              </a:ext>
            </a:extLst>
          </p:cNvPr>
          <p:cNvCxnSpPr>
            <a:cxnSpLocks/>
          </p:cNvCxnSpPr>
          <p:nvPr/>
        </p:nvCxnSpPr>
        <p:spPr>
          <a:xfrm>
            <a:off x="7168187" y="480549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74" name="Straight Connector 573">
            <a:extLst>
              <a:ext uri="{FF2B5EF4-FFF2-40B4-BE49-F238E27FC236}">
                <a16:creationId xmlns:a16="http://schemas.microsoft.com/office/drawing/2014/main" id="{9926E2AF-C434-6BBA-F539-894D78307788}"/>
              </a:ext>
            </a:extLst>
          </p:cNvPr>
          <p:cNvCxnSpPr/>
          <p:nvPr/>
        </p:nvCxnSpPr>
        <p:spPr>
          <a:xfrm>
            <a:off x="6817564" y="480549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75" name="TextBox 574">
            <a:extLst>
              <a:ext uri="{FF2B5EF4-FFF2-40B4-BE49-F238E27FC236}">
                <a16:creationId xmlns:a16="http://schemas.microsoft.com/office/drawing/2014/main" id="{646D6A6F-5FF2-7931-B37C-4182FE3BBE60}"/>
              </a:ext>
            </a:extLst>
          </p:cNvPr>
          <p:cNvSpPr txBox="1"/>
          <p:nvPr/>
        </p:nvSpPr>
        <p:spPr>
          <a:xfrm>
            <a:off x="6921972" y="4827986"/>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576" name="Straight Connector 575">
            <a:extLst>
              <a:ext uri="{FF2B5EF4-FFF2-40B4-BE49-F238E27FC236}">
                <a16:creationId xmlns:a16="http://schemas.microsoft.com/office/drawing/2014/main" id="{142230AA-A6F7-ED0E-81C3-B7EED001F252}"/>
              </a:ext>
            </a:extLst>
          </p:cNvPr>
          <p:cNvCxnSpPr/>
          <p:nvPr/>
        </p:nvCxnSpPr>
        <p:spPr>
          <a:xfrm>
            <a:off x="7168084" y="4805499"/>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77" name="Straight Connector 576">
            <a:extLst>
              <a:ext uri="{FF2B5EF4-FFF2-40B4-BE49-F238E27FC236}">
                <a16:creationId xmlns:a16="http://schemas.microsoft.com/office/drawing/2014/main" id="{AF6C642F-70AF-6255-E8C4-7E7BE421144E}"/>
              </a:ext>
            </a:extLst>
          </p:cNvPr>
          <p:cNvCxnSpPr/>
          <p:nvPr/>
        </p:nvCxnSpPr>
        <p:spPr>
          <a:xfrm>
            <a:off x="7168084" y="5127472"/>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78" name="Straight Connector 577">
            <a:extLst>
              <a:ext uri="{FF2B5EF4-FFF2-40B4-BE49-F238E27FC236}">
                <a16:creationId xmlns:a16="http://schemas.microsoft.com/office/drawing/2014/main" id="{0BD2457B-4456-3E2F-FF26-D5E749130815}"/>
              </a:ext>
            </a:extLst>
          </p:cNvPr>
          <p:cNvCxnSpPr>
            <a:cxnSpLocks/>
          </p:cNvCxnSpPr>
          <p:nvPr/>
        </p:nvCxnSpPr>
        <p:spPr>
          <a:xfrm>
            <a:off x="7518707" y="480549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79" name="Straight Connector 578">
            <a:extLst>
              <a:ext uri="{FF2B5EF4-FFF2-40B4-BE49-F238E27FC236}">
                <a16:creationId xmlns:a16="http://schemas.microsoft.com/office/drawing/2014/main" id="{9D0D6C05-2683-490C-EC24-FAA71B34638B}"/>
              </a:ext>
            </a:extLst>
          </p:cNvPr>
          <p:cNvCxnSpPr/>
          <p:nvPr/>
        </p:nvCxnSpPr>
        <p:spPr>
          <a:xfrm>
            <a:off x="7168084" y="480549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80" name="TextBox 579">
            <a:extLst>
              <a:ext uri="{FF2B5EF4-FFF2-40B4-BE49-F238E27FC236}">
                <a16:creationId xmlns:a16="http://schemas.microsoft.com/office/drawing/2014/main" id="{2DA1EC7A-8550-3F18-C524-DB5B6281BB6E}"/>
              </a:ext>
            </a:extLst>
          </p:cNvPr>
          <p:cNvSpPr txBox="1"/>
          <p:nvPr/>
        </p:nvSpPr>
        <p:spPr>
          <a:xfrm>
            <a:off x="7272492" y="4827986"/>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581" name="Straight Connector 580">
            <a:extLst>
              <a:ext uri="{FF2B5EF4-FFF2-40B4-BE49-F238E27FC236}">
                <a16:creationId xmlns:a16="http://schemas.microsoft.com/office/drawing/2014/main" id="{8888CF98-4110-65ED-4634-8186FB2D3728}"/>
              </a:ext>
            </a:extLst>
          </p:cNvPr>
          <p:cNvCxnSpPr/>
          <p:nvPr/>
        </p:nvCxnSpPr>
        <p:spPr>
          <a:xfrm>
            <a:off x="7518604" y="480549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82" name="Straight Connector 581">
            <a:extLst>
              <a:ext uri="{FF2B5EF4-FFF2-40B4-BE49-F238E27FC236}">
                <a16:creationId xmlns:a16="http://schemas.microsoft.com/office/drawing/2014/main" id="{EF870497-C6DE-71CF-2728-F316CE7797A1}"/>
              </a:ext>
            </a:extLst>
          </p:cNvPr>
          <p:cNvCxnSpPr/>
          <p:nvPr/>
        </p:nvCxnSpPr>
        <p:spPr>
          <a:xfrm>
            <a:off x="7518604" y="5127472"/>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83" name="Straight Connector 582">
            <a:extLst>
              <a:ext uri="{FF2B5EF4-FFF2-40B4-BE49-F238E27FC236}">
                <a16:creationId xmlns:a16="http://schemas.microsoft.com/office/drawing/2014/main" id="{8461194C-6012-D009-D46C-B0466207CCD9}"/>
              </a:ext>
            </a:extLst>
          </p:cNvPr>
          <p:cNvCxnSpPr>
            <a:cxnSpLocks/>
          </p:cNvCxnSpPr>
          <p:nvPr/>
        </p:nvCxnSpPr>
        <p:spPr>
          <a:xfrm>
            <a:off x="7869227" y="480549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84" name="Straight Connector 583">
            <a:extLst>
              <a:ext uri="{FF2B5EF4-FFF2-40B4-BE49-F238E27FC236}">
                <a16:creationId xmlns:a16="http://schemas.microsoft.com/office/drawing/2014/main" id="{2EBA2146-73FA-7925-C466-CBBFB5B13A02}"/>
              </a:ext>
            </a:extLst>
          </p:cNvPr>
          <p:cNvCxnSpPr/>
          <p:nvPr/>
        </p:nvCxnSpPr>
        <p:spPr>
          <a:xfrm>
            <a:off x="7518604" y="480549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85" name="TextBox 584">
            <a:extLst>
              <a:ext uri="{FF2B5EF4-FFF2-40B4-BE49-F238E27FC236}">
                <a16:creationId xmlns:a16="http://schemas.microsoft.com/office/drawing/2014/main" id="{A2F3263D-B744-3750-9E94-EC9DDEE74B74}"/>
              </a:ext>
            </a:extLst>
          </p:cNvPr>
          <p:cNvSpPr txBox="1"/>
          <p:nvPr/>
        </p:nvSpPr>
        <p:spPr>
          <a:xfrm>
            <a:off x="7623012" y="4827986"/>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586" name="Straight Connector 585">
            <a:extLst>
              <a:ext uri="{FF2B5EF4-FFF2-40B4-BE49-F238E27FC236}">
                <a16:creationId xmlns:a16="http://schemas.microsoft.com/office/drawing/2014/main" id="{D51D6E53-9CD3-24D4-61E1-442559823443}"/>
              </a:ext>
            </a:extLst>
          </p:cNvPr>
          <p:cNvCxnSpPr/>
          <p:nvPr/>
        </p:nvCxnSpPr>
        <p:spPr>
          <a:xfrm>
            <a:off x="7869124" y="4805499"/>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87" name="Straight Connector 586">
            <a:extLst>
              <a:ext uri="{FF2B5EF4-FFF2-40B4-BE49-F238E27FC236}">
                <a16:creationId xmlns:a16="http://schemas.microsoft.com/office/drawing/2014/main" id="{B9885E45-67E5-00F9-C984-B152FADDDEAB}"/>
              </a:ext>
            </a:extLst>
          </p:cNvPr>
          <p:cNvCxnSpPr/>
          <p:nvPr/>
        </p:nvCxnSpPr>
        <p:spPr>
          <a:xfrm>
            <a:off x="7869124" y="5127472"/>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88" name="Straight Connector 587">
            <a:extLst>
              <a:ext uri="{FF2B5EF4-FFF2-40B4-BE49-F238E27FC236}">
                <a16:creationId xmlns:a16="http://schemas.microsoft.com/office/drawing/2014/main" id="{238F47D9-FE24-915A-89DD-CA5CE2501E6C}"/>
              </a:ext>
            </a:extLst>
          </p:cNvPr>
          <p:cNvCxnSpPr>
            <a:cxnSpLocks/>
          </p:cNvCxnSpPr>
          <p:nvPr/>
        </p:nvCxnSpPr>
        <p:spPr>
          <a:xfrm>
            <a:off x="8219747" y="480549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89" name="Straight Connector 588">
            <a:extLst>
              <a:ext uri="{FF2B5EF4-FFF2-40B4-BE49-F238E27FC236}">
                <a16:creationId xmlns:a16="http://schemas.microsoft.com/office/drawing/2014/main" id="{161CC5B7-0CEE-1FA7-DF2A-54F65772C7F5}"/>
              </a:ext>
            </a:extLst>
          </p:cNvPr>
          <p:cNvCxnSpPr/>
          <p:nvPr/>
        </p:nvCxnSpPr>
        <p:spPr>
          <a:xfrm>
            <a:off x="7869124" y="480549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90" name="TextBox 589">
            <a:extLst>
              <a:ext uri="{FF2B5EF4-FFF2-40B4-BE49-F238E27FC236}">
                <a16:creationId xmlns:a16="http://schemas.microsoft.com/office/drawing/2014/main" id="{8E9518B0-760A-656A-1DF7-738DECE1F237}"/>
              </a:ext>
            </a:extLst>
          </p:cNvPr>
          <p:cNvSpPr txBox="1"/>
          <p:nvPr/>
        </p:nvSpPr>
        <p:spPr>
          <a:xfrm>
            <a:off x="7973532" y="4827986"/>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sp>
        <p:nvSpPr>
          <p:cNvPr id="591" name="TextBox 590">
            <a:extLst>
              <a:ext uri="{FF2B5EF4-FFF2-40B4-BE49-F238E27FC236}">
                <a16:creationId xmlns:a16="http://schemas.microsoft.com/office/drawing/2014/main" id="{4D2FB7C8-C45E-5D1E-826A-9DD79BCF1A69}"/>
              </a:ext>
            </a:extLst>
          </p:cNvPr>
          <p:cNvSpPr txBox="1"/>
          <p:nvPr/>
        </p:nvSpPr>
        <p:spPr>
          <a:xfrm>
            <a:off x="7569568" y="4196418"/>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-6</a:t>
            </a:r>
          </a:p>
        </p:txBody>
      </p:sp>
      <p:sp>
        <p:nvSpPr>
          <p:cNvPr id="592" name="TextBox 591">
            <a:extLst>
              <a:ext uri="{FF2B5EF4-FFF2-40B4-BE49-F238E27FC236}">
                <a16:creationId xmlns:a16="http://schemas.microsoft.com/office/drawing/2014/main" id="{09F68631-F027-B9EB-8A24-630B8526AAC7}"/>
              </a:ext>
            </a:extLst>
          </p:cNvPr>
          <p:cNvSpPr txBox="1"/>
          <p:nvPr/>
        </p:nvSpPr>
        <p:spPr>
          <a:xfrm>
            <a:off x="7927500" y="4189839"/>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-6</a:t>
            </a:r>
          </a:p>
        </p:txBody>
      </p:sp>
      <p:sp>
        <p:nvSpPr>
          <p:cNvPr id="593" name="TextBox 592">
            <a:extLst>
              <a:ext uri="{FF2B5EF4-FFF2-40B4-BE49-F238E27FC236}">
                <a16:creationId xmlns:a16="http://schemas.microsoft.com/office/drawing/2014/main" id="{01585C51-B600-FBD5-A60D-EAF8D5DB6900}"/>
              </a:ext>
            </a:extLst>
          </p:cNvPr>
          <p:cNvSpPr txBox="1"/>
          <p:nvPr/>
        </p:nvSpPr>
        <p:spPr>
          <a:xfrm>
            <a:off x="6885845" y="4518255"/>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-5</a:t>
            </a:r>
          </a:p>
        </p:txBody>
      </p:sp>
      <p:sp>
        <p:nvSpPr>
          <p:cNvPr id="594" name="TextBox 593">
            <a:extLst>
              <a:ext uri="{FF2B5EF4-FFF2-40B4-BE49-F238E27FC236}">
                <a16:creationId xmlns:a16="http://schemas.microsoft.com/office/drawing/2014/main" id="{3DAA9D13-6765-6831-054A-ECFB2038F41C}"/>
              </a:ext>
            </a:extLst>
          </p:cNvPr>
          <p:cNvSpPr txBox="1"/>
          <p:nvPr/>
        </p:nvSpPr>
        <p:spPr>
          <a:xfrm>
            <a:off x="7227478" y="4518254"/>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-4</a:t>
            </a:r>
          </a:p>
        </p:txBody>
      </p:sp>
      <p:sp>
        <p:nvSpPr>
          <p:cNvPr id="595" name="TextBox 594">
            <a:extLst>
              <a:ext uri="{FF2B5EF4-FFF2-40B4-BE49-F238E27FC236}">
                <a16:creationId xmlns:a16="http://schemas.microsoft.com/office/drawing/2014/main" id="{3A341CC8-04DF-9453-4714-365D01029753}"/>
              </a:ext>
            </a:extLst>
          </p:cNvPr>
          <p:cNvSpPr txBox="1"/>
          <p:nvPr/>
        </p:nvSpPr>
        <p:spPr>
          <a:xfrm>
            <a:off x="7577894" y="4516457"/>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-5</a:t>
            </a:r>
          </a:p>
        </p:txBody>
      </p:sp>
      <p:sp>
        <p:nvSpPr>
          <p:cNvPr id="596" name="TextBox 595">
            <a:extLst>
              <a:ext uri="{FF2B5EF4-FFF2-40B4-BE49-F238E27FC236}">
                <a16:creationId xmlns:a16="http://schemas.microsoft.com/office/drawing/2014/main" id="{A4218599-90E6-9F9A-5B59-9618ED3EAE01}"/>
              </a:ext>
            </a:extLst>
          </p:cNvPr>
          <p:cNvSpPr txBox="1"/>
          <p:nvPr/>
        </p:nvSpPr>
        <p:spPr>
          <a:xfrm>
            <a:off x="7935826" y="4509878"/>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-6</a:t>
            </a:r>
          </a:p>
        </p:txBody>
      </p:sp>
      <p:sp>
        <p:nvSpPr>
          <p:cNvPr id="597" name="TextBox 596">
            <a:extLst>
              <a:ext uri="{FF2B5EF4-FFF2-40B4-BE49-F238E27FC236}">
                <a16:creationId xmlns:a16="http://schemas.microsoft.com/office/drawing/2014/main" id="{8D4D8265-AA38-F06C-16AC-3F64027DFD35}"/>
              </a:ext>
            </a:extLst>
          </p:cNvPr>
          <p:cNvSpPr txBox="1"/>
          <p:nvPr/>
        </p:nvSpPr>
        <p:spPr>
          <a:xfrm>
            <a:off x="6884247" y="4859875"/>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-2</a:t>
            </a:r>
          </a:p>
        </p:txBody>
      </p:sp>
      <p:sp>
        <p:nvSpPr>
          <p:cNvPr id="598" name="TextBox 597">
            <a:extLst>
              <a:ext uri="{FF2B5EF4-FFF2-40B4-BE49-F238E27FC236}">
                <a16:creationId xmlns:a16="http://schemas.microsoft.com/office/drawing/2014/main" id="{FF6F3287-A83E-2DBA-CF5F-488A725B826E}"/>
              </a:ext>
            </a:extLst>
          </p:cNvPr>
          <p:cNvSpPr txBox="1"/>
          <p:nvPr/>
        </p:nvSpPr>
        <p:spPr>
          <a:xfrm>
            <a:off x="7225880" y="4859874"/>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-3</a:t>
            </a:r>
          </a:p>
        </p:txBody>
      </p:sp>
      <p:sp>
        <p:nvSpPr>
          <p:cNvPr id="599" name="TextBox 598">
            <a:extLst>
              <a:ext uri="{FF2B5EF4-FFF2-40B4-BE49-F238E27FC236}">
                <a16:creationId xmlns:a16="http://schemas.microsoft.com/office/drawing/2014/main" id="{F4304F93-AD85-05A1-5671-A9B6CDB6D8EB}"/>
              </a:ext>
            </a:extLst>
          </p:cNvPr>
          <p:cNvSpPr txBox="1"/>
          <p:nvPr/>
        </p:nvSpPr>
        <p:spPr>
          <a:xfrm>
            <a:off x="7576296" y="4858077"/>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-6</a:t>
            </a:r>
          </a:p>
        </p:txBody>
      </p:sp>
      <p:sp>
        <p:nvSpPr>
          <p:cNvPr id="600" name="TextBox 599">
            <a:extLst>
              <a:ext uri="{FF2B5EF4-FFF2-40B4-BE49-F238E27FC236}">
                <a16:creationId xmlns:a16="http://schemas.microsoft.com/office/drawing/2014/main" id="{744BC60D-95AC-B971-F633-A2D1DDE54F2A}"/>
              </a:ext>
            </a:extLst>
          </p:cNvPr>
          <p:cNvSpPr txBox="1"/>
          <p:nvPr/>
        </p:nvSpPr>
        <p:spPr>
          <a:xfrm>
            <a:off x="7934228" y="4851498"/>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-6</a:t>
            </a:r>
          </a:p>
        </p:txBody>
      </p:sp>
      <p:sp>
        <p:nvSpPr>
          <p:cNvPr id="601" name="TextBox 600">
            <a:extLst>
              <a:ext uri="{FF2B5EF4-FFF2-40B4-BE49-F238E27FC236}">
                <a16:creationId xmlns:a16="http://schemas.microsoft.com/office/drawing/2014/main" id="{94939DB3-751F-F65A-367E-D2A89480F2FD}"/>
              </a:ext>
            </a:extLst>
          </p:cNvPr>
          <p:cNvSpPr txBox="1"/>
          <p:nvPr/>
        </p:nvSpPr>
        <p:spPr>
          <a:xfrm>
            <a:off x="6518443" y="4867823"/>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cxnSp>
        <p:nvCxnSpPr>
          <p:cNvPr id="602" name="Straight Connector 601">
            <a:extLst>
              <a:ext uri="{FF2B5EF4-FFF2-40B4-BE49-F238E27FC236}">
                <a16:creationId xmlns:a16="http://schemas.microsoft.com/office/drawing/2014/main" id="{F74CCA35-4B67-AAF2-C98A-5504537101C1}"/>
              </a:ext>
            </a:extLst>
          </p:cNvPr>
          <p:cNvCxnSpPr/>
          <p:nvPr/>
        </p:nvCxnSpPr>
        <p:spPr>
          <a:xfrm>
            <a:off x="3920613" y="536815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03" name="Straight Connector 602">
            <a:extLst>
              <a:ext uri="{FF2B5EF4-FFF2-40B4-BE49-F238E27FC236}">
                <a16:creationId xmlns:a16="http://schemas.microsoft.com/office/drawing/2014/main" id="{40C24AD1-4569-6242-7C7B-A838E7F70AD1}"/>
              </a:ext>
            </a:extLst>
          </p:cNvPr>
          <p:cNvCxnSpPr/>
          <p:nvPr/>
        </p:nvCxnSpPr>
        <p:spPr>
          <a:xfrm>
            <a:off x="3920613" y="569013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04" name="Straight Connector 603">
            <a:extLst>
              <a:ext uri="{FF2B5EF4-FFF2-40B4-BE49-F238E27FC236}">
                <a16:creationId xmlns:a16="http://schemas.microsoft.com/office/drawing/2014/main" id="{6E9CA746-2021-F7ED-E346-FEF9DCC0D164}"/>
              </a:ext>
            </a:extLst>
          </p:cNvPr>
          <p:cNvCxnSpPr>
            <a:cxnSpLocks/>
          </p:cNvCxnSpPr>
          <p:nvPr/>
        </p:nvCxnSpPr>
        <p:spPr>
          <a:xfrm>
            <a:off x="4271236" y="53681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05" name="Straight Connector 604">
            <a:extLst>
              <a:ext uri="{FF2B5EF4-FFF2-40B4-BE49-F238E27FC236}">
                <a16:creationId xmlns:a16="http://schemas.microsoft.com/office/drawing/2014/main" id="{FA1942B7-1B7F-E1C0-3679-964DEDCB08B9}"/>
              </a:ext>
            </a:extLst>
          </p:cNvPr>
          <p:cNvCxnSpPr/>
          <p:nvPr/>
        </p:nvCxnSpPr>
        <p:spPr>
          <a:xfrm>
            <a:off x="3920613" y="536815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06" name="TextBox 605">
            <a:extLst>
              <a:ext uri="{FF2B5EF4-FFF2-40B4-BE49-F238E27FC236}">
                <a16:creationId xmlns:a16="http://schemas.microsoft.com/office/drawing/2014/main" id="{E43279EB-38F7-C66B-A5F3-9C6B4CBEF444}"/>
              </a:ext>
            </a:extLst>
          </p:cNvPr>
          <p:cNvSpPr txBox="1"/>
          <p:nvPr/>
        </p:nvSpPr>
        <p:spPr>
          <a:xfrm>
            <a:off x="3978721" y="5406035"/>
            <a:ext cx="235606"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-7</a:t>
            </a:r>
          </a:p>
        </p:txBody>
      </p:sp>
      <p:cxnSp>
        <p:nvCxnSpPr>
          <p:cNvPr id="607" name="Straight Connector 606">
            <a:extLst>
              <a:ext uri="{FF2B5EF4-FFF2-40B4-BE49-F238E27FC236}">
                <a16:creationId xmlns:a16="http://schemas.microsoft.com/office/drawing/2014/main" id="{6EB9347D-CA69-8AB5-F3CC-B8FBAD1D2200}"/>
              </a:ext>
            </a:extLst>
          </p:cNvPr>
          <p:cNvCxnSpPr/>
          <p:nvPr/>
        </p:nvCxnSpPr>
        <p:spPr>
          <a:xfrm>
            <a:off x="4271133" y="536815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08" name="Straight Connector 607">
            <a:extLst>
              <a:ext uri="{FF2B5EF4-FFF2-40B4-BE49-F238E27FC236}">
                <a16:creationId xmlns:a16="http://schemas.microsoft.com/office/drawing/2014/main" id="{F2B5D6DB-C94D-6672-A7FE-A286AE3741CF}"/>
              </a:ext>
            </a:extLst>
          </p:cNvPr>
          <p:cNvCxnSpPr/>
          <p:nvPr/>
        </p:nvCxnSpPr>
        <p:spPr>
          <a:xfrm>
            <a:off x="4271133" y="569013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09" name="Straight Connector 608">
            <a:extLst>
              <a:ext uri="{FF2B5EF4-FFF2-40B4-BE49-F238E27FC236}">
                <a16:creationId xmlns:a16="http://schemas.microsoft.com/office/drawing/2014/main" id="{CBF92BE9-A934-80D5-767F-E3CF506472C0}"/>
              </a:ext>
            </a:extLst>
          </p:cNvPr>
          <p:cNvCxnSpPr>
            <a:cxnSpLocks/>
          </p:cNvCxnSpPr>
          <p:nvPr/>
        </p:nvCxnSpPr>
        <p:spPr>
          <a:xfrm>
            <a:off x="4621756" y="53681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10" name="Straight Connector 609">
            <a:extLst>
              <a:ext uri="{FF2B5EF4-FFF2-40B4-BE49-F238E27FC236}">
                <a16:creationId xmlns:a16="http://schemas.microsoft.com/office/drawing/2014/main" id="{4A57D042-F9E5-1A50-7A8C-4C72BAA519A3}"/>
              </a:ext>
            </a:extLst>
          </p:cNvPr>
          <p:cNvCxnSpPr/>
          <p:nvPr/>
        </p:nvCxnSpPr>
        <p:spPr>
          <a:xfrm>
            <a:off x="4271133" y="53681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11" name="TextBox 610">
            <a:extLst>
              <a:ext uri="{FF2B5EF4-FFF2-40B4-BE49-F238E27FC236}">
                <a16:creationId xmlns:a16="http://schemas.microsoft.com/office/drawing/2014/main" id="{E5CCAE19-E7D4-A5DD-79CC-53AFCE0800BB}"/>
              </a:ext>
            </a:extLst>
          </p:cNvPr>
          <p:cNvSpPr txBox="1"/>
          <p:nvPr/>
        </p:nvSpPr>
        <p:spPr>
          <a:xfrm>
            <a:off x="4337441" y="5406035"/>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-6</a:t>
            </a:r>
          </a:p>
        </p:txBody>
      </p:sp>
      <p:cxnSp>
        <p:nvCxnSpPr>
          <p:cNvPr id="612" name="Straight Connector 611">
            <a:extLst>
              <a:ext uri="{FF2B5EF4-FFF2-40B4-BE49-F238E27FC236}">
                <a16:creationId xmlns:a16="http://schemas.microsoft.com/office/drawing/2014/main" id="{44E060BF-78AD-133B-BB12-8177F475E77E}"/>
              </a:ext>
            </a:extLst>
          </p:cNvPr>
          <p:cNvCxnSpPr/>
          <p:nvPr/>
        </p:nvCxnSpPr>
        <p:spPr>
          <a:xfrm>
            <a:off x="4621653" y="536815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13" name="Straight Connector 612">
            <a:extLst>
              <a:ext uri="{FF2B5EF4-FFF2-40B4-BE49-F238E27FC236}">
                <a16:creationId xmlns:a16="http://schemas.microsoft.com/office/drawing/2014/main" id="{5184C467-E6B7-D429-E1EE-E28751C513B7}"/>
              </a:ext>
            </a:extLst>
          </p:cNvPr>
          <p:cNvCxnSpPr/>
          <p:nvPr/>
        </p:nvCxnSpPr>
        <p:spPr>
          <a:xfrm>
            <a:off x="4621653" y="569013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14" name="Straight Connector 613">
            <a:extLst>
              <a:ext uri="{FF2B5EF4-FFF2-40B4-BE49-F238E27FC236}">
                <a16:creationId xmlns:a16="http://schemas.microsoft.com/office/drawing/2014/main" id="{EBC46556-D5DF-699C-34FC-5429EBB03969}"/>
              </a:ext>
            </a:extLst>
          </p:cNvPr>
          <p:cNvCxnSpPr>
            <a:cxnSpLocks/>
          </p:cNvCxnSpPr>
          <p:nvPr/>
        </p:nvCxnSpPr>
        <p:spPr>
          <a:xfrm>
            <a:off x="4972276" y="53681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15" name="Straight Connector 614">
            <a:extLst>
              <a:ext uri="{FF2B5EF4-FFF2-40B4-BE49-F238E27FC236}">
                <a16:creationId xmlns:a16="http://schemas.microsoft.com/office/drawing/2014/main" id="{448F0100-1869-63A7-EA5F-7518FAC65BDD}"/>
              </a:ext>
            </a:extLst>
          </p:cNvPr>
          <p:cNvCxnSpPr/>
          <p:nvPr/>
        </p:nvCxnSpPr>
        <p:spPr>
          <a:xfrm>
            <a:off x="4621653" y="53681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16" name="TextBox 615">
            <a:extLst>
              <a:ext uri="{FF2B5EF4-FFF2-40B4-BE49-F238E27FC236}">
                <a16:creationId xmlns:a16="http://schemas.microsoft.com/office/drawing/2014/main" id="{9E1B41B9-DF4C-7BF8-0356-7358FA4E5558}"/>
              </a:ext>
            </a:extLst>
          </p:cNvPr>
          <p:cNvSpPr txBox="1"/>
          <p:nvPr/>
        </p:nvSpPr>
        <p:spPr>
          <a:xfrm>
            <a:off x="4672721" y="5406035"/>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-5</a:t>
            </a:r>
          </a:p>
        </p:txBody>
      </p:sp>
      <p:cxnSp>
        <p:nvCxnSpPr>
          <p:cNvPr id="617" name="Straight Connector 616">
            <a:extLst>
              <a:ext uri="{FF2B5EF4-FFF2-40B4-BE49-F238E27FC236}">
                <a16:creationId xmlns:a16="http://schemas.microsoft.com/office/drawing/2014/main" id="{8ECB0760-CF06-3C65-0796-F721B734BF75}"/>
              </a:ext>
            </a:extLst>
          </p:cNvPr>
          <p:cNvCxnSpPr/>
          <p:nvPr/>
        </p:nvCxnSpPr>
        <p:spPr>
          <a:xfrm>
            <a:off x="4972173" y="536815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18" name="Straight Connector 617">
            <a:extLst>
              <a:ext uri="{FF2B5EF4-FFF2-40B4-BE49-F238E27FC236}">
                <a16:creationId xmlns:a16="http://schemas.microsoft.com/office/drawing/2014/main" id="{E2003C1F-FB7C-4539-402E-12768BB99E2A}"/>
              </a:ext>
            </a:extLst>
          </p:cNvPr>
          <p:cNvCxnSpPr/>
          <p:nvPr/>
        </p:nvCxnSpPr>
        <p:spPr>
          <a:xfrm>
            <a:off x="4972173" y="569013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19" name="Straight Connector 618">
            <a:extLst>
              <a:ext uri="{FF2B5EF4-FFF2-40B4-BE49-F238E27FC236}">
                <a16:creationId xmlns:a16="http://schemas.microsoft.com/office/drawing/2014/main" id="{81A23CC4-CDF3-DA02-13F4-191D6B702BC0}"/>
              </a:ext>
            </a:extLst>
          </p:cNvPr>
          <p:cNvCxnSpPr>
            <a:cxnSpLocks/>
          </p:cNvCxnSpPr>
          <p:nvPr/>
        </p:nvCxnSpPr>
        <p:spPr>
          <a:xfrm>
            <a:off x="5322796" y="53681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20" name="Straight Connector 619">
            <a:extLst>
              <a:ext uri="{FF2B5EF4-FFF2-40B4-BE49-F238E27FC236}">
                <a16:creationId xmlns:a16="http://schemas.microsoft.com/office/drawing/2014/main" id="{C52FC3A7-2D2B-7641-287F-50590EADA32F}"/>
              </a:ext>
            </a:extLst>
          </p:cNvPr>
          <p:cNvCxnSpPr/>
          <p:nvPr/>
        </p:nvCxnSpPr>
        <p:spPr>
          <a:xfrm>
            <a:off x="4972173" y="53681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21" name="Straight Connector 620">
            <a:extLst>
              <a:ext uri="{FF2B5EF4-FFF2-40B4-BE49-F238E27FC236}">
                <a16:creationId xmlns:a16="http://schemas.microsoft.com/office/drawing/2014/main" id="{472EF6AE-D23C-C69B-8EE6-7F496291DCFB}"/>
              </a:ext>
            </a:extLst>
          </p:cNvPr>
          <p:cNvCxnSpPr/>
          <p:nvPr/>
        </p:nvCxnSpPr>
        <p:spPr>
          <a:xfrm>
            <a:off x="5322693" y="536815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22" name="Straight Connector 621">
            <a:extLst>
              <a:ext uri="{FF2B5EF4-FFF2-40B4-BE49-F238E27FC236}">
                <a16:creationId xmlns:a16="http://schemas.microsoft.com/office/drawing/2014/main" id="{89E314E4-DC54-A79C-EA93-E3D290A23DCE}"/>
              </a:ext>
            </a:extLst>
          </p:cNvPr>
          <p:cNvCxnSpPr/>
          <p:nvPr/>
        </p:nvCxnSpPr>
        <p:spPr>
          <a:xfrm>
            <a:off x="5322693" y="569013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23" name="Straight Connector 622">
            <a:extLst>
              <a:ext uri="{FF2B5EF4-FFF2-40B4-BE49-F238E27FC236}">
                <a16:creationId xmlns:a16="http://schemas.microsoft.com/office/drawing/2014/main" id="{1A0601F0-48DD-B3FE-FB6B-93BAD7E5CD14}"/>
              </a:ext>
            </a:extLst>
          </p:cNvPr>
          <p:cNvCxnSpPr>
            <a:cxnSpLocks/>
          </p:cNvCxnSpPr>
          <p:nvPr/>
        </p:nvCxnSpPr>
        <p:spPr>
          <a:xfrm>
            <a:off x="5673316" y="536815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24" name="Straight Connector 623">
            <a:extLst>
              <a:ext uri="{FF2B5EF4-FFF2-40B4-BE49-F238E27FC236}">
                <a16:creationId xmlns:a16="http://schemas.microsoft.com/office/drawing/2014/main" id="{E795EAB1-927D-C8D5-0330-B10229965ED5}"/>
              </a:ext>
            </a:extLst>
          </p:cNvPr>
          <p:cNvCxnSpPr/>
          <p:nvPr/>
        </p:nvCxnSpPr>
        <p:spPr>
          <a:xfrm>
            <a:off x="5322693" y="536815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25" name="Straight Connector 624">
            <a:extLst>
              <a:ext uri="{FF2B5EF4-FFF2-40B4-BE49-F238E27FC236}">
                <a16:creationId xmlns:a16="http://schemas.microsoft.com/office/drawing/2014/main" id="{59C25FED-B6A4-B8A4-3F8C-9DA35243D076}"/>
              </a:ext>
            </a:extLst>
          </p:cNvPr>
          <p:cNvCxnSpPr/>
          <p:nvPr/>
        </p:nvCxnSpPr>
        <p:spPr>
          <a:xfrm>
            <a:off x="3920613" y="569327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26" name="Straight Connector 625">
            <a:extLst>
              <a:ext uri="{FF2B5EF4-FFF2-40B4-BE49-F238E27FC236}">
                <a16:creationId xmlns:a16="http://schemas.microsoft.com/office/drawing/2014/main" id="{E49A3C23-5A37-58A1-B45D-6129E3D666EA}"/>
              </a:ext>
            </a:extLst>
          </p:cNvPr>
          <p:cNvCxnSpPr/>
          <p:nvPr/>
        </p:nvCxnSpPr>
        <p:spPr>
          <a:xfrm>
            <a:off x="3920613" y="601525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27" name="Straight Connector 626">
            <a:extLst>
              <a:ext uri="{FF2B5EF4-FFF2-40B4-BE49-F238E27FC236}">
                <a16:creationId xmlns:a16="http://schemas.microsoft.com/office/drawing/2014/main" id="{C304E879-B8B9-7544-0AE5-66798C183FD1}"/>
              </a:ext>
            </a:extLst>
          </p:cNvPr>
          <p:cNvCxnSpPr>
            <a:cxnSpLocks/>
          </p:cNvCxnSpPr>
          <p:nvPr/>
        </p:nvCxnSpPr>
        <p:spPr>
          <a:xfrm>
            <a:off x="4271236" y="569327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28" name="Straight Connector 627">
            <a:extLst>
              <a:ext uri="{FF2B5EF4-FFF2-40B4-BE49-F238E27FC236}">
                <a16:creationId xmlns:a16="http://schemas.microsoft.com/office/drawing/2014/main" id="{1ECDAAB8-0314-6E3A-1AE7-F96795477588}"/>
              </a:ext>
            </a:extLst>
          </p:cNvPr>
          <p:cNvCxnSpPr/>
          <p:nvPr/>
        </p:nvCxnSpPr>
        <p:spPr>
          <a:xfrm>
            <a:off x="3920613" y="569327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29" name="TextBox 628">
            <a:extLst>
              <a:ext uri="{FF2B5EF4-FFF2-40B4-BE49-F238E27FC236}">
                <a16:creationId xmlns:a16="http://schemas.microsoft.com/office/drawing/2014/main" id="{3DB2D245-5795-ED40-53C5-DDF5FCCC5FBB}"/>
              </a:ext>
            </a:extLst>
          </p:cNvPr>
          <p:cNvSpPr txBox="1"/>
          <p:nvPr/>
        </p:nvSpPr>
        <p:spPr>
          <a:xfrm>
            <a:off x="4025021" y="5731155"/>
            <a:ext cx="141807"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0</a:t>
            </a:r>
          </a:p>
        </p:txBody>
      </p:sp>
      <p:cxnSp>
        <p:nvCxnSpPr>
          <p:cNvPr id="630" name="Straight Connector 629">
            <a:extLst>
              <a:ext uri="{FF2B5EF4-FFF2-40B4-BE49-F238E27FC236}">
                <a16:creationId xmlns:a16="http://schemas.microsoft.com/office/drawing/2014/main" id="{0653EC22-BC88-7D01-B09E-66802720A48B}"/>
              </a:ext>
            </a:extLst>
          </p:cNvPr>
          <p:cNvCxnSpPr/>
          <p:nvPr/>
        </p:nvCxnSpPr>
        <p:spPr>
          <a:xfrm>
            <a:off x="4271133" y="569327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31" name="Straight Connector 630">
            <a:extLst>
              <a:ext uri="{FF2B5EF4-FFF2-40B4-BE49-F238E27FC236}">
                <a16:creationId xmlns:a16="http://schemas.microsoft.com/office/drawing/2014/main" id="{E527DC79-C0C7-2D9E-1188-11171CA6855A}"/>
              </a:ext>
            </a:extLst>
          </p:cNvPr>
          <p:cNvCxnSpPr/>
          <p:nvPr/>
        </p:nvCxnSpPr>
        <p:spPr>
          <a:xfrm>
            <a:off x="4271133" y="601525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32" name="Straight Connector 631">
            <a:extLst>
              <a:ext uri="{FF2B5EF4-FFF2-40B4-BE49-F238E27FC236}">
                <a16:creationId xmlns:a16="http://schemas.microsoft.com/office/drawing/2014/main" id="{40B36630-740D-DD3B-EE03-1E3B87D7193B}"/>
              </a:ext>
            </a:extLst>
          </p:cNvPr>
          <p:cNvCxnSpPr>
            <a:cxnSpLocks/>
          </p:cNvCxnSpPr>
          <p:nvPr/>
        </p:nvCxnSpPr>
        <p:spPr>
          <a:xfrm>
            <a:off x="4621756" y="569327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33" name="Straight Connector 632">
            <a:extLst>
              <a:ext uri="{FF2B5EF4-FFF2-40B4-BE49-F238E27FC236}">
                <a16:creationId xmlns:a16="http://schemas.microsoft.com/office/drawing/2014/main" id="{4EE5250A-352B-0509-E7A9-7E0ADD4D2FF3}"/>
              </a:ext>
            </a:extLst>
          </p:cNvPr>
          <p:cNvCxnSpPr/>
          <p:nvPr/>
        </p:nvCxnSpPr>
        <p:spPr>
          <a:xfrm>
            <a:off x="4271133" y="569327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34" name="Straight Connector 633">
            <a:extLst>
              <a:ext uri="{FF2B5EF4-FFF2-40B4-BE49-F238E27FC236}">
                <a16:creationId xmlns:a16="http://schemas.microsoft.com/office/drawing/2014/main" id="{F651C8D3-86AB-FF9D-AE37-EA54C9243645}"/>
              </a:ext>
            </a:extLst>
          </p:cNvPr>
          <p:cNvCxnSpPr/>
          <p:nvPr/>
        </p:nvCxnSpPr>
        <p:spPr>
          <a:xfrm>
            <a:off x="4621653" y="5693279"/>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35" name="Straight Connector 634">
            <a:extLst>
              <a:ext uri="{FF2B5EF4-FFF2-40B4-BE49-F238E27FC236}">
                <a16:creationId xmlns:a16="http://schemas.microsoft.com/office/drawing/2014/main" id="{D46E3501-6615-9DFC-8E7C-172E49727D8B}"/>
              </a:ext>
            </a:extLst>
          </p:cNvPr>
          <p:cNvCxnSpPr/>
          <p:nvPr/>
        </p:nvCxnSpPr>
        <p:spPr>
          <a:xfrm>
            <a:off x="4621653" y="601525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36" name="Straight Connector 635">
            <a:extLst>
              <a:ext uri="{FF2B5EF4-FFF2-40B4-BE49-F238E27FC236}">
                <a16:creationId xmlns:a16="http://schemas.microsoft.com/office/drawing/2014/main" id="{0C27F427-E2C9-F598-4DF1-75E617EEF058}"/>
              </a:ext>
            </a:extLst>
          </p:cNvPr>
          <p:cNvCxnSpPr>
            <a:cxnSpLocks/>
          </p:cNvCxnSpPr>
          <p:nvPr/>
        </p:nvCxnSpPr>
        <p:spPr>
          <a:xfrm>
            <a:off x="4972276" y="569327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37" name="Straight Connector 636">
            <a:extLst>
              <a:ext uri="{FF2B5EF4-FFF2-40B4-BE49-F238E27FC236}">
                <a16:creationId xmlns:a16="http://schemas.microsoft.com/office/drawing/2014/main" id="{3F471EC6-DB68-6FA5-0A46-CC4616C4695B}"/>
              </a:ext>
            </a:extLst>
          </p:cNvPr>
          <p:cNvCxnSpPr/>
          <p:nvPr/>
        </p:nvCxnSpPr>
        <p:spPr>
          <a:xfrm>
            <a:off x="4621653" y="569327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38" name="Straight Connector 637">
            <a:extLst>
              <a:ext uri="{FF2B5EF4-FFF2-40B4-BE49-F238E27FC236}">
                <a16:creationId xmlns:a16="http://schemas.microsoft.com/office/drawing/2014/main" id="{5AAEBFB3-872A-9210-29C9-F8DD2852CC5C}"/>
              </a:ext>
            </a:extLst>
          </p:cNvPr>
          <p:cNvCxnSpPr/>
          <p:nvPr/>
        </p:nvCxnSpPr>
        <p:spPr>
          <a:xfrm>
            <a:off x="4972173" y="569327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39" name="Straight Connector 638">
            <a:extLst>
              <a:ext uri="{FF2B5EF4-FFF2-40B4-BE49-F238E27FC236}">
                <a16:creationId xmlns:a16="http://schemas.microsoft.com/office/drawing/2014/main" id="{E8BF740C-E343-2C82-86F1-D64A3EFE864B}"/>
              </a:ext>
            </a:extLst>
          </p:cNvPr>
          <p:cNvCxnSpPr/>
          <p:nvPr/>
        </p:nvCxnSpPr>
        <p:spPr>
          <a:xfrm>
            <a:off x="4972173" y="601525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40" name="Straight Connector 639">
            <a:extLst>
              <a:ext uri="{FF2B5EF4-FFF2-40B4-BE49-F238E27FC236}">
                <a16:creationId xmlns:a16="http://schemas.microsoft.com/office/drawing/2014/main" id="{D6CF4B41-A483-8C80-371C-7D463F9F9E92}"/>
              </a:ext>
            </a:extLst>
          </p:cNvPr>
          <p:cNvCxnSpPr>
            <a:cxnSpLocks/>
          </p:cNvCxnSpPr>
          <p:nvPr/>
        </p:nvCxnSpPr>
        <p:spPr>
          <a:xfrm>
            <a:off x="5322796" y="569327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41" name="Straight Connector 640">
            <a:extLst>
              <a:ext uri="{FF2B5EF4-FFF2-40B4-BE49-F238E27FC236}">
                <a16:creationId xmlns:a16="http://schemas.microsoft.com/office/drawing/2014/main" id="{645B7479-48D2-EB42-219B-C9FA74875C6C}"/>
              </a:ext>
            </a:extLst>
          </p:cNvPr>
          <p:cNvCxnSpPr/>
          <p:nvPr/>
        </p:nvCxnSpPr>
        <p:spPr>
          <a:xfrm>
            <a:off x="4972173" y="569327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42" name="Straight Connector 641">
            <a:extLst>
              <a:ext uri="{FF2B5EF4-FFF2-40B4-BE49-F238E27FC236}">
                <a16:creationId xmlns:a16="http://schemas.microsoft.com/office/drawing/2014/main" id="{0089F274-67FC-FABE-97FA-1D495CD6153E}"/>
              </a:ext>
            </a:extLst>
          </p:cNvPr>
          <p:cNvCxnSpPr/>
          <p:nvPr/>
        </p:nvCxnSpPr>
        <p:spPr>
          <a:xfrm>
            <a:off x="5322693" y="5693279"/>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43" name="Straight Connector 642">
            <a:extLst>
              <a:ext uri="{FF2B5EF4-FFF2-40B4-BE49-F238E27FC236}">
                <a16:creationId xmlns:a16="http://schemas.microsoft.com/office/drawing/2014/main" id="{45D1A7D1-A262-FC6E-AF78-C88617EC0DFF}"/>
              </a:ext>
            </a:extLst>
          </p:cNvPr>
          <p:cNvCxnSpPr/>
          <p:nvPr/>
        </p:nvCxnSpPr>
        <p:spPr>
          <a:xfrm>
            <a:off x="5322693" y="601525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44" name="Straight Connector 643">
            <a:extLst>
              <a:ext uri="{FF2B5EF4-FFF2-40B4-BE49-F238E27FC236}">
                <a16:creationId xmlns:a16="http://schemas.microsoft.com/office/drawing/2014/main" id="{1860CF19-A03E-A3A5-69F9-9EB04845CB72}"/>
              </a:ext>
            </a:extLst>
          </p:cNvPr>
          <p:cNvCxnSpPr>
            <a:cxnSpLocks/>
          </p:cNvCxnSpPr>
          <p:nvPr/>
        </p:nvCxnSpPr>
        <p:spPr>
          <a:xfrm>
            <a:off x="5673316" y="569327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45" name="Straight Connector 644">
            <a:extLst>
              <a:ext uri="{FF2B5EF4-FFF2-40B4-BE49-F238E27FC236}">
                <a16:creationId xmlns:a16="http://schemas.microsoft.com/office/drawing/2014/main" id="{DD2EC6F5-8CB5-48C2-5D85-0CBC5AF7F268}"/>
              </a:ext>
            </a:extLst>
          </p:cNvPr>
          <p:cNvCxnSpPr/>
          <p:nvPr/>
        </p:nvCxnSpPr>
        <p:spPr>
          <a:xfrm>
            <a:off x="5322693" y="569327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46" name="Straight Connector 645">
            <a:extLst>
              <a:ext uri="{FF2B5EF4-FFF2-40B4-BE49-F238E27FC236}">
                <a16:creationId xmlns:a16="http://schemas.microsoft.com/office/drawing/2014/main" id="{BBEC5184-AED9-1346-DC73-99A3657B9782}"/>
              </a:ext>
            </a:extLst>
          </p:cNvPr>
          <p:cNvCxnSpPr/>
          <p:nvPr/>
        </p:nvCxnSpPr>
        <p:spPr>
          <a:xfrm>
            <a:off x="3920613" y="6013319"/>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47" name="Straight Connector 646">
            <a:extLst>
              <a:ext uri="{FF2B5EF4-FFF2-40B4-BE49-F238E27FC236}">
                <a16:creationId xmlns:a16="http://schemas.microsoft.com/office/drawing/2014/main" id="{FE9EC801-7EA4-9163-2519-38CB6BF8B5AF}"/>
              </a:ext>
            </a:extLst>
          </p:cNvPr>
          <p:cNvCxnSpPr/>
          <p:nvPr/>
        </p:nvCxnSpPr>
        <p:spPr>
          <a:xfrm>
            <a:off x="3920613" y="6335292"/>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48" name="Straight Connector 647">
            <a:extLst>
              <a:ext uri="{FF2B5EF4-FFF2-40B4-BE49-F238E27FC236}">
                <a16:creationId xmlns:a16="http://schemas.microsoft.com/office/drawing/2014/main" id="{73CB9770-4222-344A-BAFD-DCC1B9411168}"/>
              </a:ext>
            </a:extLst>
          </p:cNvPr>
          <p:cNvCxnSpPr>
            <a:cxnSpLocks/>
          </p:cNvCxnSpPr>
          <p:nvPr/>
        </p:nvCxnSpPr>
        <p:spPr>
          <a:xfrm>
            <a:off x="4271236" y="601331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49" name="Straight Connector 648">
            <a:extLst>
              <a:ext uri="{FF2B5EF4-FFF2-40B4-BE49-F238E27FC236}">
                <a16:creationId xmlns:a16="http://schemas.microsoft.com/office/drawing/2014/main" id="{3CC1C504-896E-DBB5-66C4-09DDD7831F56}"/>
              </a:ext>
            </a:extLst>
          </p:cNvPr>
          <p:cNvCxnSpPr/>
          <p:nvPr/>
        </p:nvCxnSpPr>
        <p:spPr>
          <a:xfrm>
            <a:off x="3920613" y="601331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50" name="TextBox 649">
            <a:extLst>
              <a:ext uri="{FF2B5EF4-FFF2-40B4-BE49-F238E27FC236}">
                <a16:creationId xmlns:a16="http://schemas.microsoft.com/office/drawing/2014/main" id="{B2B45FC7-3566-CC81-2F5B-5F73C7FCCF30}"/>
              </a:ext>
            </a:extLst>
          </p:cNvPr>
          <p:cNvSpPr txBox="1"/>
          <p:nvPr/>
        </p:nvSpPr>
        <p:spPr>
          <a:xfrm>
            <a:off x="4025021" y="6035806"/>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651" name="Straight Connector 650">
            <a:extLst>
              <a:ext uri="{FF2B5EF4-FFF2-40B4-BE49-F238E27FC236}">
                <a16:creationId xmlns:a16="http://schemas.microsoft.com/office/drawing/2014/main" id="{5459F9EF-B021-2DA0-7024-724D0BD8938C}"/>
              </a:ext>
            </a:extLst>
          </p:cNvPr>
          <p:cNvCxnSpPr/>
          <p:nvPr/>
        </p:nvCxnSpPr>
        <p:spPr>
          <a:xfrm>
            <a:off x="4271133" y="601331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52" name="Straight Connector 651">
            <a:extLst>
              <a:ext uri="{FF2B5EF4-FFF2-40B4-BE49-F238E27FC236}">
                <a16:creationId xmlns:a16="http://schemas.microsoft.com/office/drawing/2014/main" id="{570CA50D-A94A-910B-C93E-E2F3BEDFD08F}"/>
              </a:ext>
            </a:extLst>
          </p:cNvPr>
          <p:cNvCxnSpPr/>
          <p:nvPr/>
        </p:nvCxnSpPr>
        <p:spPr>
          <a:xfrm>
            <a:off x="4271133" y="6335292"/>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53" name="Straight Connector 652">
            <a:extLst>
              <a:ext uri="{FF2B5EF4-FFF2-40B4-BE49-F238E27FC236}">
                <a16:creationId xmlns:a16="http://schemas.microsoft.com/office/drawing/2014/main" id="{FD391E8C-710E-1E7D-7214-D74EF4BAAB98}"/>
              </a:ext>
            </a:extLst>
          </p:cNvPr>
          <p:cNvCxnSpPr>
            <a:cxnSpLocks/>
          </p:cNvCxnSpPr>
          <p:nvPr/>
        </p:nvCxnSpPr>
        <p:spPr>
          <a:xfrm>
            <a:off x="4621756" y="601331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54" name="Straight Connector 653">
            <a:extLst>
              <a:ext uri="{FF2B5EF4-FFF2-40B4-BE49-F238E27FC236}">
                <a16:creationId xmlns:a16="http://schemas.microsoft.com/office/drawing/2014/main" id="{63ACBD7E-0CEC-8281-921E-F75FE620DCDF}"/>
              </a:ext>
            </a:extLst>
          </p:cNvPr>
          <p:cNvCxnSpPr/>
          <p:nvPr/>
        </p:nvCxnSpPr>
        <p:spPr>
          <a:xfrm>
            <a:off x="4271133" y="601331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55" name="TextBox 654">
            <a:extLst>
              <a:ext uri="{FF2B5EF4-FFF2-40B4-BE49-F238E27FC236}">
                <a16:creationId xmlns:a16="http://schemas.microsoft.com/office/drawing/2014/main" id="{FD913104-35E0-D106-E5E1-5CA488D31805}"/>
              </a:ext>
            </a:extLst>
          </p:cNvPr>
          <p:cNvSpPr txBox="1"/>
          <p:nvPr/>
        </p:nvSpPr>
        <p:spPr>
          <a:xfrm>
            <a:off x="4375541" y="6035806"/>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656" name="Straight Connector 655">
            <a:extLst>
              <a:ext uri="{FF2B5EF4-FFF2-40B4-BE49-F238E27FC236}">
                <a16:creationId xmlns:a16="http://schemas.microsoft.com/office/drawing/2014/main" id="{C1658AEF-D7B7-32AF-FDE6-BF91A10FDB4D}"/>
              </a:ext>
            </a:extLst>
          </p:cNvPr>
          <p:cNvCxnSpPr/>
          <p:nvPr/>
        </p:nvCxnSpPr>
        <p:spPr>
          <a:xfrm>
            <a:off x="4621653" y="6013319"/>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57" name="Straight Connector 656">
            <a:extLst>
              <a:ext uri="{FF2B5EF4-FFF2-40B4-BE49-F238E27FC236}">
                <a16:creationId xmlns:a16="http://schemas.microsoft.com/office/drawing/2014/main" id="{10D13597-8EA1-EA0F-3AB0-27C0AA10909F}"/>
              </a:ext>
            </a:extLst>
          </p:cNvPr>
          <p:cNvCxnSpPr/>
          <p:nvPr/>
        </p:nvCxnSpPr>
        <p:spPr>
          <a:xfrm>
            <a:off x="4621653" y="6335292"/>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58" name="Straight Connector 657">
            <a:extLst>
              <a:ext uri="{FF2B5EF4-FFF2-40B4-BE49-F238E27FC236}">
                <a16:creationId xmlns:a16="http://schemas.microsoft.com/office/drawing/2014/main" id="{C1549A50-EF87-0B0A-A9A8-27764A02DEEA}"/>
              </a:ext>
            </a:extLst>
          </p:cNvPr>
          <p:cNvCxnSpPr>
            <a:cxnSpLocks/>
          </p:cNvCxnSpPr>
          <p:nvPr/>
        </p:nvCxnSpPr>
        <p:spPr>
          <a:xfrm>
            <a:off x="4972276" y="601331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59" name="Straight Connector 658">
            <a:extLst>
              <a:ext uri="{FF2B5EF4-FFF2-40B4-BE49-F238E27FC236}">
                <a16:creationId xmlns:a16="http://schemas.microsoft.com/office/drawing/2014/main" id="{145B36D0-3849-60AA-82C6-956063FA4F90}"/>
              </a:ext>
            </a:extLst>
          </p:cNvPr>
          <p:cNvCxnSpPr/>
          <p:nvPr/>
        </p:nvCxnSpPr>
        <p:spPr>
          <a:xfrm>
            <a:off x="4621653" y="601331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60" name="TextBox 659">
            <a:extLst>
              <a:ext uri="{FF2B5EF4-FFF2-40B4-BE49-F238E27FC236}">
                <a16:creationId xmlns:a16="http://schemas.microsoft.com/office/drawing/2014/main" id="{797FB8C6-BD8F-D36C-BA66-46A4E9DCCD5D}"/>
              </a:ext>
            </a:extLst>
          </p:cNvPr>
          <p:cNvSpPr txBox="1"/>
          <p:nvPr/>
        </p:nvSpPr>
        <p:spPr>
          <a:xfrm>
            <a:off x="4726061" y="6035806"/>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661" name="Straight Connector 660">
            <a:extLst>
              <a:ext uri="{FF2B5EF4-FFF2-40B4-BE49-F238E27FC236}">
                <a16:creationId xmlns:a16="http://schemas.microsoft.com/office/drawing/2014/main" id="{419A39C3-F9C9-343D-E9B5-9EC1520AFE84}"/>
              </a:ext>
            </a:extLst>
          </p:cNvPr>
          <p:cNvCxnSpPr/>
          <p:nvPr/>
        </p:nvCxnSpPr>
        <p:spPr>
          <a:xfrm>
            <a:off x="4972173" y="601331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62" name="Straight Connector 661">
            <a:extLst>
              <a:ext uri="{FF2B5EF4-FFF2-40B4-BE49-F238E27FC236}">
                <a16:creationId xmlns:a16="http://schemas.microsoft.com/office/drawing/2014/main" id="{98D441B2-3F36-8B5D-6D8E-323E9E83CDF6}"/>
              </a:ext>
            </a:extLst>
          </p:cNvPr>
          <p:cNvCxnSpPr/>
          <p:nvPr/>
        </p:nvCxnSpPr>
        <p:spPr>
          <a:xfrm>
            <a:off x="4972173" y="6335292"/>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63" name="Straight Connector 662">
            <a:extLst>
              <a:ext uri="{FF2B5EF4-FFF2-40B4-BE49-F238E27FC236}">
                <a16:creationId xmlns:a16="http://schemas.microsoft.com/office/drawing/2014/main" id="{5843C9C4-5BA6-1251-C295-25B3BE55F289}"/>
              </a:ext>
            </a:extLst>
          </p:cNvPr>
          <p:cNvCxnSpPr>
            <a:cxnSpLocks/>
          </p:cNvCxnSpPr>
          <p:nvPr/>
        </p:nvCxnSpPr>
        <p:spPr>
          <a:xfrm>
            <a:off x="5322796" y="601331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64" name="Straight Connector 663">
            <a:extLst>
              <a:ext uri="{FF2B5EF4-FFF2-40B4-BE49-F238E27FC236}">
                <a16:creationId xmlns:a16="http://schemas.microsoft.com/office/drawing/2014/main" id="{8B658BC5-E247-F01D-51D4-52399DA52FF2}"/>
              </a:ext>
            </a:extLst>
          </p:cNvPr>
          <p:cNvCxnSpPr/>
          <p:nvPr/>
        </p:nvCxnSpPr>
        <p:spPr>
          <a:xfrm>
            <a:off x="4972173" y="601331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65" name="TextBox 664">
            <a:extLst>
              <a:ext uri="{FF2B5EF4-FFF2-40B4-BE49-F238E27FC236}">
                <a16:creationId xmlns:a16="http://schemas.microsoft.com/office/drawing/2014/main" id="{C4DA135D-747B-9F58-6C79-77D2CDB3BA16}"/>
              </a:ext>
            </a:extLst>
          </p:cNvPr>
          <p:cNvSpPr txBox="1"/>
          <p:nvPr/>
        </p:nvSpPr>
        <p:spPr>
          <a:xfrm>
            <a:off x="5076581" y="6035806"/>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666" name="Straight Connector 665">
            <a:extLst>
              <a:ext uri="{FF2B5EF4-FFF2-40B4-BE49-F238E27FC236}">
                <a16:creationId xmlns:a16="http://schemas.microsoft.com/office/drawing/2014/main" id="{5A483943-E0FE-BA2E-BA41-31299F77B81E}"/>
              </a:ext>
            </a:extLst>
          </p:cNvPr>
          <p:cNvCxnSpPr/>
          <p:nvPr/>
        </p:nvCxnSpPr>
        <p:spPr>
          <a:xfrm>
            <a:off x="5322693" y="6013319"/>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67" name="Straight Connector 666">
            <a:extLst>
              <a:ext uri="{FF2B5EF4-FFF2-40B4-BE49-F238E27FC236}">
                <a16:creationId xmlns:a16="http://schemas.microsoft.com/office/drawing/2014/main" id="{827D55CF-0D3A-DDFE-70A8-7DBD7E41234F}"/>
              </a:ext>
            </a:extLst>
          </p:cNvPr>
          <p:cNvCxnSpPr/>
          <p:nvPr/>
        </p:nvCxnSpPr>
        <p:spPr>
          <a:xfrm>
            <a:off x="5322693" y="6335292"/>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68" name="Straight Connector 667">
            <a:extLst>
              <a:ext uri="{FF2B5EF4-FFF2-40B4-BE49-F238E27FC236}">
                <a16:creationId xmlns:a16="http://schemas.microsoft.com/office/drawing/2014/main" id="{43AD4406-0EAE-2609-9340-ED940BB9F77C}"/>
              </a:ext>
            </a:extLst>
          </p:cNvPr>
          <p:cNvCxnSpPr>
            <a:cxnSpLocks/>
          </p:cNvCxnSpPr>
          <p:nvPr/>
        </p:nvCxnSpPr>
        <p:spPr>
          <a:xfrm>
            <a:off x="5673316" y="601331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69" name="Straight Connector 668">
            <a:extLst>
              <a:ext uri="{FF2B5EF4-FFF2-40B4-BE49-F238E27FC236}">
                <a16:creationId xmlns:a16="http://schemas.microsoft.com/office/drawing/2014/main" id="{6F6F3551-B1A3-CDDE-2029-168236C1E348}"/>
              </a:ext>
            </a:extLst>
          </p:cNvPr>
          <p:cNvCxnSpPr/>
          <p:nvPr/>
        </p:nvCxnSpPr>
        <p:spPr>
          <a:xfrm>
            <a:off x="5322693" y="601331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70" name="TextBox 669">
            <a:extLst>
              <a:ext uri="{FF2B5EF4-FFF2-40B4-BE49-F238E27FC236}">
                <a16:creationId xmlns:a16="http://schemas.microsoft.com/office/drawing/2014/main" id="{B47AE43F-6DB8-37FA-2162-C2E2501E0A24}"/>
              </a:ext>
            </a:extLst>
          </p:cNvPr>
          <p:cNvSpPr txBox="1"/>
          <p:nvPr/>
        </p:nvSpPr>
        <p:spPr>
          <a:xfrm>
            <a:off x="5427101" y="6035806"/>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sp>
        <p:nvSpPr>
          <p:cNvPr id="671" name="TextBox 670">
            <a:extLst>
              <a:ext uri="{FF2B5EF4-FFF2-40B4-BE49-F238E27FC236}">
                <a16:creationId xmlns:a16="http://schemas.microsoft.com/office/drawing/2014/main" id="{FDDEF9E4-346D-40EE-056D-20E0FC47C0B5}"/>
              </a:ext>
            </a:extLst>
          </p:cNvPr>
          <p:cNvSpPr txBox="1"/>
          <p:nvPr/>
        </p:nvSpPr>
        <p:spPr>
          <a:xfrm>
            <a:off x="5023137" y="5404238"/>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-6</a:t>
            </a:r>
          </a:p>
        </p:txBody>
      </p:sp>
      <p:sp>
        <p:nvSpPr>
          <p:cNvPr id="672" name="TextBox 671">
            <a:extLst>
              <a:ext uri="{FF2B5EF4-FFF2-40B4-BE49-F238E27FC236}">
                <a16:creationId xmlns:a16="http://schemas.microsoft.com/office/drawing/2014/main" id="{51A222FE-71CC-D6FE-64C4-EB669E80F2CD}"/>
              </a:ext>
            </a:extLst>
          </p:cNvPr>
          <p:cNvSpPr txBox="1"/>
          <p:nvPr/>
        </p:nvSpPr>
        <p:spPr>
          <a:xfrm>
            <a:off x="5381069" y="5397659"/>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-7</a:t>
            </a:r>
          </a:p>
        </p:txBody>
      </p:sp>
      <p:sp>
        <p:nvSpPr>
          <p:cNvPr id="673" name="TextBox 672">
            <a:extLst>
              <a:ext uri="{FF2B5EF4-FFF2-40B4-BE49-F238E27FC236}">
                <a16:creationId xmlns:a16="http://schemas.microsoft.com/office/drawing/2014/main" id="{F99F061A-7BDB-CE43-00EA-16111687DFE1}"/>
              </a:ext>
            </a:extLst>
          </p:cNvPr>
          <p:cNvSpPr txBox="1"/>
          <p:nvPr/>
        </p:nvSpPr>
        <p:spPr>
          <a:xfrm>
            <a:off x="4339414" y="5726075"/>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-5</a:t>
            </a:r>
          </a:p>
        </p:txBody>
      </p:sp>
      <p:sp>
        <p:nvSpPr>
          <p:cNvPr id="674" name="TextBox 673">
            <a:extLst>
              <a:ext uri="{FF2B5EF4-FFF2-40B4-BE49-F238E27FC236}">
                <a16:creationId xmlns:a16="http://schemas.microsoft.com/office/drawing/2014/main" id="{33935254-EFEA-3521-2345-61BEAAB3FBD2}"/>
              </a:ext>
            </a:extLst>
          </p:cNvPr>
          <p:cNvSpPr txBox="1"/>
          <p:nvPr/>
        </p:nvSpPr>
        <p:spPr>
          <a:xfrm>
            <a:off x="4681047" y="5726074"/>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-4</a:t>
            </a:r>
          </a:p>
        </p:txBody>
      </p:sp>
      <p:sp>
        <p:nvSpPr>
          <p:cNvPr id="675" name="TextBox 674">
            <a:extLst>
              <a:ext uri="{FF2B5EF4-FFF2-40B4-BE49-F238E27FC236}">
                <a16:creationId xmlns:a16="http://schemas.microsoft.com/office/drawing/2014/main" id="{8F3D8962-1E5F-03C5-16B4-61A8C6222C6B}"/>
              </a:ext>
            </a:extLst>
          </p:cNvPr>
          <p:cNvSpPr txBox="1"/>
          <p:nvPr/>
        </p:nvSpPr>
        <p:spPr>
          <a:xfrm>
            <a:off x="5031463" y="5724277"/>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-5</a:t>
            </a:r>
          </a:p>
        </p:txBody>
      </p:sp>
      <p:sp>
        <p:nvSpPr>
          <p:cNvPr id="676" name="TextBox 675">
            <a:extLst>
              <a:ext uri="{FF2B5EF4-FFF2-40B4-BE49-F238E27FC236}">
                <a16:creationId xmlns:a16="http://schemas.microsoft.com/office/drawing/2014/main" id="{C05F70B1-56AB-134D-90E5-FC90F55F699F}"/>
              </a:ext>
            </a:extLst>
          </p:cNvPr>
          <p:cNvSpPr txBox="1"/>
          <p:nvPr/>
        </p:nvSpPr>
        <p:spPr>
          <a:xfrm>
            <a:off x="5389395" y="5717698"/>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-6</a:t>
            </a:r>
          </a:p>
        </p:txBody>
      </p:sp>
      <p:sp>
        <p:nvSpPr>
          <p:cNvPr id="677" name="TextBox 676">
            <a:extLst>
              <a:ext uri="{FF2B5EF4-FFF2-40B4-BE49-F238E27FC236}">
                <a16:creationId xmlns:a16="http://schemas.microsoft.com/office/drawing/2014/main" id="{E1B7DA82-0E3F-2695-7470-F7B26ED5FCBE}"/>
              </a:ext>
            </a:extLst>
          </p:cNvPr>
          <p:cNvSpPr txBox="1"/>
          <p:nvPr/>
        </p:nvSpPr>
        <p:spPr>
          <a:xfrm>
            <a:off x="4337816" y="6067695"/>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-2</a:t>
            </a:r>
          </a:p>
        </p:txBody>
      </p:sp>
      <p:sp>
        <p:nvSpPr>
          <p:cNvPr id="678" name="TextBox 677">
            <a:extLst>
              <a:ext uri="{FF2B5EF4-FFF2-40B4-BE49-F238E27FC236}">
                <a16:creationId xmlns:a16="http://schemas.microsoft.com/office/drawing/2014/main" id="{4C836482-E58B-0A58-B94C-C87BE59FACA6}"/>
              </a:ext>
            </a:extLst>
          </p:cNvPr>
          <p:cNvSpPr txBox="1"/>
          <p:nvPr/>
        </p:nvSpPr>
        <p:spPr>
          <a:xfrm>
            <a:off x="4679449" y="6067694"/>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-3</a:t>
            </a:r>
          </a:p>
        </p:txBody>
      </p:sp>
      <p:sp>
        <p:nvSpPr>
          <p:cNvPr id="679" name="TextBox 678">
            <a:extLst>
              <a:ext uri="{FF2B5EF4-FFF2-40B4-BE49-F238E27FC236}">
                <a16:creationId xmlns:a16="http://schemas.microsoft.com/office/drawing/2014/main" id="{645F530B-C205-18E8-459B-CBD7FBB46794}"/>
              </a:ext>
            </a:extLst>
          </p:cNvPr>
          <p:cNvSpPr txBox="1"/>
          <p:nvPr/>
        </p:nvSpPr>
        <p:spPr>
          <a:xfrm>
            <a:off x="5029865" y="6065897"/>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-7</a:t>
            </a:r>
          </a:p>
        </p:txBody>
      </p:sp>
      <p:sp>
        <p:nvSpPr>
          <p:cNvPr id="680" name="TextBox 679">
            <a:extLst>
              <a:ext uri="{FF2B5EF4-FFF2-40B4-BE49-F238E27FC236}">
                <a16:creationId xmlns:a16="http://schemas.microsoft.com/office/drawing/2014/main" id="{168ACA3C-0BFD-B511-B145-D8F76707C1AE}"/>
              </a:ext>
            </a:extLst>
          </p:cNvPr>
          <p:cNvSpPr txBox="1"/>
          <p:nvPr/>
        </p:nvSpPr>
        <p:spPr>
          <a:xfrm>
            <a:off x="5387797" y="6059318"/>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-7</a:t>
            </a:r>
          </a:p>
        </p:txBody>
      </p:sp>
      <p:sp>
        <p:nvSpPr>
          <p:cNvPr id="681" name="TextBox 680">
            <a:extLst>
              <a:ext uri="{FF2B5EF4-FFF2-40B4-BE49-F238E27FC236}">
                <a16:creationId xmlns:a16="http://schemas.microsoft.com/office/drawing/2014/main" id="{42B778E3-797A-3EF3-F900-A2284B04FA89}"/>
              </a:ext>
            </a:extLst>
          </p:cNvPr>
          <p:cNvSpPr txBox="1"/>
          <p:nvPr/>
        </p:nvSpPr>
        <p:spPr>
          <a:xfrm>
            <a:off x="3972012" y="6075643"/>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cxnSp>
        <p:nvCxnSpPr>
          <p:cNvPr id="682" name="Straight Connector 681">
            <a:extLst>
              <a:ext uri="{FF2B5EF4-FFF2-40B4-BE49-F238E27FC236}">
                <a16:creationId xmlns:a16="http://schemas.microsoft.com/office/drawing/2014/main" id="{9D5FAB0B-8416-617D-9059-A2123668D821}"/>
              </a:ext>
            </a:extLst>
          </p:cNvPr>
          <p:cNvCxnSpPr/>
          <p:nvPr/>
        </p:nvCxnSpPr>
        <p:spPr>
          <a:xfrm>
            <a:off x="6467044" y="536815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83" name="Straight Connector 682">
            <a:extLst>
              <a:ext uri="{FF2B5EF4-FFF2-40B4-BE49-F238E27FC236}">
                <a16:creationId xmlns:a16="http://schemas.microsoft.com/office/drawing/2014/main" id="{7965501B-A577-85C2-B938-5524306014DA}"/>
              </a:ext>
            </a:extLst>
          </p:cNvPr>
          <p:cNvCxnSpPr/>
          <p:nvPr/>
        </p:nvCxnSpPr>
        <p:spPr>
          <a:xfrm>
            <a:off x="6467044" y="569013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84" name="Straight Connector 683">
            <a:extLst>
              <a:ext uri="{FF2B5EF4-FFF2-40B4-BE49-F238E27FC236}">
                <a16:creationId xmlns:a16="http://schemas.microsoft.com/office/drawing/2014/main" id="{6F940657-98EF-A104-FCA4-A6EFD027CA5D}"/>
              </a:ext>
            </a:extLst>
          </p:cNvPr>
          <p:cNvCxnSpPr>
            <a:cxnSpLocks/>
          </p:cNvCxnSpPr>
          <p:nvPr/>
        </p:nvCxnSpPr>
        <p:spPr>
          <a:xfrm>
            <a:off x="6817667" y="53681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85" name="Straight Connector 684">
            <a:extLst>
              <a:ext uri="{FF2B5EF4-FFF2-40B4-BE49-F238E27FC236}">
                <a16:creationId xmlns:a16="http://schemas.microsoft.com/office/drawing/2014/main" id="{B2F4AA4C-7BB4-CDFC-37FD-9BE4C9CA6236}"/>
              </a:ext>
            </a:extLst>
          </p:cNvPr>
          <p:cNvCxnSpPr/>
          <p:nvPr/>
        </p:nvCxnSpPr>
        <p:spPr>
          <a:xfrm>
            <a:off x="6467044" y="536815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86" name="TextBox 685">
            <a:extLst>
              <a:ext uri="{FF2B5EF4-FFF2-40B4-BE49-F238E27FC236}">
                <a16:creationId xmlns:a16="http://schemas.microsoft.com/office/drawing/2014/main" id="{3BA31B90-E5E4-3529-6979-CEAC6F362EBD}"/>
              </a:ext>
            </a:extLst>
          </p:cNvPr>
          <p:cNvSpPr txBox="1"/>
          <p:nvPr/>
        </p:nvSpPr>
        <p:spPr>
          <a:xfrm>
            <a:off x="6525152" y="5406035"/>
            <a:ext cx="235606"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-7</a:t>
            </a:r>
          </a:p>
        </p:txBody>
      </p:sp>
      <p:cxnSp>
        <p:nvCxnSpPr>
          <p:cNvPr id="687" name="Straight Connector 686">
            <a:extLst>
              <a:ext uri="{FF2B5EF4-FFF2-40B4-BE49-F238E27FC236}">
                <a16:creationId xmlns:a16="http://schemas.microsoft.com/office/drawing/2014/main" id="{A393918F-9F7E-D855-AC13-B56271386901}"/>
              </a:ext>
            </a:extLst>
          </p:cNvPr>
          <p:cNvCxnSpPr/>
          <p:nvPr/>
        </p:nvCxnSpPr>
        <p:spPr>
          <a:xfrm>
            <a:off x="6817564" y="536815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88" name="Straight Connector 687">
            <a:extLst>
              <a:ext uri="{FF2B5EF4-FFF2-40B4-BE49-F238E27FC236}">
                <a16:creationId xmlns:a16="http://schemas.microsoft.com/office/drawing/2014/main" id="{20FD01F1-80AA-E54D-AB6D-45A0D5F0AC96}"/>
              </a:ext>
            </a:extLst>
          </p:cNvPr>
          <p:cNvCxnSpPr/>
          <p:nvPr/>
        </p:nvCxnSpPr>
        <p:spPr>
          <a:xfrm>
            <a:off x="6817564" y="569013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89" name="Straight Connector 688">
            <a:extLst>
              <a:ext uri="{FF2B5EF4-FFF2-40B4-BE49-F238E27FC236}">
                <a16:creationId xmlns:a16="http://schemas.microsoft.com/office/drawing/2014/main" id="{EF27278D-9D9C-FB3D-73CD-18B35B371ADD}"/>
              </a:ext>
            </a:extLst>
          </p:cNvPr>
          <p:cNvCxnSpPr>
            <a:cxnSpLocks/>
          </p:cNvCxnSpPr>
          <p:nvPr/>
        </p:nvCxnSpPr>
        <p:spPr>
          <a:xfrm>
            <a:off x="7168187" y="53681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90" name="Straight Connector 689">
            <a:extLst>
              <a:ext uri="{FF2B5EF4-FFF2-40B4-BE49-F238E27FC236}">
                <a16:creationId xmlns:a16="http://schemas.microsoft.com/office/drawing/2014/main" id="{5B61CE46-A180-31C4-8969-6F105C8632EF}"/>
              </a:ext>
            </a:extLst>
          </p:cNvPr>
          <p:cNvCxnSpPr/>
          <p:nvPr/>
        </p:nvCxnSpPr>
        <p:spPr>
          <a:xfrm>
            <a:off x="6817564" y="53681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91" name="TextBox 690">
            <a:extLst>
              <a:ext uri="{FF2B5EF4-FFF2-40B4-BE49-F238E27FC236}">
                <a16:creationId xmlns:a16="http://schemas.microsoft.com/office/drawing/2014/main" id="{24653331-5F81-60D3-18A4-0EC4C81652D0}"/>
              </a:ext>
            </a:extLst>
          </p:cNvPr>
          <p:cNvSpPr txBox="1"/>
          <p:nvPr/>
        </p:nvSpPr>
        <p:spPr>
          <a:xfrm>
            <a:off x="6883872" y="5406035"/>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-6</a:t>
            </a:r>
          </a:p>
        </p:txBody>
      </p:sp>
      <p:cxnSp>
        <p:nvCxnSpPr>
          <p:cNvPr id="692" name="Straight Connector 691">
            <a:extLst>
              <a:ext uri="{FF2B5EF4-FFF2-40B4-BE49-F238E27FC236}">
                <a16:creationId xmlns:a16="http://schemas.microsoft.com/office/drawing/2014/main" id="{06BB0B1D-92F9-7D5C-6B5D-7657692EC80A}"/>
              </a:ext>
            </a:extLst>
          </p:cNvPr>
          <p:cNvCxnSpPr/>
          <p:nvPr/>
        </p:nvCxnSpPr>
        <p:spPr>
          <a:xfrm>
            <a:off x="7168084" y="536815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93" name="Straight Connector 692">
            <a:extLst>
              <a:ext uri="{FF2B5EF4-FFF2-40B4-BE49-F238E27FC236}">
                <a16:creationId xmlns:a16="http://schemas.microsoft.com/office/drawing/2014/main" id="{24C79DDB-B6CA-4A86-C7DE-3C273946DE8C}"/>
              </a:ext>
            </a:extLst>
          </p:cNvPr>
          <p:cNvCxnSpPr/>
          <p:nvPr/>
        </p:nvCxnSpPr>
        <p:spPr>
          <a:xfrm>
            <a:off x="7168084" y="569013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94" name="Straight Connector 693">
            <a:extLst>
              <a:ext uri="{FF2B5EF4-FFF2-40B4-BE49-F238E27FC236}">
                <a16:creationId xmlns:a16="http://schemas.microsoft.com/office/drawing/2014/main" id="{6384BD3F-1D07-C22D-56D3-EF9DDBB93BE5}"/>
              </a:ext>
            </a:extLst>
          </p:cNvPr>
          <p:cNvCxnSpPr>
            <a:cxnSpLocks/>
          </p:cNvCxnSpPr>
          <p:nvPr/>
        </p:nvCxnSpPr>
        <p:spPr>
          <a:xfrm>
            <a:off x="7518707" y="53681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95" name="Straight Connector 694">
            <a:extLst>
              <a:ext uri="{FF2B5EF4-FFF2-40B4-BE49-F238E27FC236}">
                <a16:creationId xmlns:a16="http://schemas.microsoft.com/office/drawing/2014/main" id="{610CAC81-708B-5A03-C540-8A2E1534E6D5}"/>
              </a:ext>
            </a:extLst>
          </p:cNvPr>
          <p:cNvCxnSpPr/>
          <p:nvPr/>
        </p:nvCxnSpPr>
        <p:spPr>
          <a:xfrm>
            <a:off x="7168084" y="53681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96" name="TextBox 695">
            <a:extLst>
              <a:ext uri="{FF2B5EF4-FFF2-40B4-BE49-F238E27FC236}">
                <a16:creationId xmlns:a16="http://schemas.microsoft.com/office/drawing/2014/main" id="{83B674E5-C951-5683-DED5-12233E2D4154}"/>
              </a:ext>
            </a:extLst>
          </p:cNvPr>
          <p:cNvSpPr txBox="1"/>
          <p:nvPr/>
        </p:nvSpPr>
        <p:spPr>
          <a:xfrm>
            <a:off x="7219152" y="5406035"/>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-5</a:t>
            </a:r>
          </a:p>
        </p:txBody>
      </p:sp>
      <p:cxnSp>
        <p:nvCxnSpPr>
          <p:cNvPr id="697" name="Straight Connector 696">
            <a:extLst>
              <a:ext uri="{FF2B5EF4-FFF2-40B4-BE49-F238E27FC236}">
                <a16:creationId xmlns:a16="http://schemas.microsoft.com/office/drawing/2014/main" id="{DF9D5137-29BD-CF57-BAFB-ED019AF4F6F5}"/>
              </a:ext>
            </a:extLst>
          </p:cNvPr>
          <p:cNvCxnSpPr/>
          <p:nvPr/>
        </p:nvCxnSpPr>
        <p:spPr>
          <a:xfrm>
            <a:off x="7518604" y="536815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98" name="Straight Connector 697">
            <a:extLst>
              <a:ext uri="{FF2B5EF4-FFF2-40B4-BE49-F238E27FC236}">
                <a16:creationId xmlns:a16="http://schemas.microsoft.com/office/drawing/2014/main" id="{47F4F5B7-69C2-F6A5-8DFF-80559F0FDCC9}"/>
              </a:ext>
            </a:extLst>
          </p:cNvPr>
          <p:cNvCxnSpPr/>
          <p:nvPr/>
        </p:nvCxnSpPr>
        <p:spPr>
          <a:xfrm>
            <a:off x="7518604" y="569013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99" name="Straight Connector 698">
            <a:extLst>
              <a:ext uri="{FF2B5EF4-FFF2-40B4-BE49-F238E27FC236}">
                <a16:creationId xmlns:a16="http://schemas.microsoft.com/office/drawing/2014/main" id="{C6BD46AE-23B7-04DF-D222-D6ACAD769EA2}"/>
              </a:ext>
            </a:extLst>
          </p:cNvPr>
          <p:cNvCxnSpPr>
            <a:cxnSpLocks/>
          </p:cNvCxnSpPr>
          <p:nvPr/>
        </p:nvCxnSpPr>
        <p:spPr>
          <a:xfrm>
            <a:off x="7869227" y="53681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00" name="Straight Connector 699">
            <a:extLst>
              <a:ext uri="{FF2B5EF4-FFF2-40B4-BE49-F238E27FC236}">
                <a16:creationId xmlns:a16="http://schemas.microsoft.com/office/drawing/2014/main" id="{0FBE46EC-5ACC-8AA1-B8E1-10E75DBB5656}"/>
              </a:ext>
            </a:extLst>
          </p:cNvPr>
          <p:cNvCxnSpPr/>
          <p:nvPr/>
        </p:nvCxnSpPr>
        <p:spPr>
          <a:xfrm>
            <a:off x="7518604" y="536815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01" name="Straight Connector 700">
            <a:extLst>
              <a:ext uri="{FF2B5EF4-FFF2-40B4-BE49-F238E27FC236}">
                <a16:creationId xmlns:a16="http://schemas.microsoft.com/office/drawing/2014/main" id="{AB56BFA0-10D0-799B-CBCD-B10D36B7BEF6}"/>
              </a:ext>
            </a:extLst>
          </p:cNvPr>
          <p:cNvCxnSpPr/>
          <p:nvPr/>
        </p:nvCxnSpPr>
        <p:spPr>
          <a:xfrm>
            <a:off x="7869124" y="536815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02" name="Straight Connector 701">
            <a:extLst>
              <a:ext uri="{FF2B5EF4-FFF2-40B4-BE49-F238E27FC236}">
                <a16:creationId xmlns:a16="http://schemas.microsoft.com/office/drawing/2014/main" id="{1801DA20-369F-7006-341F-0B708D52E5A1}"/>
              </a:ext>
            </a:extLst>
          </p:cNvPr>
          <p:cNvCxnSpPr/>
          <p:nvPr/>
        </p:nvCxnSpPr>
        <p:spPr>
          <a:xfrm>
            <a:off x="7869124" y="569013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03" name="Straight Connector 702">
            <a:extLst>
              <a:ext uri="{FF2B5EF4-FFF2-40B4-BE49-F238E27FC236}">
                <a16:creationId xmlns:a16="http://schemas.microsoft.com/office/drawing/2014/main" id="{02E106E8-EFE8-02C0-8684-7EC7509767D1}"/>
              </a:ext>
            </a:extLst>
          </p:cNvPr>
          <p:cNvCxnSpPr>
            <a:cxnSpLocks/>
          </p:cNvCxnSpPr>
          <p:nvPr/>
        </p:nvCxnSpPr>
        <p:spPr>
          <a:xfrm>
            <a:off x="8219747" y="536815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04" name="Straight Connector 703">
            <a:extLst>
              <a:ext uri="{FF2B5EF4-FFF2-40B4-BE49-F238E27FC236}">
                <a16:creationId xmlns:a16="http://schemas.microsoft.com/office/drawing/2014/main" id="{DFAE6C3E-2B14-C5EF-B3EE-2BBBFB6EFC21}"/>
              </a:ext>
            </a:extLst>
          </p:cNvPr>
          <p:cNvCxnSpPr/>
          <p:nvPr/>
        </p:nvCxnSpPr>
        <p:spPr>
          <a:xfrm>
            <a:off x="7869124" y="536815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05" name="Straight Connector 704">
            <a:extLst>
              <a:ext uri="{FF2B5EF4-FFF2-40B4-BE49-F238E27FC236}">
                <a16:creationId xmlns:a16="http://schemas.microsoft.com/office/drawing/2014/main" id="{82D52FCA-C351-8094-7511-4BDFC665BAD8}"/>
              </a:ext>
            </a:extLst>
          </p:cNvPr>
          <p:cNvCxnSpPr/>
          <p:nvPr/>
        </p:nvCxnSpPr>
        <p:spPr>
          <a:xfrm>
            <a:off x="6467044" y="569327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06" name="Straight Connector 705">
            <a:extLst>
              <a:ext uri="{FF2B5EF4-FFF2-40B4-BE49-F238E27FC236}">
                <a16:creationId xmlns:a16="http://schemas.microsoft.com/office/drawing/2014/main" id="{2369CF86-D2E9-886B-C644-73C813D8605A}"/>
              </a:ext>
            </a:extLst>
          </p:cNvPr>
          <p:cNvCxnSpPr/>
          <p:nvPr/>
        </p:nvCxnSpPr>
        <p:spPr>
          <a:xfrm>
            <a:off x="6467044" y="601525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07" name="Straight Connector 706">
            <a:extLst>
              <a:ext uri="{FF2B5EF4-FFF2-40B4-BE49-F238E27FC236}">
                <a16:creationId xmlns:a16="http://schemas.microsoft.com/office/drawing/2014/main" id="{BE8B5409-DC50-5B08-13E9-DB089A3D0350}"/>
              </a:ext>
            </a:extLst>
          </p:cNvPr>
          <p:cNvCxnSpPr>
            <a:cxnSpLocks/>
          </p:cNvCxnSpPr>
          <p:nvPr/>
        </p:nvCxnSpPr>
        <p:spPr>
          <a:xfrm>
            <a:off x="6817667" y="569327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08" name="Straight Connector 707">
            <a:extLst>
              <a:ext uri="{FF2B5EF4-FFF2-40B4-BE49-F238E27FC236}">
                <a16:creationId xmlns:a16="http://schemas.microsoft.com/office/drawing/2014/main" id="{6DD77B0B-93BD-D312-A10E-65E892E5F164}"/>
              </a:ext>
            </a:extLst>
          </p:cNvPr>
          <p:cNvCxnSpPr/>
          <p:nvPr/>
        </p:nvCxnSpPr>
        <p:spPr>
          <a:xfrm>
            <a:off x="6467044" y="569327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09" name="TextBox 708">
            <a:extLst>
              <a:ext uri="{FF2B5EF4-FFF2-40B4-BE49-F238E27FC236}">
                <a16:creationId xmlns:a16="http://schemas.microsoft.com/office/drawing/2014/main" id="{DC71DDAD-6CEB-E27A-6B11-00DAB9471E3F}"/>
              </a:ext>
            </a:extLst>
          </p:cNvPr>
          <p:cNvSpPr txBox="1"/>
          <p:nvPr/>
        </p:nvSpPr>
        <p:spPr>
          <a:xfrm>
            <a:off x="6571452" y="5731155"/>
            <a:ext cx="141807"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0</a:t>
            </a:r>
          </a:p>
        </p:txBody>
      </p:sp>
      <p:cxnSp>
        <p:nvCxnSpPr>
          <p:cNvPr id="710" name="Straight Connector 709">
            <a:extLst>
              <a:ext uri="{FF2B5EF4-FFF2-40B4-BE49-F238E27FC236}">
                <a16:creationId xmlns:a16="http://schemas.microsoft.com/office/drawing/2014/main" id="{1E6DD988-A83D-6B11-D338-DB08EBC52CE7}"/>
              </a:ext>
            </a:extLst>
          </p:cNvPr>
          <p:cNvCxnSpPr/>
          <p:nvPr/>
        </p:nvCxnSpPr>
        <p:spPr>
          <a:xfrm>
            <a:off x="6817564" y="569327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11" name="Straight Connector 710">
            <a:extLst>
              <a:ext uri="{FF2B5EF4-FFF2-40B4-BE49-F238E27FC236}">
                <a16:creationId xmlns:a16="http://schemas.microsoft.com/office/drawing/2014/main" id="{A42F27C8-EDCF-8CFF-5705-BEC4CCD2C452}"/>
              </a:ext>
            </a:extLst>
          </p:cNvPr>
          <p:cNvCxnSpPr/>
          <p:nvPr/>
        </p:nvCxnSpPr>
        <p:spPr>
          <a:xfrm>
            <a:off x="6817564" y="601525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12" name="Straight Connector 711">
            <a:extLst>
              <a:ext uri="{FF2B5EF4-FFF2-40B4-BE49-F238E27FC236}">
                <a16:creationId xmlns:a16="http://schemas.microsoft.com/office/drawing/2014/main" id="{A58D733A-8279-8907-A034-169E69AB9D5E}"/>
              </a:ext>
            </a:extLst>
          </p:cNvPr>
          <p:cNvCxnSpPr>
            <a:cxnSpLocks/>
          </p:cNvCxnSpPr>
          <p:nvPr/>
        </p:nvCxnSpPr>
        <p:spPr>
          <a:xfrm>
            <a:off x="7168187" y="569327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13" name="Straight Connector 712">
            <a:extLst>
              <a:ext uri="{FF2B5EF4-FFF2-40B4-BE49-F238E27FC236}">
                <a16:creationId xmlns:a16="http://schemas.microsoft.com/office/drawing/2014/main" id="{8656439A-9CD3-31BE-DB5C-F8FB20CFFD2C}"/>
              </a:ext>
            </a:extLst>
          </p:cNvPr>
          <p:cNvCxnSpPr/>
          <p:nvPr/>
        </p:nvCxnSpPr>
        <p:spPr>
          <a:xfrm>
            <a:off x="6817564" y="569327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14" name="Straight Connector 713">
            <a:extLst>
              <a:ext uri="{FF2B5EF4-FFF2-40B4-BE49-F238E27FC236}">
                <a16:creationId xmlns:a16="http://schemas.microsoft.com/office/drawing/2014/main" id="{24FBD399-7BA9-CDFE-9684-875F8B6E6092}"/>
              </a:ext>
            </a:extLst>
          </p:cNvPr>
          <p:cNvCxnSpPr/>
          <p:nvPr/>
        </p:nvCxnSpPr>
        <p:spPr>
          <a:xfrm>
            <a:off x="7168084" y="5693279"/>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15" name="Straight Connector 714">
            <a:extLst>
              <a:ext uri="{FF2B5EF4-FFF2-40B4-BE49-F238E27FC236}">
                <a16:creationId xmlns:a16="http://schemas.microsoft.com/office/drawing/2014/main" id="{426A1BCD-F2CA-4202-DFA7-83AEAA0A422E}"/>
              </a:ext>
            </a:extLst>
          </p:cNvPr>
          <p:cNvCxnSpPr/>
          <p:nvPr/>
        </p:nvCxnSpPr>
        <p:spPr>
          <a:xfrm>
            <a:off x="7168084" y="601525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16" name="Straight Connector 715">
            <a:extLst>
              <a:ext uri="{FF2B5EF4-FFF2-40B4-BE49-F238E27FC236}">
                <a16:creationId xmlns:a16="http://schemas.microsoft.com/office/drawing/2014/main" id="{FAF5E34D-2A3E-76E4-8A9E-84131D23CA5F}"/>
              </a:ext>
            </a:extLst>
          </p:cNvPr>
          <p:cNvCxnSpPr>
            <a:cxnSpLocks/>
          </p:cNvCxnSpPr>
          <p:nvPr/>
        </p:nvCxnSpPr>
        <p:spPr>
          <a:xfrm>
            <a:off x="7518707" y="569327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17" name="Straight Connector 716">
            <a:extLst>
              <a:ext uri="{FF2B5EF4-FFF2-40B4-BE49-F238E27FC236}">
                <a16:creationId xmlns:a16="http://schemas.microsoft.com/office/drawing/2014/main" id="{E5DEF5CC-2E59-0DFF-C0F5-0D8EC65768CB}"/>
              </a:ext>
            </a:extLst>
          </p:cNvPr>
          <p:cNvCxnSpPr/>
          <p:nvPr/>
        </p:nvCxnSpPr>
        <p:spPr>
          <a:xfrm>
            <a:off x="7168084" y="569327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18" name="Straight Connector 717">
            <a:extLst>
              <a:ext uri="{FF2B5EF4-FFF2-40B4-BE49-F238E27FC236}">
                <a16:creationId xmlns:a16="http://schemas.microsoft.com/office/drawing/2014/main" id="{76FA050B-576D-C318-0628-4AA314315EF6}"/>
              </a:ext>
            </a:extLst>
          </p:cNvPr>
          <p:cNvCxnSpPr/>
          <p:nvPr/>
        </p:nvCxnSpPr>
        <p:spPr>
          <a:xfrm>
            <a:off x="7518604" y="569327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19" name="Straight Connector 718">
            <a:extLst>
              <a:ext uri="{FF2B5EF4-FFF2-40B4-BE49-F238E27FC236}">
                <a16:creationId xmlns:a16="http://schemas.microsoft.com/office/drawing/2014/main" id="{DECCECD2-384F-BC71-0B9E-5CEDFCAD036C}"/>
              </a:ext>
            </a:extLst>
          </p:cNvPr>
          <p:cNvCxnSpPr/>
          <p:nvPr/>
        </p:nvCxnSpPr>
        <p:spPr>
          <a:xfrm>
            <a:off x="7518604" y="601525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20" name="Straight Connector 719">
            <a:extLst>
              <a:ext uri="{FF2B5EF4-FFF2-40B4-BE49-F238E27FC236}">
                <a16:creationId xmlns:a16="http://schemas.microsoft.com/office/drawing/2014/main" id="{D9E41C1B-C51D-6254-4BA8-D986CE34CB5A}"/>
              </a:ext>
            </a:extLst>
          </p:cNvPr>
          <p:cNvCxnSpPr>
            <a:cxnSpLocks/>
          </p:cNvCxnSpPr>
          <p:nvPr/>
        </p:nvCxnSpPr>
        <p:spPr>
          <a:xfrm>
            <a:off x="7869227" y="569327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21" name="Straight Connector 720">
            <a:extLst>
              <a:ext uri="{FF2B5EF4-FFF2-40B4-BE49-F238E27FC236}">
                <a16:creationId xmlns:a16="http://schemas.microsoft.com/office/drawing/2014/main" id="{6242E482-8E2F-0391-FF3F-AFB097F90C11}"/>
              </a:ext>
            </a:extLst>
          </p:cNvPr>
          <p:cNvCxnSpPr/>
          <p:nvPr/>
        </p:nvCxnSpPr>
        <p:spPr>
          <a:xfrm>
            <a:off x="7518604" y="569327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22" name="Straight Connector 721">
            <a:extLst>
              <a:ext uri="{FF2B5EF4-FFF2-40B4-BE49-F238E27FC236}">
                <a16:creationId xmlns:a16="http://schemas.microsoft.com/office/drawing/2014/main" id="{5D51949C-2184-F067-203A-03E80B422B10}"/>
              </a:ext>
            </a:extLst>
          </p:cNvPr>
          <p:cNvCxnSpPr/>
          <p:nvPr/>
        </p:nvCxnSpPr>
        <p:spPr>
          <a:xfrm>
            <a:off x="7869124" y="5693279"/>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23" name="Straight Connector 722">
            <a:extLst>
              <a:ext uri="{FF2B5EF4-FFF2-40B4-BE49-F238E27FC236}">
                <a16:creationId xmlns:a16="http://schemas.microsoft.com/office/drawing/2014/main" id="{35326448-FDB1-53E9-34A0-65046887B3F9}"/>
              </a:ext>
            </a:extLst>
          </p:cNvPr>
          <p:cNvCxnSpPr/>
          <p:nvPr/>
        </p:nvCxnSpPr>
        <p:spPr>
          <a:xfrm>
            <a:off x="7869124" y="6015252"/>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24" name="Straight Connector 723">
            <a:extLst>
              <a:ext uri="{FF2B5EF4-FFF2-40B4-BE49-F238E27FC236}">
                <a16:creationId xmlns:a16="http://schemas.microsoft.com/office/drawing/2014/main" id="{A3E8116C-3127-5729-3870-395BE4176642}"/>
              </a:ext>
            </a:extLst>
          </p:cNvPr>
          <p:cNvCxnSpPr>
            <a:cxnSpLocks/>
          </p:cNvCxnSpPr>
          <p:nvPr/>
        </p:nvCxnSpPr>
        <p:spPr>
          <a:xfrm>
            <a:off x="8219747" y="569327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25" name="Straight Connector 724">
            <a:extLst>
              <a:ext uri="{FF2B5EF4-FFF2-40B4-BE49-F238E27FC236}">
                <a16:creationId xmlns:a16="http://schemas.microsoft.com/office/drawing/2014/main" id="{6A2E2000-8073-38C9-F7DB-548AF7B6CCA5}"/>
              </a:ext>
            </a:extLst>
          </p:cNvPr>
          <p:cNvCxnSpPr/>
          <p:nvPr/>
        </p:nvCxnSpPr>
        <p:spPr>
          <a:xfrm>
            <a:off x="7869124" y="569327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26" name="Straight Connector 725">
            <a:extLst>
              <a:ext uri="{FF2B5EF4-FFF2-40B4-BE49-F238E27FC236}">
                <a16:creationId xmlns:a16="http://schemas.microsoft.com/office/drawing/2014/main" id="{7259CDCF-F8D3-1B3E-2262-D6B7BF3C78AA}"/>
              </a:ext>
            </a:extLst>
          </p:cNvPr>
          <p:cNvCxnSpPr/>
          <p:nvPr/>
        </p:nvCxnSpPr>
        <p:spPr>
          <a:xfrm>
            <a:off x="6467044" y="6013319"/>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27" name="Straight Connector 726">
            <a:extLst>
              <a:ext uri="{FF2B5EF4-FFF2-40B4-BE49-F238E27FC236}">
                <a16:creationId xmlns:a16="http://schemas.microsoft.com/office/drawing/2014/main" id="{414B29CF-246A-13B7-69AB-E54F378C3AFB}"/>
              </a:ext>
            </a:extLst>
          </p:cNvPr>
          <p:cNvCxnSpPr/>
          <p:nvPr/>
        </p:nvCxnSpPr>
        <p:spPr>
          <a:xfrm>
            <a:off x="6467044" y="6335292"/>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28" name="Straight Connector 727">
            <a:extLst>
              <a:ext uri="{FF2B5EF4-FFF2-40B4-BE49-F238E27FC236}">
                <a16:creationId xmlns:a16="http://schemas.microsoft.com/office/drawing/2014/main" id="{621CCA3C-02D3-D67C-0415-DCB204496041}"/>
              </a:ext>
            </a:extLst>
          </p:cNvPr>
          <p:cNvCxnSpPr>
            <a:cxnSpLocks/>
          </p:cNvCxnSpPr>
          <p:nvPr/>
        </p:nvCxnSpPr>
        <p:spPr>
          <a:xfrm>
            <a:off x="6817667" y="601331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29" name="Straight Connector 728">
            <a:extLst>
              <a:ext uri="{FF2B5EF4-FFF2-40B4-BE49-F238E27FC236}">
                <a16:creationId xmlns:a16="http://schemas.microsoft.com/office/drawing/2014/main" id="{E8FF2087-E8B8-63A8-8EFC-58B357E18EB1}"/>
              </a:ext>
            </a:extLst>
          </p:cNvPr>
          <p:cNvCxnSpPr/>
          <p:nvPr/>
        </p:nvCxnSpPr>
        <p:spPr>
          <a:xfrm>
            <a:off x="6467044" y="601331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30" name="TextBox 729">
            <a:extLst>
              <a:ext uri="{FF2B5EF4-FFF2-40B4-BE49-F238E27FC236}">
                <a16:creationId xmlns:a16="http://schemas.microsoft.com/office/drawing/2014/main" id="{15927F0E-02DF-82D4-E7B4-E84AB084EB33}"/>
              </a:ext>
            </a:extLst>
          </p:cNvPr>
          <p:cNvSpPr txBox="1"/>
          <p:nvPr/>
        </p:nvSpPr>
        <p:spPr>
          <a:xfrm>
            <a:off x="6571452" y="6035806"/>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731" name="Straight Connector 730">
            <a:extLst>
              <a:ext uri="{FF2B5EF4-FFF2-40B4-BE49-F238E27FC236}">
                <a16:creationId xmlns:a16="http://schemas.microsoft.com/office/drawing/2014/main" id="{E5307655-0A13-4035-D052-F1741EFA4C2C}"/>
              </a:ext>
            </a:extLst>
          </p:cNvPr>
          <p:cNvCxnSpPr/>
          <p:nvPr/>
        </p:nvCxnSpPr>
        <p:spPr>
          <a:xfrm>
            <a:off x="6817564" y="601331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32" name="Straight Connector 731">
            <a:extLst>
              <a:ext uri="{FF2B5EF4-FFF2-40B4-BE49-F238E27FC236}">
                <a16:creationId xmlns:a16="http://schemas.microsoft.com/office/drawing/2014/main" id="{7559D0FC-80CE-3572-82D1-5203B150FD50}"/>
              </a:ext>
            </a:extLst>
          </p:cNvPr>
          <p:cNvCxnSpPr/>
          <p:nvPr/>
        </p:nvCxnSpPr>
        <p:spPr>
          <a:xfrm>
            <a:off x="6817564" y="6335292"/>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33" name="Straight Connector 732">
            <a:extLst>
              <a:ext uri="{FF2B5EF4-FFF2-40B4-BE49-F238E27FC236}">
                <a16:creationId xmlns:a16="http://schemas.microsoft.com/office/drawing/2014/main" id="{2D0A1D81-5A01-2A5E-4F0C-B6F22F031721}"/>
              </a:ext>
            </a:extLst>
          </p:cNvPr>
          <p:cNvCxnSpPr>
            <a:cxnSpLocks/>
          </p:cNvCxnSpPr>
          <p:nvPr/>
        </p:nvCxnSpPr>
        <p:spPr>
          <a:xfrm>
            <a:off x="7168187" y="601331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34" name="Straight Connector 733">
            <a:extLst>
              <a:ext uri="{FF2B5EF4-FFF2-40B4-BE49-F238E27FC236}">
                <a16:creationId xmlns:a16="http://schemas.microsoft.com/office/drawing/2014/main" id="{45AC8AC8-5A5B-19C0-F435-087840B53444}"/>
              </a:ext>
            </a:extLst>
          </p:cNvPr>
          <p:cNvCxnSpPr/>
          <p:nvPr/>
        </p:nvCxnSpPr>
        <p:spPr>
          <a:xfrm>
            <a:off x="6817564" y="601331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35" name="TextBox 734">
            <a:extLst>
              <a:ext uri="{FF2B5EF4-FFF2-40B4-BE49-F238E27FC236}">
                <a16:creationId xmlns:a16="http://schemas.microsoft.com/office/drawing/2014/main" id="{07EAB9CD-3A6E-A105-C6C4-1BAFA8C3CB92}"/>
              </a:ext>
            </a:extLst>
          </p:cNvPr>
          <p:cNvSpPr txBox="1"/>
          <p:nvPr/>
        </p:nvSpPr>
        <p:spPr>
          <a:xfrm>
            <a:off x="6921972" y="6035806"/>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736" name="Straight Connector 735">
            <a:extLst>
              <a:ext uri="{FF2B5EF4-FFF2-40B4-BE49-F238E27FC236}">
                <a16:creationId xmlns:a16="http://schemas.microsoft.com/office/drawing/2014/main" id="{33AEEC62-BDD9-7577-6A78-22DFBA0CDB36}"/>
              </a:ext>
            </a:extLst>
          </p:cNvPr>
          <p:cNvCxnSpPr/>
          <p:nvPr/>
        </p:nvCxnSpPr>
        <p:spPr>
          <a:xfrm>
            <a:off x="7168084" y="6013319"/>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37" name="Straight Connector 736">
            <a:extLst>
              <a:ext uri="{FF2B5EF4-FFF2-40B4-BE49-F238E27FC236}">
                <a16:creationId xmlns:a16="http://schemas.microsoft.com/office/drawing/2014/main" id="{5B31250A-BA72-BD0C-2D76-CE5130D9CF16}"/>
              </a:ext>
            </a:extLst>
          </p:cNvPr>
          <p:cNvCxnSpPr/>
          <p:nvPr/>
        </p:nvCxnSpPr>
        <p:spPr>
          <a:xfrm>
            <a:off x="7168084" y="6335292"/>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38" name="Straight Connector 737">
            <a:extLst>
              <a:ext uri="{FF2B5EF4-FFF2-40B4-BE49-F238E27FC236}">
                <a16:creationId xmlns:a16="http://schemas.microsoft.com/office/drawing/2014/main" id="{BBA81F9E-27CC-3DC8-9791-68D6C8A64C85}"/>
              </a:ext>
            </a:extLst>
          </p:cNvPr>
          <p:cNvCxnSpPr>
            <a:cxnSpLocks/>
          </p:cNvCxnSpPr>
          <p:nvPr/>
        </p:nvCxnSpPr>
        <p:spPr>
          <a:xfrm>
            <a:off x="7518707" y="601331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39" name="Straight Connector 738">
            <a:extLst>
              <a:ext uri="{FF2B5EF4-FFF2-40B4-BE49-F238E27FC236}">
                <a16:creationId xmlns:a16="http://schemas.microsoft.com/office/drawing/2014/main" id="{A112AE5E-10BE-8B9F-92D9-3ED35C968339}"/>
              </a:ext>
            </a:extLst>
          </p:cNvPr>
          <p:cNvCxnSpPr/>
          <p:nvPr/>
        </p:nvCxnSpPr>
        <p:spPr>
          <a:xfrm>
            <a:off x="7168084" y="601331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40" name="TextBox 739">
            <a:extLst>
              <a:ext uri="{FF2B5EF4-FFF2-40B4-BE49-F238E27FC236}">
                <a16:creationId xmlns:a16="http://schemas.microsoft.com/office/drawing/2014/main" id="{2C02A088-F916-BFFD-0BE8-3E07D0CC8ADB}"/>
              </a:ext>
            </a:extLst>
          </p:cNvPr>
          <p:cNvSpPr txBox="1"/>
          <p:nvPr/>
        </p:nvSpPr>
        <p:spPr>
          <a:xfrm>
            <a:off x="7272492" y="6035806"/>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741" name="Straight Connector 740">
            <a:extLst>
              <a:ext uri="{FF2B5EF4-FFF2-40B4-BE49-F238E27FC236}">
                <a16:creationId xmlns:a16="http://schemas.microsoft.com/office/drawing/2014/main" id="{C4EB95AB-3415-F29D-9794-AC8F855AFE4A}"/>
              </a:ext>
            </a:extLst>
          </p:cNvPr>
          <p:cNvCxnSpPr/>
          <p:nvPr/>
        </p:nvCxnSpPr>
        <p:spPr>
          <a:xfrm>
            <a:off x="7518604" y="6013319"/>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42" name="Straight Connector 741">
            <a:extLst>
              <a:ext uri="{FF2B5EF4-FFF2-40B4-BE49-F238E27FC236}">
                <a16:creationId xmlns:a16="http://schemas.microsoft.com/office/drawing/2014/main" id="{96F34D5C-2AF8-53CD-36DE-EA898067516E}"/>
              </a:ext>
            </a:extLst>
          </p:cNvPr>
          <p:cNvCxnSpPr/>
          <p:nvPr/>
        </p:nvCxnSpPr>
        <p:spPr>
          <a:xfrm>
            <a:off x="7518604" y="6335292"/>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43" name="Straight Connector 742">
            <a:extLst>
              <a:ext uri="{FF2B5EF4-FFF2-40B4-BE49-F238E27FC236}">
                <a16:creationId xmlns:a16="http://schemas.microsoft.com/office/drawing/2014/main" id="{11EA597A-1E2D-FA33-B457-1AECEA95D5B1}"/>
              </a:ext>
            </a:extLst>
          </p:cNvPr>
          <p:cNvCxnSpPr>
            <a:cxnSpLocks/>
          </p:cNvCxnSpPr>
          <p:nvPr/>
        </p:nvCxnSpPr>
        <p:spPr>
          <a:xfrm>
            <a:off x="7869227" y="601331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44" name="Straight Connector 743">
            <a:extLst>
              <a:ext uri="{FF2B5EF4-FFF2-40B4-BE49-F238E27FC236}">
                <a16:creationId xmlns:a16="http://schemas.microsoft.com/office/drawing/2014/main" id="{5DC4CBDE-EC33-DDC1-5492-BA36B5623CEA}"/>
              </a:ext>
            </a:extLst>
          </p:cNvPr>
          <p:cNvCxnSpPr/>
          <p:nvPr/>
        </p:nvCxnSpPr>
        <p:spPr>
          <a:xfrm>
            <a:off x="7518604" y="601331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45" name="TextBox 744">
            <a:extLst>
              <a:ext uri="{FF2B5EF4-FFF2-40B4-BE49-F238E27FC236}">
                <a16:creationId xmlns:a16="http://schemas.microsoft.com/office/drawing/2014/main" id="{66C071E3-862C-FEEE-BE19-60BBFD4480FA}"/>
              </a:ext>
            </a:extLst>
          </p:cNvPr>
          <p:cNvSpPr txBox="1"/>
          <p:nvPr/>
        </p:nvSpPr>
        <p:spPr>
          <a:xfrm>
            <a:off x="7623012" y="6035806"/>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cxnSp>
        <p:nvCxnSpPr>
          <p:cNvPr id="746" name="Straight Connector 745">
            <a:extLst>
              <a:ext uri="{FF2B5EF4-FFF2-40B4-BE49-F238E27FC236}">
                <a16:creationId xmlns:a16="http://schemas.microsoft.com/office/drawing/2014/main" id="{7A11DF05-B2DA-7E3C-08EB-21CE889C11A7}"/>
              </a:ext>
            </a:extLst>
          </p:cNvPr>
          <p:cNvCxnSpPr/>
          <p:nvPr/>
        </p:nvCxnSpPr>
        <p:spPr>
          <a:xfrm>
            <a:off x="7869124" y="6013319"/>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47" name="Straight Connector 746">
            <a:extLst>
              <a:ext uri="{FF2B5EF4-FFF2-40B4-BE49-F238E27FC236}">
                <a16:creationId xmlns:a16="http://schemas.microsoft.com/office/drawing/2014/main" id="{75C83EF1-9E20-EC06-7D12-E632FAB6829B}"/>
              </a:ext>
            </a:extLst>
          </p:cNvPr>
          <p:cNvCxnSpPr/>
          <p:nvPr/>
        </p:nvCxnSpPr>
        <p:spPr>
          <a:xfrm>
            <a:off x="7869124" y="6335292"/>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48" name="Straight Connector 747">
            <a:extLst>
              <a:ext uri="{FF2B5EF4-FFF2-40B4-BE49-F238E27FC236}">
                <a16:creationId xmlns:a16="http://schemas.microsoft.com/office/drawing/2014/main" id="{4472B6EE-8DEF-BB78-0050-DED836F9C39A}"/>
              </a:ext>
            </a:extLst>
          </p:cNvPr>
          <p:cNvCxnSpPr>
            <a:cxnSpLocks/>
          </p:cNvCxnSpPr>
          <p:nvPr/>
        </p:nvCxnSpPr>
        <p:spPr>
          <a:xfrm>
            <a:off x="8219747" y="6013319"/>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49" name="Straight Connector 748">
            <a:extLst>
              <a:ext uri="{FF2B5EF4-FFF2-40B4-BE49-F238E27FC236}">
                <a16:creationId xmlns:a16="http://schemas.microsoft.com/office/drawing/2014/main" id="{6C5A2F74-71D6-C2E3-21CD-C1632D5A33AF}"/>
              </a:ext>
            </a:extLst>
          </p:cNvPr>
          <p:cNvCxnSpPr/>
          <p:nvPr/>
        </p:nvCxnSpPr>
        <p:spPr>
          <a:xfrm>
            <a:off x="7869124" y="6013319"/>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50" name="TextBox 749">
            <a:extLst>
              <a:ext uri="{FF2B5EF4-FFF2-40B4-BE49-F238E27FC236}">
                <a16:creationId xmlns:a16="http://schemas.microsoft.com/office/drawing/2014/main" id="{4088C1FF-9C0E-7789-B889-931881F4F5C9}"/>
              </a:ext>
            </a:extLst>
          </p:cNvPr>
          <p:cNvSpPr txBox="1"/>
          <p:nvPr/>
        </p:nvSpPr>
        <p:spPr>
          <a:xfrm>
            <a:off x="7973532" y="6035806"/>
            <a:ext cx="141807" cy="276999"/>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Gill Sans"/>
            </a:endParaRPr>
          </a:p>
        </p:txBody>
      </p:sp>
      <p:sp>
        <p:nvSpPr>
          <p:cNvPr id="751" name="TextBox 750">
            <a:extLst>
              <a:ext uri="{FF2B5EF4-FFF2-40B4-BE49-F238E27FC236}">
                <a16:creationId xmlns:a16="http://schemas.microsoft.com/office/drawing/2014/main" id="{7DCEAA8A-32FC-C8DA-DE40-37F7F7367C3F}"/>
              </a:ext>
            </a:extLst>
          </p:cNvPr>
          <p:cNvSpPr txBox="1"/>
          <p:nvPr/>
        </p:nvSpPr>
        <p:spPr>
          <a:xfrm>
            <a:off x="7569568" y="5404238"/>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-6</a:t>
            </a:r>
          </a:p>
        </p:txBody>
      </p:sp>
      <p:sp>
        <p:nvSpPr>
          <p:cNvPr id="752" name="TextBox 751">
            <a:extLst>
              <a:ext uri="{FF2B5EF4-FFF2-40B4-BE49-F238E27FC236}">
                <a16:creationId xmlns:a16="http://schemas.microsoft.com/office/drawing/2014/main" id="{FBFCDB59-E225-4691-B972-6567298F473F}"/>
              </a:ext>
            </a:extLst>
          </p:cNvPr>
          <p:cNvSpPr txBox="1"/>
          <p:nvPr/>
        </p:nvSpPr>
        <p:spPr>
          <a:xfrm>
            <a:off x="7927500" y="5397659"/>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-7</a:t>
            </a:r>
          </a:p>
        </p:txBody>
      </p:sp>
      <p:sp>
        <p:nvSpPr>
          <p:cNvPr id="753" name="TextBox 752">
            <a:extLst>
              <a:ext uri="{FF2B5EF4-FFF2-40B4-BE49-F238E27FC236}">
                <a16:creationId xmlns:a16="http://schemas.microsoft.com/office/drawing/2014/main" id="{4D57A658-E840-031E-C0C1-115B5C4AE53E}"/>
              </a:ext>
            </a:extLst>
          </p:cNvPr>
          <p:cNvSpPr txBox="1"/>
          <p:nvPr/>
        </p:nvSpPr>
        <p:spPr>
          <a:xfrm>
            <a:off x="6885845" y="5726075"/>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-5</a:t>
            </a:r>
          </a:p>
        </p:txBody>
      </p:sp>
      <p:sp>
        <p:nvSpPr>
          <p:cNvPr id="754" name="TextBox 753">
            <a:extLst>
              <a:ext uri="{FF2B5EF4-FFF2-40B4-BE49-F238E27FC236}">
                <a16:creationId xmlns:a16="http://schemas.microsoft.com/office/drawing/2014/main" id="{7E9B946B-E11A-537F-C88A-2F10A7FB54D2}"/>
              </a:ext>
            </a:extLst>
          </p:cNvPr>
          <p:cNvSpPr txBox="1"/>
          <p:nvPr/>
        </p:nvSpPr>
        <p:spPr>
          <a:xfrm>
            <a:off x="7227478" y="5726074"/>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-4</a:t>
            </a:r>
          </a:p>
        </p:txBody>
      </p:sp>
      <p:sp>
        <p:nvSpPr>
          <p:cNvPr id="755" name="TextBox 754">
            <a:extLst>
              <a:ext uri="{FF2B5EF4-FFF2-40B4-BE49-F238E27FC236}">
                <a16:creationId xmlns:a16="http://schemas.microsoft.com/office/drawing/2014/main" id="{4D2A1751-65D2-8FA2-ACAB-FD5E88F5DCD3}"/>
              </a:ext>
            </a:extLst>
          </p:cNvPr>
          <p:cNvSpPr txBox="1"/>
          <p:nvPr/>
        </p:nvSpPr>
        <p:spPr>
          <a:xfrm>
            <a:off x="7577894" y="5724277"/>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-5</a:t>
            </a:r>
          </a:p>
        </p:txBody>
      </p:sp>
      <p:sp>
        <p:nvSpPr>
          <p:cNvPr id="756" name="TextBox 755">
            <a:extLst>
              <a:ext uri="{FF2B5EF4-FFF2-40B4-BE49-F238E27FC236}">
                <a16:creationId xmlns:a16="http://schemas.microsoft.com/office/drawing/2014/main" id="{BBB0F7E7-F06A-1E8E-A317-3A7052E2A73F}"/>
              </a:ext>
            </a:extLst>
          </p:cNvPr>
          <p:cNvSpPr txBox="1"/>
          <p:nvPr/>
        </p:nvSpPr>
        <p:spPr>
          <a:xfrm>
            <a:off x="7935826" y="5717698"/>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-6</a:t>
            </a:r>
          </a:p>
        </p:txBody>
      </p:sp>
      <p:sp>
        <p:nvSpPr>
          <p:cNvPr id="757" name="TextBox 756">
            <a:extLst>
              <a:ext uri="{FF2B5EF4-FFF2-40B4-BE49-F238E27FC236}">
                <a16:creationId xmlns:a16="http://schemas.microsoft.com/office/drawing/2014/main" id="{7A62F550-EA81-D480-B07D-0E183613C558}"/>
              </a:ext>
            </a:extLst>
          </p:cNvPr>
          <p:cNvSpPr txBox="1"/>
          <p:nvPr/>
        </p:nvSpPr>
        <p:spPr>
          <a:xfrm>
            <a:off x="6884247" y="6067695"/>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-2</a:t>
            </a:r>
          </a:p>
        </p:txBody>
      </p:sp>
      <p:sp>
        <p:nvSpPr>
          <p:cNvPr id="758" name="TextBox 757">
            <a:extLst>
              <a:ext uri="{FF2B5EF4-FFF2-40B4-BE49-F238E27FC236}">
                <a16:creationId xmlns:a16="http://schemas.microsoft.com/office/drawing/2014/main" id="{B501B436-C20B-F0A3-E623-9FF603446E78}"/>
              </a:ext>
            </a:extLst>
          </p:cNvPr>
          <p:cNvSpPr txBox="1"/>
          <p:nvPr/>
        </p:nvSpPr>
        <p:spPr>
          <a:xfrm>
            <a:off x="7225880" y="6067694"/>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-3</a:t>
            </a:r>
          </a:p>
        </p:txBody>
      </p:sp>
      <p:sp>
        <p:nvSpPr>
          <p:cNvPr id="759" name="TextBox 758">
            <a:extLst>
              <a:ext uri="{FF2B5EF4-FFF2-40B4-BE49-F238E27FC236}">
                <a16:creationId xmlns:a16="http://schemas.microsoft.com/office/drawing/2014/main" id="{D1F4AEAD-AE5B-A0A8-36ED-3BE83FE62657}"/>
              </a:ext>
            </a:extLst>
          </p:cNvPr>
          <p:cNvSpPr txBox="1"/>
          <p:nvPr/>
        </p:nvSpPr>
        <p:spPr>
          <a:xfrm>
            <a:off x="7576296" y="6065897"/>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-8</a:t>
            </a:r>
          </a:p>
        </p:txBody>
      </p:sp>
      <p:sp>
        <p:nvSpPr>
          <p:cNvPr id="760" name="TextBox 759">
            <a:extLst>
              <a:ext uri="{FF2B5EF4-FFF2-40B4-BE49-F238E27FC236}">
                <a16:creationId xmlns:a16="http://schemas.microsoft.com/office/drawing/2014/main" id="{D4DEF61F-B011-64BD-E7FF-1EDAABBC9545}"/>
              </a:ext>
            </a:extLst>
          </p:cNvPr>
          <p:cNvSpPr txBox="1"/>
          <p:nvPr/>
        </p:nvSpPr>
        <p:spPr>
          <a:xfrm>
            <a:off x="7934228" y="6059318"/>
            <a:ext cx="245490"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-7</a:t>
            </a:r>
          </a:p>
        </p:txBody>
      </p:sp>
      <p:sp>
        <p:nvSpPr>
          <p:cNvPr id="761" name="TextBox 760">
            <a:extLst>
              <a:ext uri="{FF2B5EF4-FFF2-40B4-BE49-F238E27FC236}">
                <a16:creationId xmlns:a16="http://schemas.microsoft.com/office/drawing/2014/main" id="{2DB87393-853B-0929-503E-A2A8409F45A6}"/>
              </a:ext>
            </a:extLst>
          </p:cNvPr>
          <p:cNvSpPr txBox="1"/>
          <p:nvPr/>
        </p:nvSpPr>
        <p:spPr>
          <a:xfrm>
            <a:off x="6518443" y="6075643"/>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-1</a:t>
            </a:r>
          </a:p>
        </p:txBody>
      </p:sp>
      <p:sp>
        <p:nvSpPr>
          <p:cNvPr id="762" name="Rectangle 761">
            <a:extLst>
              <a:ext uri="{FF2B5EF4-FFF2-40B4-BE49-F238E27FC236}">
                <a16:creationId xmlns:a16="http://schemas.microsoft.com/office/drawing/2014/main" id="{0DA21220-6CC2-6E2E-E937-74F80BB8F121}"/>
              </a:ext>
            </a:extLst>
          </p:cNvPr>
          <p:cNvSpPr/>
          <p:nvPr/>
        </p:nvSpPr>
        <p:spPr>
          <a:xfrm>
            <a:off x="4620509" y="4489602"/>
            <a:ext cx="350516" cy="316061"/>
          </a:xfrm>
          <a:prstGeom prst="rect">
            <a:avLst/>
          </a:prstGeom>
          <a:solidFill>
            <a:schemeClr val="bg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mc:AlternateContent xmlns:mc="http://schemas.openxmlformats.org/markup-compatibility/2006" xmlns:a14="http://schemas.microsoft.com/office/drawing/2010/main">
        <mc:Choice Requires="a14">
          <p:sp>
            <p:nvSpPr>
              <p:cNvPr id="763" name="TextBox 762">
                <a:extLst>
                  <a:ext uri="{FF2B5EF4-FFF2-40B4-BE49-F238E27FC236}">
                    <a16:creationId xmlns:a16="http://schemas.microsoft.com/office/drawing/2014/main" id="{B8B3CA45-C31C-DA88-F527-5CD107AEFFB4}"/>
                  </a:ext>
                </a:extLst>
              </p:cNvPr>
              <p:cNvSpPr txBox="1"/>
              <p:nvPr/>
            </p:nvSpPr>
            <p:spPr>
              <a:xfrm>
                <a:off x="3577202" y="1597842"/>
                <a:ext cx="400238"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ctrlPr>
                        </m:sSubPr>
                        <m:e>
                          <m: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𝑉</m:t>
                          </m:r>
                        </m:e>
                        <m:sub>
                          <m: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1</m:t>
                          </m:r>
                        </m:sub>
                      </m:sSub>
                    </m:oMath>
                  </m:oMathPara>
                </a14:m>
                <a:endParaRPr kumimoji="0" lang="en-US" sz="2000" b="0" i="0" u="none" strike="noStrike" cap="none" spc="0" normalizeH="0" baseline="0" dirty="0">
                  <a:ln>
                    <a:noFill/>
                  </a:ln>
                  <a:solidFill>
                    <a:srgbClr val="000000"/>
                  </a:solidFill>
                  <a:effectLst/>
                  <a:uFillTx/>
                  <a:ea typeface="+mj-ea"/>
                  <a:cs typeface="+mj-cs"/>
                  <a:sym typeface="Gill Sans"/>
                </a:endParaRPr>
              </a:p>
            </p:txBody>
          </p:sp>
        </mc:Choice>
        <mc:Fallback xmlns="">
          <p:sp>
            <p:nvSpPr>
              <p:cNvPr id="763" name="TextBox 762">
                <a:extLst>
                  <a:ext uri="{FF2B5EF4-FFF2-40B4-BE49-F238E27FC236}">
                    <a16:creationId xmlns:a16="http://schemas.microsoft.com/office/drawing/2014/main" id="{B8B3CA45-C31C-DA88-F527-5CD107AEFFB4}"/>
                  </a:ext>
                </a:extLst>
              </p:cNvPr>
              <p:cNvSpPr txBox="1">
                <a:spLocks noRot="1" noChangeAspect="1" noMove="1" noResize="1" noEditPoints="1" noAdjustHandles="1" noChangeArrowheads="1" noChangeShapeType="1" noTextEdit="1"/>
              </p:cNvSpPr>
              <p:nvPr/>
            </p:nvSpPr>
            <p:spPr>
              <a:xfrm>
                <a:off x="3577202" y="1597842"/>
                <a:ext cx="400238" cy="410369"/>
              </a:xfrm>
              <a:prstGeom prst="rect">
                <a:avLst/>
              </a:prstGeom>
              <a:blipFill>
                <a:blip r:embed="rId3"/>
                <a:stretch>
                  <a:fillRect l="-9231"/>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4" name="TextBox 763">
                <a:extLst>
                  <a:ext uri="{FF2B5EF4-FFF2-40B4-BE49-F238E27FC236}">
                    <a16:creationId xmlns:a16="http://schemas.microsoft.com/office/drawing/2014/main" id="{EE9DBA96-143A-5D95-E813-DCC0049DE43A}"/>
                  </a:ext>
                </a:extLst>
              </p:cNvPr>
              <p:cNvSpPr txBox="1"/>
              <p:nvPr/>
            </p:nvSpPr>
            <p:spPr>
              <a:xfrm>
                <a:off x="3597005" y="2845790"/>
                <a:ext cx="406201"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ctrlPr>
                        </m:sSubPr>
                        <m:e>
                          <m: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𝑉</m:t>
                          </m:r>
                        </m:e>
                        <m:sub>
                          <m: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3</m:t>
                          </m:r>
                        </m:sub>
                      </m:sSub>
                    </m:oMath>
                  </m:oMathPara>
                </a14:m>
                <a:endParaRPr kumimoji="0" lang="en-US" sz="2000" b="0" i="0" u="none" strike="noStrike" cap="none" spc="0" normalizeH="0" baseline="0" dirty="0">
                  <a:ln>
                    <a:noFill/>
                  </a:ln>
                  <a:solidFill>
                    <a:srgbClr val="000000"/>
                  </a:solidFill>
                  <a:effectLst/>
                  <a:uFillTx/>
                  <a:ea typeface="+mj-ea"/>
                  <a:cs typeface="+mj-cs"/>
                  <a:sym typeface="Gill Sans"/>
                </a:endParaRPr>
              </a:p>
            </p:txBody>
          </p:sp>
        </mc:Choice>
        <mc:Fallback xmlns="">
          <p:sp>
            <p:nvSpPr>
              <p:cNvPr id="764" name="TextBox 763">
                <a:extLst>
                  <a:ext uri="{FF2B5EF4-FFF2-40B4-BE49-F238E27FC236}">
                    <a16:creationId xmlns:a16="http://schemas.microsoft.com/office/drawing/2014/main" id="{EE9DBA96-143A-5D95-E813-DCC0049DE43A}"/>
                  </a:ext>
                </a:extLst>
              </p:cNvPr>
              <p:cNvSpPr txBox="1">
                <a:spLocks noRot="1" noChangeAspect="1" noMove="1" noResize="1" noEditPoints="1" noAdjustHandles="1" noChangeArrowheads="1" noChangeShapeType="1" noTextEdit="1"/>
              </p:cNvSpPr>
              <p:nvPr/>
            </p:nvSpPr>
            <p:spPr>
              <a:xfrm>
                <a:off x="3597005" y="2845790"/>
                <a:ext cx="406201" cy="410369"/>
              </a:xfrm>
              <a:prstGeom prst="rect">
                <a:avLst/>
              </a:prstGeom>
              <a:blipFill>
                <a:blip r:embed="rId4"/>
                <a:stretch>
                  <a:fillRect l="-8955"/>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5" name="TextBox 764">
                <a:extLst>
                  <a:ext uri="{FF2B5EF4-FFF2-40B4-BE49-F238E27FC236}">
                    <a16:creationId xmlns:a16="http://schemas.microsoft.com/office/drawing/2014/main" id="{69225D29-264C-D1AB-F06F-A8B90F7FFF79}"/>
                  </a:ext>
                </a:extLst>
              </p:cNvPr>
              <p:cNvSpPr txBox="1"/>
              <p:nvPr/>
            </p:nvSpPr>
            <p:spPr>
              <a:xfrm>
                <a:off x="3564716" y="4041284"/>
                <a:ext cx="406201"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ctrlPr>
                        </m:sSubPr>
                        <m:e>
                          <m: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𝑉</m:t>
                          </m:r>
                        </m:e>
                        <m:sub>
                          <m: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5</m:t>
                          </m:r>
                        </m:sub>
                      </m:sSub>
                    </m:oMath>
                  </m:oMathPara>
                </a14:m>
                <a:endParaRPr kumimoji="0" lang="en-US" sz="2000" b="0" i="0" u="none" strike="noStrike" cap="none" spc="0" normalizeH="0" baseline="0" dirty="0">
                  <a:ln>
                    <a:noFill/>
                  </a:ln>
                  <a:solidFill>
                    <a:srgbClr val="000000"/>
                  </a:solidFill>
                  <a:effectLst/>
                  <a:uFillTx/>
                  <a:ea typeface="+mj-ea"/>
                  <a:cs typeface="+mj-cs"/>
                  <a:sym typeface="Gill Sans"/>
                </a:endParaRPr>
              </a:p>
            </p:txBody>
          </p:sp>
        </mc:Choice>
        <mc:Fallback xmlns="">
          <p:sp>
            <p:nvSpPr>
              <p:cNvPr id="765" name="TextBox 764">
                <a:extLst>
                  <a:ext uri="{FF2B5EF4-FFF2-40B4-BE49-F238E27FC236}">
                    <a16:creationId xmlns:a16="http://schemas.microsoft.com/office/drawing/2014/main" id="{69225D29-264C-D1AB-F06F-A8B90F7FFF79}"/>
                  </a:ext>
                </a:extLst>
              </p:cNvPr>
              <p:cNvSpPr txBox="1">
                <a:spLocks noRot="1" noChangeAspect="1" noMove="1" noResize="1" noEditPoints="1" noAdjustHandles="1" noChangeArrowheads="1" noChangeShapeType="1" noTextEdit="1"/>
              </p:cNvSpPr>
              <p:nvPr/>
            </p:nvSpPr>
            <p:spPr>
              <a:xfrm>
                <a:off x="3564716" y="4041284"/>
                <a:ext cx="406201" cy="410369"/>
              </a:xfrm>
              <a:prstGeom prst="rect">
                <a:avLst/>
              </a:prstGeom>
              <a:blipFill>
                <a:blip r:embed="rId5"/>
                <a:stretch>
                  <a:fillRect l="-9091"/>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6" name="TextBox 765">
                <a:extLst>
                  <a:ext uri="{FF2B5EF4-FFF2-40B4-BE49-F238E27FC236}">
                    <a16:creationId xmlns:a16="http://schemas.microsoft.com/office/drawing/2014/main" id="{A9BAA4FD-7824-0F5D-6328-C3A416C45BA4}"/>
                  </a:ext>
                </a:extLst>
              </p:cNvPr>
              <p:cNvSpPr txBox="1"/>
              <p:nvPr/>
            </p:nvSpPr>
            <p:spPr>
              <a:xfrm>
                <a:off x="3587501" y="5289232"/>
                <a:ext cx="406201"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ctrlPr>
                        </m:sSubPr>
                        <m:e>
                          <m: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𝑉</m:t>
                          </m:r>
                        </m:e>
                        <m:sub>
                          <m: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7</m:t>
                          </m:r>
                        </m:sub>
                      </m:sSub>
                    </m:oMath>
                  </m:oMathPara>
                </a14:m>
                <a:endParaRPr kumimoji="0" lang="en-US" sz="2000" b="0" i="0" u="none" strike="noStrike" cap="none" spc="0" normalizeH="0" baseline="0" dirty="0">
                  <a:ln>
                    <a:noFill/>
                  </a:ln>
                  <a:solidFill>
                    <a:srgbClr val="000000"/>
                  </a:solidFill>
                  <a:effectLst/>
                  <a:uFillTx/>
                  <a:ea typeface="+mj-ea"/>
                  <a:cs typeface="+mj-cs"/>
                  <a:sym typeface="Gill Sans"/>
                </a:endParaRPr>
              </a:p>
            </p:txBody>
          </p:sp>
        </mc:Choice>
        <mc:Fallback xmlns="">
          <p:sp>
            <p:nvSpPr>
              <p:cNvPr id="766" name="TextBox 765">
                <a:extLst>
                  <a:ext uri="{FF2B5EF4-FFF2-40B4-BE49-F238E27FC236}">
                    <a16:creationId xmlns:a16="http://schemas.microsoft.com/office/drawing/2014/main" id="{A9BAA4FD-7824-0F5D-6328-C3A416C45BA4}"/>
                  </a:ext>
                </a:extLst>
              </p:cNvPr>
              <p:cNvSpPr txBox="1">
                <a:spLocks noRot="1" noChangeAspect="1" noMove="1" noResize="1" noEditPoints="1" noAdjustHandles="1" noChangeArrowheads="1" noChangeShapeType="1" noTextEdit="1"/>
              </p:cNvSpPr>
              <p:nvPr/>
            </p:nvSpPr>
            <p:spPr>
              <a:xfrm>
                <a:off x="3587501" y="5289232"/>
                <a:ext cx="406201" cy="410369"/>
              </a:xfrm>
              <a:prstGeom prst="rect">
                <a:avLst/>
              </a:prstGeom>
              <a:blipFill>
                <a:blip r:embed="rId6"/>
                <a:stretch>
                  <a:fillRect l="-9091"/>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7" name="TextBox 766">
                <a:extLst>
                  <a:ext uri="{FF2B5EF4-FFF2-40B4-BE49-F238E27FC236}">
                    <a16:creationId xmlns:a16="http://schemas.microsoft.com/office/drawing/2014/main" id="{5041ED1D-5151-2010-EBC3-124FD23E04B6}"/>
                  </a:ext>
                </a:extLst>
              </p:cNvPr>
              <p:cNvSpPr txBox="1"/>
              <p:nvPr/>
            </p:nvSpPr>
            <p:spPr>
              <a:xfrm>
                <a:off x="6121581" y="1594699"/>
                <a:ext cx="406201"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ctrlPr>
                        </m:sSubPr>
                        <m:e>
                          <m: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𝑉</m:t>
                          </m:r>
                        </m:e>
                        <m:sub>
                          <m: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2</m:t>
                          </m:r>
                        </m:sub>
                      </m:sSub>
                    </m:oMath>
                  </m:oMathPara>
                </a14:m>
                <a:endParaRPr kumimoji="0" lang="en-US" sz="2000" b="0" i="0" u="none" strike="noStrike" cap="none" spc="0" normalizeH="0" baseline="0" dirty="0">
                  <a:ln>
                    <a:noFill/>
                  </a:ln>
                  <a:solidFill>
                    <a:srgbClr val="000000"/>
                  </a:solidFill>
                  <a:effectLst/>
                  <a:uFillTx/>
                  <a:ea typeface="+mj-ea"/>
                  <a:cs typeface="+mj-cs"/>
                  <a:sym typeface="Gill Sans"/>
                </a:endParaRPr>
              </a:p>
            </p:txBody>
          </p:sp>
        </mc:Choice>
        <mc:Fallback xmlns="">
          <p:sp>
            <p:nvSpPr>
              <p:cNvPr id="767" name="TextBox 766">
                <a:extLst>
                  <a:ext uri="{FF2B5EF4-FFF2-40B4-BE49-F238E27FC236}">
                    <a16:creationId xmlns:a16="http://schemas.microsoft.com/office/drawing/2014/main" id="{5041ED1D-5151-2010-EBC3-124FD23E04B6}"/>
                  </a:ext>
                </a:extLst>
              </p:cNvPr>
              <p:cNvSpPr txBox="1">
                <a:spLocks noRot="1" noChangeAspect="1" noMove="1" noResize="1" noEditPoints="1" noAdjustHandles="1" noChangeArrowheads="1" noChangeShapeType="1" noTextEdit="1"/>
              </p:cNvSpPr>
              <p:nvPr/>
            </p:nvSpPr>
            <p:spPr>
              <a:xfrm>
                <a:off x="6121581" y="1594699"/>
                <a:ext cx="406201" cy="410369"/>
              </a:xfrm>
              <a:prstGeom prst="rect">
                <a:avLst/>
              </a:prstGeom>
              <a:blipFill>
                <a:blip r:embed="rId7"/>
                <a:stretch>
                  <a:fillRect l="-8955"/>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8" name="TextBox 767">
                <a:extLst>
                  <a:ext uri="{FF2B5EF4-FFF2-40B4-BE49-F238E27FC236}">
                    <a16:creationId xmlns:a16="http://schemas.microsoft.com/office/drawing/2014/main" id="{98DBEFDF-917F-E18D-C940-A6EF9F11FCAA}"/>
                  </a:ext>
                </a:extLst>
              </p:cNvPr>
              <p:cNvSpPr txBox="1"/>
              <p:nvPr/>
            </p:nvSpPr>
            <p:spPr>
              <a:xfrm>
                <a:off x="6149849" y="2842647"/>
                <a:ext cx="395236"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ctrlPr>
                        </m:sSubPr>
                        <m:e>
                          <m: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𝑉</m:t>
                          </m:r>
                        </m:e>
                        <m:sub>
                          <m: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4</m:t>
                          </m:r>
                        </m:sub>
                      </m:sSub>
                    </m:oMath>
                  </m:oMathPara>
                </a14:m>
                <a:endParaRPr kumimoji="0" lang="en-US" sz="2000" b="0" i="0" u="none" strike="noStrike" cap="none" spc="0" normalizeH="0" baseline="0" dirty="0">
                  <a:ln>
                    <a:noFill/>
                  </a:ln>
                  <a:solidFill>
                    <a:srgbClr val="000000"/>
                  </a:solidFill>
                  <a:effectLst/>
                  <a:uFillTx/>
                  <a:ea typeface="+mj-ea"/>
                  <a:cs typeface="+mj-cs"/>
                  <a:sym typeface="Gill Sans"/>
                </a:endParaRPr>
              </a:p>
            </p:txBody>
          </p:sp>
        </mc:Choice>
        <mc:Fallback xmlns="">
          <p:sp>
            <p:nvSpPr>
              <p:cNvPr id="768" name="TextBox 767">
                <a:extLst>
                  <a:ext uri="{FF2B5EF4-FFF2-40B4-BE49-F238E27FC236}">
                    <a16:creationId xmlns:a16="http://schemas.microsoft.com/office/drawing/2014/main" id="{98DBEFDF-917F-E18D-C940-A6EF9F11FCAA}"/>
                  </a:ext>
                </a:extLst>
              </p:cNvPr>
              <p:cNvSpPr txBox="1">
                <a:spLocks noRot="1" noChangeAspect="1" noMove="1" noResize="1" noEditPoints="1" noAdjustHandles="1" noChangeArrowheads="1" noChangeShapeType="1" noTextEdit="1"/>
              </p:cNvSpPr>
              <p:nvPr/>
            </p:nvSpPr>
            <p:spPr>
              <a:xfrm>
                <a:off x="6149849" y="2842647"/>
                <a:ext cx="395236" cy="410369"/>
              </a:xfrm>
              <a:prstGeom prst="rect">
                <a:avLst/>
              </a:prstGeom>
              <a:blipFill>
                <a:blip r:embed="rId8"/>
                <a:stretch>
                  <a:fillRect l="-9231"/>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9" name="TextBox 768">
                <a:extLst>
                  <a:ext uri="{FF2B5EF4-FFF2-40B4-BE49-F238E27FC236}">
                    <a16:creationId xmlns:a16="http://schemas.microsoft.com/office/drawing/2014/main" id="{939B638D-0E8C-32B8-3C04-78A9E0B99691}"/>
                  </a:ext>
                </a:extLst>
              </p:cNvPr>
              <p:cNvSpPr txBox="1"/>
              <p:nvPr/>
            </p:nvSpPr>
            <p:spPr>
              <a:xfrm>
                <a:off x="6112077" y="4038141"/>
                <a:ext cx="406201"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ctrlPr>
                        </m:sSubPr>
                        <m:e>
                          <m: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𝑉</m:t>
                          </m:r>
                        </m:e>
                        <m:sub>
                          <m: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6</m:t>
                          </m:r>
                        </m:sub>
                      </m:sSub>
                    </m:oMath>
                  </m:oMathPara>
                </a14:m>
                <a:endParaRPr kumimoji="0" lang="en-US" sz="2000" b="0" i="0" u="none" strike="noStrike" cap="none" spc="0" normalizeH="0" baseline="0" dirty="0">
                  <a:ln>
                    <a:noFill/>
                  </a:ln>
                  <a:solidFill>
                    <a:srgbClr val="000000"/>
                  </a:solidFill>
                  <a:effectLst/>
                  <a:uFillTx/>
                  <a:ea typeface="+mj-ea"/>
                  <a:cs typeface="+mj-cs"/>
                  <a:sym typeface="Gill Sans"/>
                </a:endParaRPr>
              </a:p>
            </p:txBody>
          </p:sp>
        </mc:Choice>
        <mc:Fallback xmlns="">
          <p:sp>
            <p:nvSpPr>
              <p:cNvPr id="769" name="TextBox 768">
                <a:extLst>
                  <a:ext uri="{FF2B5EF4-FFF2-40B4-BE49-F238E27FC236}">
                    <a16:creationId xmlns:a16="http://schemas.microsoft.com/office/drawing/2014/main" id="{939B638D-0E8C-32B8-3C04-78A9E0B99691}"/>
                  </a:ext>
                </a:extLst>
              </p:cNvPr>
              <p:cNvSpPr txBox="1">
                <a:spLocks noRot="1" noChangeAspect="1" noMove="1" noResize="1" noEditPoints="1" noAdjustHandles="1" noChangeArrowheads="1" noChangeShapeType="1" noTextEdit="1"/>
              </p:cNvSpPr>
              <p:nvPr/>
            </p:nvSpPr>
            <p:spPr>
              <a:xfrm>
                <a:off x="6112077" y="4038141"/>
                <a:ext cx="406201" cy="410369"/>
              </a:xfrm>
              <a:prstGeom prst="rect">
                <a:avLst/>
              </a:prstGeom>
              <a:blipFill>
                <a:blip r:embed="rId9"/>
                <a:stretch>
                  <a:fillRect l="-9091"/>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0" name="TextBox 769">
                <a:extLst>
                  <a:ext uri="{FF2B5EF4-FFF2-40B4-BE49-F238E27FC236}">
                    <a16:creationId xmlns:a16="http://schemas.microsoft.com/office/drawing/2014/main" id="{DD077AAD-829A-50D2-ED88-EB78F2EDBF89}"/>
                  </a:ext>
                </a:extLst>
              </p:cNvPr>
              <p:cNvSpPr txBox="1"/>
              <p:nvPr/>
            </p:nvSpPr>
            <p:spPr>
              <a:xfrm>
                <a:off x="6134862" y="5286089"/>
                <a:ext cx="406201"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ctrlPr>
                        </m:sSubPr>
                        <m:e>
                          <m: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𝑉</m:t>
                          </m:r>
                        </m:e>
                        <m:sub>
                          <m:r>
                            <a:rPr kumimoji="0" lang="en-US" sz="2000" b="0" i="1"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8</m:t>
                          </m:r>
                        </m:sub>
                      </m:sSub>
                    </m:oMath>
                  </m:oMathPara>
                </a14:m>
                <a:endParaRPr kumimoji="0" lang="en-US" sz="2000" b="0" i="0" u="none" strike="noStrike" cap="none" spc="0" normalizeH="0" baseline="0" dirty="0">
                  <a:ln>
                    <a:noFill/>
                  </a:ln>
                  <a:solidFill>
                    <a:srgbClr val="000000"/>
                  </a:solidFill>
                  <a:effectLst/>
                  <a:uFillTx/>
                  <a:ea typeface="+mj-ea"/>
                  <a:cs typeface="+mj-cs"/>
                  <a:sym typeface="Gill Sans"/>
                </a:endParaRPr>
              </a:p>
            </p:txBody>
          </p:sp>
        </mc:Choice>
        <mc:Fallback xmlns="">
          <p:sp>
            <p:nvSpPr>
              <p:cNvPr id="770" name="TextBox 769">
                <a:extLst>
                  <a:ext uri="{FF2B5EF4-FFF2-40B4-BE49-F238E27FC236}">
                    <a16:creationId xmlns:a16="http://schemas.microsoft.com/office/drawing/2014/main" id="{DD077AAD-829A-50D2-ED88-EB78F2EDBF89}"/>
                  </a:ext>
                </a:extLst>
              </p:cNvPr>
              <p:cNvSpPr txBox="1">
                <a:spLocks noRot="1" noChangeAspect="1" noMove="1" noResize="1" noEditPoints="1" noAdjustHandles="1" noChangeArrowheads="1" noChangeShapeType="1" noTextEdit="1"/>
              </p:cNvSpPr>
              <p:nvPr/>
            </p:nvSpPr>
            <p:spPr>
              <a:xfrm>
                <a:off x="6134862" y="5286089"/>
                <a:ext cx="406201" cy="410369"/>
              </a:xfrm>
              <a:prstGeom prst="rect">
                <a:avLst/>
              </a:prstGeom>
              <a:blipFill>
                <a:blip r:embed="rId10"/>
                <a:stretch>
                  <a:fillRect l="-7463"/>
                </a:stretch>
              </a:blipFill>
              <a:ln w="12700" cap="flat">
                <a:noFill/>
                <a:miter lim="400000"/>
              </a:ln>
              <a:effectLst/>
            </p:spPr>
            <p:txBody>
              <a:bodyPr/>
              <a:lstStyle/>
              <a:p>
                <a:r>
                  <a:rPr lang="en-US">
                    <a:noFill/>
                  </a:rPr>
                  <a:t> </a:t>
                </a:r>
              </a:p>
            </p:txBody>
          </p:sp>
        </mc:Fallback>
      </mc:AlternateContent>
      <p:sp>
        <p:nvSpPr>
          <p:cNvPr id="12" name="Rectangle 11">
            <a:extLst>
              <a:ext uri="{FF2B5EF4-FFF2-40B4-BE49-F238E27FC236}">
                <a16:creationId xmlns:a16="http://schemas.microsoft.com/office/drawing/2014/main" id="{DBB1B2DC-A227-FECD-65F9-8A39BC349F1C}"/>
              </a:ext>
            </a:extLst>
          </p:cNvPr>
          <p:cNvSpPr/>
          <p:nvPr/>
        </p:nvSpPr>
        <p:spPr>
          <a:xfrm>
            <a:off x="729532" y="3535524"/>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771" name="Rectangle 770">
            <a:extLst>
              <a:ext uri="{FF2B5EF4-FFF2-40B4-BE49-F238E27FC236}">
                <a16:creationId xmlns:a16="http://schemas.microsoft.com/office/drawing/2014/main" id="{90447A98-E7C9-358E-A532-B309E9A22145}"/>
              </a:ext>
            </a:extLst>
          </p:cNvPr>
          <p:cNvSpPr/>
          <p:nvPr/>
        </p:nvSpPr>
        <p:spPr>
          <a:xfrm>
            <a:off x="1087165" y="3535523"/>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772" name="Rectangle 771">
            <a:extLst>
              <a:ext uri="{FF2B5EF4-FFF2-40B4-BE49-F238E27FC236}">
                <a16:creationId xmlns:a16="http://schemas.microsoft.com/office/drawing/2014/main" id="{9969E4CA-6349-55F8-9E79-ECAB5C35DD9A}"/>
              </a:ext>
            </a:extLst>
          </p:cNvPr>
          <p:cNvSpPr/>
          <p:nvPr/>
        </p:nvSpPr>
        <p:spPr>
          <a:xfrm>
            <a:off x="1429983" y="3534902"/>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773" name="Rectangle 772">
            <a:extLst>
              <a:ext uri="{FF2B5EF4-FFF2-40B4-BE49-F238E27FC236}">
                <a16:creationId xmlns:a16="http://schemas.microsoft.com/office/drawing/2014/main" id="{3B148C45-2237-38BD-C91A-BB389A356DEE}"/>
              </a:ext>
            </a:extLst>
          </p:cNvPr>
          <p:cNvSpPr/>
          <p:nvPr/>
        </p:nvSpPr>
        <p:spPr>
          <a:xfrm>
            <a:off x="1785711" y="3534901"/>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775" name="Rectangle 774">
            <a:extLst>
              <a:ext uri="{FF2B5EF4-FFF2-40B4-BE49-F238E27FC236}">
                <a16:creationId xmlns:a16="http://schemas.microsoft.com/office/drawing/2014/main" id="{B20C1317-2883-F4A3-75D6-B3861C763958}"/>
              </a:ext>
            </a:extLst>
          </p:cNvPr>
          <p:cNvSpPr/>
          <p:nvPr/>
        </p:nvSpPr>
        <p:spPr>
          <a:xfrm>
            <a:off x="1441090" y="3864230"/>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776" name="Rectangle 775">
            <a:extLst>
              <a:ext uri="{FF2B5EF4-FFF2-40B4-BE49-F238E27FC236}">
                <a16:creationId xmlns:a16="http://schemas.microsoft.com/office/drawing/2014/main" id="{866568F1-5670-260A-75D0-F56FA772D12B}"/>
              </a:ext>
            </a:extLst>
          </p:cNvPr>
          <p:cNvSpPr/>
          <p:nvPr/>
        </p:nvSpPr>
        <p:spPr>
          <a:xfrm>
            <a:off x="1782003" y="3863609"/>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778" name="Rectangle 777">
            <a:extLst>
              <a:ext uri="{FF2B5EF4-FFF2-40B4-BE49-F238E27FC236}">
                <a16:creationId xmlns:a16="http://schemas.microsoft.com/office/drawing/2014/main" id="{E3A77222-6B90-0F4F-7CE5-797EF95C9346}"/>
              </a:ext>
            </a:extLst>
          </p:cNvPr>
          <p:cNvSpPr/>
          <p:nvPr/>
        </p:nvSpPr>
        <p:spPr>
          <a:xfrm>
            <a:off x="1082981" y="4186286"/>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780" name="Rectangle 779">
            <a:extLst>
              <a:ext uri="{FF2B5EF4-FFF2-40B4-BE49-F238E27FC236}">
                <a16:creationId xmlns:a16="http://schemas.microsoft.com/office/drawing/2014/main" id="{996BDBC3-4E8E-BCC1-9D70-21919CF3FD78}"/>
              </a:ext>
            </a:extLst>
          </p:cNvPr>
          <p:cNvSpPr/>
          <p:nvPr/>
        </p:nvSpPr>
        <p:spPr>
          <a:xfrm>
            <a:off x="1783432" y="4185664"/>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783" name="Rectangle 782">
            <a:extLst>
              <a:ext uri="{FF2B5EF4-FFF2-40B4-BE49-F238E27FC236}">
                <a16:creationId xmlns:a16="http://schemas.microsoft.com/office/drawing/2014/main" id="{821F443C-5F7B-AC3C-CA65-275490F0CF47}"/>
              </a:ext>
            </a:extLst>
          </p:cNvPr>
          <p:cNvSpPr/>
          <p:nvPr/>
        </p:nvSpPr>
        <p:spPr>
          <a:xfrm>
            <a:off x="734264" y="4190744"/>
            <a:ext cx="350516"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cxnSp>
        <p:nvCxnSpPr>
          <p:cNvPr id="784" name="Straight Connector 783">
            <a:extLst>
              <a:ext uri="{FF2B5EF4-FFF2-40B4-BE49-F238E27FC236}">
                <a16:creationId xmlns:a16="http://schemas.microsoft.com/office/drawing/2014/main" id="{6FE07317-E52C-E344-C8A4-3C323C97592C}"/>
              </a:ext>
            </a:extLst>
          </p:cNvPr>
          <p:cNvCxnSpPr/>
          <p:nvPr/>
        </p:nvCxnSpPr>
        <p:spPr>
          <a:xfrm>
            <a:off x="731130" y="353552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85" name="Straight Connector 784">
            <a:extLst>
              <a:ext uri="{FF2B5EF4-FFF2-40B4-BE49-F238E27FC236}">
                <a16:creationId xmlns:a16="http://schemas.microsoft.com/office/drawing/2014/main" id="{AE349850-66F4-7F74-BE6D-E35B9C72A920}"/>
              </a:ext>
            </a:extLst>
          </p:cNvPr>
          <p:cNvCxnSpPr/>
          <p:nvPr/>
        </p:nvCxnSpPr>
        <p:spPr>
          <a:xfrm>
            <a:off x="731130" y="385749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86" name="Straight Connector 785">
            <a:extLst>
              <a:ext uri="{FF2B5EF4-FFF2-40B4-BE49-F238E27FC236}">
                <a16:creationId xmlns:a16="http://schemas.microsoft.com/office/drawing/2014/main" id="{9B3D332D-2B9F-F858-A43D-5A9DFC45DCA0}"/>
              </a:ext>
            </a:extLst>
          </p:cNvPr>
          <p:cNvCxnSpPr>
            <a:cxnSpLocks/>
          </p:cNvCxnSpPr>
          <p:nvPr/>
        </p:nvCxnSpPr>
        <p:spPr>
          <a:xfrm>
            <a:off x="1081753" y="3535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87" name="Straight Connector 786">
            <a:extLst>
              <a:ext uri="{FF2B5EF4-FFF2-40B4-BE49-F238E27FC236}">
                <a16:creationId xmlns:a16="http://schemas.microsoft.com/office/drawing/2014/main" id="{79E89040-CF10-1098-A60E-27AE31F80086}"/>
              </a:ext>
            </a:extLst>
          </p:cNvPr>
          <p:cNvCxnSpPr/>
          <p:nvPr/>
        </p:nvCxnSpPr>
        <p:spPr>
          <a:xfrm>
            <a:off x="731130" y="353552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89" name="Straight Connector 788">
            <a:extLst>
              <a:ext uri="{FF2B5EF4-FFF2-40B4-BE49-F238E27FC236}">
                <a16:creationId xmlns:a16="http://schemas.microsoft.com/office/drawing/2014/main" id="{2FD36BD7-B840-D062-B8AD-DCA682B045B9}"/>
              </a:ext>
            </a:extLst>
          </p:cNvPr>
          <p:cNvCxnSpPr/>
          <p:nvPr/>
        </p:nvCxnSpPr>
        <p:spPr>
          <a:xfrm>
            <a:off x="1081650" y="353552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90" name="Straight Connector 789">
            <a:extLst>
              <a:ext uri="{FF2B5EF4-FFF2-40B4-BE49-F238E27FC236}">
                <a16:creationId xmlns:a16="http://schemas.microsoft.com/office/drawing/2014/main" id="{81AEEBAB-4267-6CDA-54BA-9AD868FFCE2C}"/>
              </a:ext>
            </a:extLst>
          </p:cNvPr>
          <p:cNvCxnSpPr/>
          <p:nvPr/>
        </p:nvCxnSpPr>
        <p:spPr>
          <a:xfrm>
            <a:off x="1081650" y="385749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91" name="Straight Connector 790">
            <a:extLst>
              <a:ext uri="{FF2B5EF4-FFF2-40B4-BE49-F238E27FC236}">
                <a16:creationId xmlns:a16="http://schemas.microsoft.com/office/drawing/2014/main" id="{B4F385C9-B890-3880-EE19-DE630F222045}"/>
              </a:ext>
            </a:extLst>
          </p:cNvPr>
          <p:cNvCxnSpPr>
            <a:cxnSpLocks/>
          </p:cNvCxnSpPr>
          <p:nvPr/>
        </p:nvCxnSpPr>
        <p:spPr>
          <a:xfrm>
            <a:off x="1432273" y="3535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92" name="Straight Connector 791">
            <a:extLst>
              <a:ext uri="{FF2B5EF4-FFF2-40B4-BE49-F238E27FC236}">
                <a16:creationId xmlns:a16="http://schemas.microsoft.com/office/drawing/2014/main" id="{F3A11399-CD01-56B4-A9C0-AA2657350264}"/>
              </a:ext>
            </a:extLst>
          </p:cNvPr>
          <p:cNvCxnSpPr/>
          <p:nvPr/>
        </p:nvCxnSpPr>
        <p:spPr>
          <a:xfrm>
            <a:off x="1081650" y="3535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94" name="Straight Connector 793">
            <a:extLst>
              <a:ext uri="{FF2B5EF4-FFF2-40B4-BE49-F238E27FC236}">
                <a16:creationId xmlns:a16="http://schemas.microsoft.com/office/drawing/2014/main" id="{29C60857-02BC-5C2B-ED53-050E21829DD5}"/>
              </a:ext>
            </a:extLst>
          </p:cNvPr>
          <p:cNvCxnSpPr/>
          <p:nvPr/>
        </p:nvCxnSpPr>
        <p:spPr>
          <a:xfrm>
            <a:off x="1432170" y="353552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95" name="Straight Connector 794">
            <a:extLst>
              <a:ext uri="{FF2B5EF4-FFF2-40B4-BE49-F238E27FC236}">
                <a16:creationId xmlns:a16="http://schemas.microsoft.com/office/drawing/2014/main" id="{26CD21B2-1E55-2177-233F-E7FA14227091}"/>
              </a:ext>
            </a:extLst>
          </p:cNvPr>
          <p:cNvCxnSpPr/>
          <p:nvPr/>
        </p:nvCxnSpPr>
        <p:spPr>
          <a:xfrm>
            <a:off x="1432170" y="385749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96" name="Straight Connector 795">
            <a:extLst>
              <a:ext uri="{FF2B5EF4-FFF2-40B4-BE49-F238E27FC236}">
                <a16:creationId xmlns:a16="http://schemas.microsoft.com/office/drawing/2014/main" id="{4357D28C-CA0B-00EC-C75E-A6C03BC137A6}"/>
              </a:ext>
            </a:extLst>
          </p:cNvPr>
          <p:cNvCxnSpPr>
            <a:cxnSpLocks/>
          </p:cNvCxnSpPr>
          <p:nvPr/>
        </p:nvCxnSpPr>
        <p:spPr>
          <a:xfrm>
            <a:off x="1782793" y="3535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97" name="Straight Connector 796">
            <a:extLst>
              <a:ext uri="{FF2B5EF4-FFF2-40B4-BE49-F238E27FC236}">
                <a16:creationId xmlns:a16="http://schemas.microsoft.com/office/drawing/2014/main" id="{E045E6F8-BF11-320E-E1BA-48EBD69C0458}"/>
              </a:ext>
            </a:extLst>
          </p:cNvPr>
          <p:cNvCxnSpPr/>
          <p:nvPr/>
        </p:nvCxnSpPr>
        <p:spPr>
          <a:xfrm>
            <a:off x="1432170" y="3535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99" name="Straight Connector 798">
            <a:extLst>
              <a:ext uri="{FF2B5EF4-FFF2-40B4-BE49-F238E27FC236}">
                <a16:creationId xmlns:a16="http://schemas.microsoft.com/office/drawing/2014/main" id="{A87B8FE3-7A49-0DC8-7C11-6D6DB048E621}"/>
              </a:ext>
            </a:extLst>
          </p:cNvPr>
          <p:cNvCxnSpPr/>
          <p:nvPr/>
        </p:nvCxnSpPr>
        <p:spPr>
          <a:xfrm>
            <a:off x="1782690" y="353552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00" name="Straight Connector 799">
            <a:extLst>
              <a:ext uri="{FF2B5EF4-FFF2-40B4-BE49-F238E27FC236}">
                <a16:creationId xmlns:a16="http://schemas.microsoft.com/office/drawing/2014/main" id="{00F35F25-DB41-C910-8EFB-EB91724B7C41}"/>
              </a:ext>
            </a:extLst>
          </p:cNvPr>
          <p:cNvCxnSpPr/>
          <p:nvPr/>
        </p:nvCxnSpPr>
        <p:spPr>
          <a:xfrm>
            <a:off x="1782690" y="385749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01" name="Straight Connector 800">
            <a:extLst>
              <a:ext uri="{FF2B5EF4-FFF2-40B4-BE49-F238E27FC236}">
                <a16:creationId xmlns:a16="http://schemas.microsoft.com/office/drawing/2014/main" id="{8EA44F41-9E74-607E-9BEC-D61CA4B6EA8E}"/>
              </a:ext>
            </a:extLst>
          </p:cNvPr>
          <p:cNvCxnSpPr>
            <a:cxnSpLocks/>
          </p:cNvCxnSpPr>
          <p:nvPr/>
        </p:nvCxnSpPr>
        <p:spPr>
          <a:xfrm>
            <a:off x="2133313" y="3535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02" name="Straight Connector 801">
            <a:extLst>
              <a:ext uri="{FF2B5EF4-FFF2-40B4-BE49-F238E27FC236}">
                <a16:creationId xmlns:a16="http://schemas.microsoft.com/office/drawing/2014/main" id="{3BF98E3F-4483-1A90-0429-2DA6234DBA7E}"/>
              </a:ext>
            </a:extLst>
          </p:cNvPr>
          <p:cNvCxnSpPr/>
          <p:nvPr/>
        </p:nvCxnSpPr>
        <p:spPr>
          <a:xfrm>
            <a:off x="1782690" y="353552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03" name="Straight Connector 802">
            <a:extLst>
              <a:ext uri="{FF2B5EF4-FFF2-40B4-BE49-F238E27FC236}">
                <a16:creationId xmlns:a16="http://schemas.microsoft.com/office/drawing/2014/main" id="{4478E9A3-90E4-5A6B-6176-81E6E271237D}"/>
              </a:ext>
            </a:extLst>
          </p:cNvPr>
          <p:cNvCxnSpPr/>
          <p:nvPr/>
        </p:nvCxnSpPr>
        <p:spPr>
          <a:xfrm>
            <a:off x="2133210" y="3535524"/>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04" name="Straight Connector 803">
            <a:extLst>
              <a:ext uri="{FF2B5EF4-FFF2-40B4-BE49-F238E27FC236}">
                <a16:creationId xmlns:a16="http://schemas.microsoft.com/office/drawing/2014/main" id="{660E9E1E-08B7-268A-209D-41CF8F369238}"/>
              </a:ext>
            </a:extLst>
          </p:cNvPr>
          <p:cNvCxnSpPr/>
          <p:nvPr/>
        </p:nvCxnSpPr>
        <p:spPr>
          <a:xfrm>
            <a:off x="2133210" y="385749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05" name="Straight Connector 804">
            <a:extLst>
              <a:ext uri="{FF2B5EF4-FFF2-40B4-BE49-F238E27FC236}">
                <a16:creationId xmlns:a16="http://schemas.microsoft.com/office/drawing/2014/main" id="{B930EC08-9978-E429-1E12-7CFE91711564}"/>
              </a:ext>
            </a:extLst>
          </p:cNvPr>
          <p:cNvCxnSpPr>
            <a:cxnSpLocks/>
          </p:cNvCxnSpPr>
          <p:nvPr/>
        </p:nvCxnSpPr>
        <p:spPr>
          <a:xfrm>
            <a:off x="2483833" y="353552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09" name="Straight Connector 808">
            <a:extLst>
              <a:ext uri="{FF2B5EF4-FFF2-40B4-BE49-F238E27FC236}">
                <a16:creationId xmlns:a16="http://schemas.microsoft.com/office/drawing/2014/main" id="{29D82685-FDC2-21A0-9A9B-73931BEE0DC6}"/>
              </a:ext>
            </a:extLst>
          </p:cNvPr>
          <p:cNvCxnSpPr>
            <a:cxnSpLocks/>
          </p:cNvCxnSpPr>
          <p:nvPr/>
        </p:nvCxnSpPr>
        <p:spPr>
          <a:xfrm>
            <a:off x="1081753" y="38606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10" name="Straight Connector 809">
            <a:extLst>
              <a:ext uri="{FF2B5EF4-FFF2-40B4-BE49-F238E27FC236}">
                <a16:creationId xmlns:a16="http://schemas.microsoft.com/office/drawing/2014/main" id="{9B88BBA5-D8F6-8583-F672-CECC4535CF64}"/>
              </a:ext>
            </a:extLst>
          </p:cNvPr>
          <p:cNvCxnSpPr/>
          <p:nvPr/>
        </p:nvCxnSpPr>
        <p:spPr>
          <a:xfrm>
            <a:off x="731130" y="386064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13" name="Straight Connector 812">
            <a:extLst>
              <a:ext uri="{FF2B5EF4-FFF2-40B4-BE49-F238E27FC236}">
                <a16:creationId xmlns:a16="http://schemas.microsoft.com/office/drawing/2014/main" id="{BB0D4191-AD8D-030D-1817-50C34F85A415}"/>
              </a:ext>
            </a:extLst>
          </p:cNvPr>
          <p:cNvCxnSpPr/>
          <p:nvPr/>
        </p:nvCxnSpPr>
        <p:spPr>
          <a:xfrm>
            <a:off x="1081650" y="418261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14" name="Straight Connector 813">
            <a:extLst>
              <a:ext uri="{FF2B5EF4-FFF2-40B4-BE49-F238E27FC236}">
                <a16:creationId xmlns:a16="http://schemas.microsoft.com/office/drawing/2014/main" id="{30E306E0-0890-EDF0-228C-173D9445F5EA}"/>
              </a:ext>
            </a:extLst>
          </p:cNvPr>
          <p:cNvCxnSpPr>
            <a:cxnSpLocks/>
          </p:cNvCxnSpPr>
          <p:nvPr/>
        </p:nvCxnSpPr>
        <p:spPr>
          <a:xfrm>
            <a:off x="1432273" y="38606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18" name="Straight Connector 817">
            <a:extLst>
              <a:ext uri="{FF2B5EF4-FFF2-40B4-BE49-F238E27FC236}">
                <a16:creationId xmlns:a16="http://schemas.microsoft.com/office/drawing/2014/main" id="{2B9AC856-4E30-1F9B-7931-D1390DA235D3}"/>
              </a:ext>
            </a:extLst>
          </p:cNvPr>
          <p:cNvCxnSpPr>
            <a:cxnSpLocks/>
          </p:cNvCxnSpPr>
          <p:nvPr/>
        </p:nvCxnSpPr>
        <p:spPr>
          <a:xfrm>
            <a:off x="1782793" y="38606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19" name="Straight Connector 818">
            <a:extLst>
              <a:ext uri="{FF2B5EF4-FFF2-40B4-BE49-F238E27FC236}">
                <a16:creationId xmlns:a16="http://schemas.microsoft.com/office/drawing/2014/main" id="{375D25EC-EEDE-BD0D-E1D4-3A1290F94BA5}"/>
              </a:ext>
            </a:extLst>
          </p:cNvPr>
          <p:cNvCxnSpPr/>
          <p:nvPr/>
        </p:nvCxnSpPr>
        <p:spPr>
          <a:xfrm>
            <a:off x="1432170" y="38606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21" name="Straight Connector 820">
            <a:extLst>
              <a:ext uri="{FF2B5EF4-FFF2-40B4-BE49-F238E27FC236}">
                <a16:creationId xmlns:a16="http://schemas.microsoft.com/office/drawing/2014/main" id="{637D2F8A-A1A4-F821-05E6-59CB02F6750D}"/>
              </a:ext>
            </a:extLst>
          </p:cNvPr>
          <p:cNvCxnSpPr/>
          <p:nvPr/>
        </p:nvCxnSpPr>
        <p:spPr>
          <a:xfrm>
            <a:off x="1782690" y="418261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22" name="Straight Connector 821">
            <a:extLst>
              <a:ext uri="{FF2B5EF4-FFF2-40B4-BE49-F238E27FC236}">
                <a16:creationId xmlns:a16="http://schemas.microsoft.com/office/drawing/2014/main" id="{B6B18635-7B0B-8A53-7248-B7611ED4A509}"/>
              </a:ext>
            </a:extLst>
          </p:cNvPr>
          <p:cNvCxnSpPr>
            <a:cxnSpLocks/>
          </p:cNvCxnSpPr>
          <p:nvPr/>
        </p:nvCxnSpPr>
        <p:spPr>
          <a:xfrm>
            <a:off x="2133313" y="38606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23" name="Straight Connector 822">
            <a:extLst>
              <a:ext uri="{FF2B5EF4-FFF2-40B4-BE49-F238E27FC236}">
                <a16:creationId xmlns:a16="http://schemas.microsoft.com/office/drawing/2014/main" id="{43EB8C9B-5F6E-6BEC-DDB6-2CC834BCE549}"/>
              </a:ext>
            </a:extLst>
          </p:cNvPr>
          <p:cNvCxnSpPr/>
          <p:nvPr/>
        </p:nvCxnSpPr>
        <p:spPr>
          <a:xfrm>
            <a:off x="1782690" y="38606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25" name="Straight Connector 824">
            <a:extLst>
              <a:ext uri="{FF2B5EF4-FFF2-40B4-BE49-F238E27FC236}">
                <a16:creationId xmlns:a16="http://schemas.microsoft.com/office/drawing/2014/main" id="{E71B76D5-0C71-06E5-6C9D-D939BFE6BE41}"/>
              </a:ext>
            </a:extLst>
          </p:cNvPr>
          <p:cNvCxnSpPr/>
          <p:nvPr/>
        </p:nvCxnSpPr>
        <p:spPr>
          <a:xfrm>
            <a:off x="2133210" y="4182617"/>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26" name="Straight Connector 825">
            <a:extLst>
              <a:ext uri="{FF2B5EF4-FFF2-40B4-BE49-F238E27FC236}">
                <a16:creationId xmlns:a16="http://schemas.microsoft.com/office/drawing/2014/main" id="{14392957-BCAE-2584-EBB2-5B0121788635}"/>
              </a:ext>
            </a:extLst>
          </p:cNvPr>
          <p:cNvCxnSpPr>
            <a:cxnSpLocks/>
          </p:cNvCxnSpPr>
          <p:nvPr/>
        </p:nvCxnSpPr>
        <p:spPr>
          <a:xfrm>
            <a:off x="2483833" y="386064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27" name="Straight Connector 826">
            <a:extLst>
              <a:ext uri="{FF2B5EF4-FFF2-40B4-BE49-F238E27FC236}">
                <a16:creationId xmlns:a16="http://schemas.microsoft.com/office/drawing/2014/main" id="{3EE19029-AF0D-71C3-4D9F-52BB16A3F9AF}"/>
              </a:ext>
            </a:extLst>
          </p:cNvPr>
          <p:cNvCxnSpPr/>
          <p:nvPr/>
        </p:nvCxnSpPr>
        <p:spPr>
          <a:xfrm>
            <a:off x="2133210" y="386064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28" name="Straight Connector 827">
            <a:extLst>
              <a:ext uri="{FF2B5EF4-FFF2-40B4-BE49-F238E27FC236}">
                <a16:creationId xmlns:a16="http://schemas.microsoft.com/office/drawing/2014/main" id="{40D28C47-249D-EDD6-79B4-6B01A95E846C}"/>
              </a:ext>
            </a:extLst>
          </p:cNvPr>
          <p:cNvCxnSpPr/>
          <p:nvPr/>
        </p:nvCxnSpPr>
        <p:spPr>
          <a:xfrm>
            <a:off x="731130" y="418068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29" name="Straight Connector 828">
            <a:extLst>
              <a:ext uri="{FF2B5EF4-FFF2-40B4-BE49-F238E27FC236}">
                <a16:creationId xmlns:a16="http://schemas.microsoft.com/office/drawing/2014/main" id="{9FA6D922-AC71-C8EC-BD8B-B038DDC4061B}"/>
              </a:ext>
            </a:extLst>
          </p:cNvPr>
          <p:cNvCxnSpPr/>
          <p:nvPr/>
        </p:nvCxnSpPr>
        <p:spPr>
          <a:xfrm>
            <a:off x="731130" y="450265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30" name="Straight Connector 829">
            <a:extLst>
              <a:ext uri="{FF2B5EF4-FFF2-40B4-BE49-F238E27FC236}">
                <a16:creationId xmlns:a16="http://schemas.microsoft.com/office/drawing/2014/main" id="{09FDA8FA-B914-7D95-70F4-B28CB7CCCB95}"/>
              </a:ext>
            </a:extLst>
          </p:cNvPr>
          <p:cNvCxnSpPr>
            <a:cxnSpLocks/>
          </p:cNvCxnSpPr>
          <p:nvPr/>
        </p:nvCxnSpPr>
        <p:spPr>
          <a:xfrm>
            <a:off x="1081753" y="41806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31" name="Straight Connector 830">
            <a:extLst>
              <a:ext uri="{FF2B5EF4-FFF2-40B4-BE49-F238E27FC236}">
                <a16:creationId xmlns:a16="http://schemas.microsoft.com/office/drawing/2014/main" id="{59D18FE8-26EF-E104-958E-3522CDF04CCB}"/>
              </a:ext>
            </a:extLst>
          </p:cNvPr>
          <p:cNvCxnSpPr/>
          <p:nvPr/>
        </p:nvCxnSpPr>
        <p:spPr>
          <a:xfrm>
            <a:off x="731130" y="418068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34" name="Straight Connector 833">
            <a:extLst>
              <a:ext uri="{FF2B5EF4-FFF2-40B4-BE49-F238E27FC236}">
                <a16:creationId xmlns:a16="http://schemas.microsoft.com/office/drawing/2014/main" id="{4D118E85-7389-040E-82A4-B601AD22F84E}"/>
              </a:ext>
            </a:extLst>
          </p:cNvPr>
          <p:cNvCxnSpPr/>
          <p:nvPr/>
        </p:nvCxnSpPr>
        <p:spPr>
          <a:xfrm>
            <a:off x="1081650" y="450265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35" name="Straight Connector 834">
            <a:extLst>
              <a:ext uri="{FF2B5EF4-FFF2-40B4-BE49-F238E27FC236}">
                <a16:creationId xmlns:a16="http://schemas.microsoft.com/office/drawing/2014/main" id="{B664D831-760C-1E56-0709-06D944032EC3}"/>
              </a:ext>
            </a:extLst>
          </p:cNvPr>
          <p:cNvCxnSpPr>
            <a:cxnSpLocks/>
          </p:cNvCxnSpPr>
          <p:nvPr/>
        </p:nvCxnSpPr>
        <p:spPr>
          <a:xfrm>
            <a:off x="1432273" y="41806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36" name="Straight Connector 835">
            <a:extLst>
              <a:ext uri="{FF2B5EF4-FFF2-40B4-BE49-F238E27FC236}">
                <a16:creationId xmlns:a16="http://schemas.microsoft.com/office/drawing/2014/main" id="{F930B730-F1CE-B5B2-E0AA-ACC18A29BDBD}"/>
              </a:ext>
            </a:extLst>
          </p:cNvPr>
          <p:cNvCxnSpPr/>
          <p:nvPr/>
        </p:nvCxnSpPr>
        <p:spPr>
          <a:xfrm>
            <a:off x="1081650" y="41806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38" name="Straight Connector 837">
            <a:extLst>
              <a:ext uri="{FF2B5EF4-FFF2-40B4-BE49-F238E27FC236}">
                <a16:creationId xmlns:a16="http://schemas.microsoft.com/office/drawing/2014/main" id="{1BB678A0-DE9A-9772-145E-071C774B0477}"/>
              </a:ext>
            </a:extLst>
          </p:cNvPr>
          <p:cNvCxnSpPr/>
          <p:nvPr/>
        </p:nvCxnSpPr>
        <p:spPr>
          <a:xfrm>
            <a:off x="1432170" y="4180684"/>
            <a:ext cx="350623" cy="0"/>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39" name="Straight Connector 838">
            <a:extLst>
              <a:ext uri="{FF2B5EF4-FFF2-40B4-BE49-F238E27FC236}">
                <a16:creationId xmlns:a16="http://schemas.microsoft.com/office/drawing/2014/main" id="{36527754-E717-9C69-A321-6884F410ADD3}"/>
              </a:ext>
            </a:extLst>
          </p:cNvPr>
          <p:cNvCxnSpPr/>
          <p:nvPr/>
        </p:nvCxnSpPr>
        <p:spPr>
          <a:xfrm>
            <a:off x="1432170" y="450265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40" name="Straight Connector 839">
            <a:extLst>
              <a:ext uri="{FF2B5EF4-FFF2-40B4-BE49-F238E27FC236}">
                <a16:creationId xmlns:a16="http://schemas.microsoft.com/office/drawing/2014/main" id="{C20D6918-BF85-CB58-1429-6600C47C2FF1}"/>
              </a:ext>
            </a:extLst>
          </p:cNvPr>
          <p:cNvCxnSpPr>
            <a:cxnSpLocks/>
          </p:cNvCxnSpPr>
          <p:nvPr/>
        </p:nvCxnSpPr>
        <p:spPr>
          <a:xfrm>
            <a:off x="1782793" y="41806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41" name="Straight Connector 840">
            <a:extLst>
              <a:ext uri="{FF2B5EF4-FFF2-40B4-BE49-F238E27FC236}">
                <a16:creationId xmlns:a16="http://schemas.microsoft.com/office/drawing/2014/main" id="{EDF896A6-C294-B439-D638-FD945D66BCFD}"/>
              </a:ext>
            </a:extLst>
          </p:cNvPr>
          <p:cNvCxnSpPr/>
          <p:nvPr/>
        </p:nvCxnSpPr>
        <p:spPr>
          <a:xfrm>
            <a:off x="1432170" y="41806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44" name="Straight Connector 843">
            <a:extLst>
              <a:ext uri="{FF2B5EF4-FFF2-40B4-BE49-F238E27FC236}">
                <a16:creationId xmlns:a16="http://schemas.microsoft.com/office/drawing/2014/main" id="{491C4E6A-2085-4036-534D-002BFB6E0F30}"/>
              </a:ext>
            </a:extLst>
          </p:cNvPr>
          <p:cNvCxnSpPr/>
          <p:nvPr/>
        </p:nvCxnSpPr>
        <p:spPr>
          <a:xfrm>
            <a:off x="1782690" y="450265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45" name="Straight Connector 844">
            <a:extLst>
              <a:ext uri="{FF2B5EF4-FFF2-40B4-BE49-F238E27FC236}">
                <a16:creationId xmlns:a16="http://schemas.microsoft.com/office/drawing/2014/main" id="{141D5392-6039-CBE5-C573-23C67117C12C}"/>
              </a:ext>
            </a:extLst>
          </p:cNvPr>
          <p:cNvCxnSpPr>
            <a:cxnSpLocks/>
          </p:cNvCxnSpPr>
          <p:nvPr/>
        </p:nvCxnSpPr>
        <p:spPr>
          <a:xfrm>
            <a:off x="2133313" y="41806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49" name="Straight Connector 848">
            <a:extLst>
              <a:ext uri="{FF2B5EF4-FFF2-40B4-BE49-F238E27FC236}">
                <a16:creationId xmlns:a16="http://schemas.microsoft.com/office/drawing/2014/main" id="{5E129A69-C260-45FC-2E96-6A7AFD64B19A}"/>
              </a:ext>
            </a:extLst>
          </p:cNvPr>
          <p:cNvCxnSpPr/>
          <p:nvPr/>
        </p:nvCxnSpPr>
        <p:spPr>
          <a:xfrm>
            <a:off x="2133210" y="4502657"/>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50" name="Straight Connector 849">
            <a:extLst>
              <a:ext uri="{FF2B5EF4-FFF2-40B4-BE49-F238E27FC236}">
                <a16:creationId xmlns:a16="http://schemas.microsoft.com/office/drawing/2014/main" id="{6D9EBB98-6D75-0CA9-9D81-FC0FEDE9B583}"/>
              </a:ext>
            </a:extLst>
          </p:cNvPr>
          <p:cNvCxnSpPr>
            <a:cxnSpLocks/>
          </p:cNvCxnSpPr>
          <p:nvPr/>
        </p:nvCxnSpPr>
        <p:spPr>
          <a:xfrm>
            <a:off x="2483833" y="4180684"/>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51" name="Straight Connector 850">
            <a:extLst>
              <a:ext uri="{FF2B5EF4-FFF2-40B4-BE49-F238E27FC236}">
                <a16:creationId xmlns:a16="http://schemas.microsoft.com/office/drawing/2014/main" id="{AC0F152B-A629-9C9B-DFF8-3A2FD043ABD7}"/>
              </a:ext>
            </a:extLst>
          </p:cNvPr>
          <p:cNvCxnSpPr/>
          <p:nvPr/>
        </p:nvCxnSpPr>
        <p:spPr>
          <a:xfrm>
            <a:off x="2133210" y="4180684"/>
            <a:ext cx="0" cy="321973"/>
          </a:xfrm>
          <a:prstGeom prst="line">
            <a:avLst/>
          </a:prstGeom>
          <a:noFill/>
          <a:ln w="6350" cap="flat">
            <a:solidFill>
              <a:srgbClr val="000000"/>
            </a:solidFill>
            <a:prstDash val="solid"/>
            <a:miter lim="400000"/>
          </a:ln>
          <a:effectLst/>
          <a:sp3d/>
        </p:spPr>
        <p:style>
          <a:lnRef idx="0">
            <a:scrgbClr r="0" g="0" b="0"/>
          </a:lnRef>
          <a:fillRef idx="0">
            <a:scrgbClr r="0" g="0" b="0"/>
          </a:fillRef>
          <a:effectRef idx="0">
            <a:scrgbClr r="0" g="0" b="0"/>
          </a:effectRef>
          <a:fontRef idx="none"/>
        </p:style>
      </p:cxnSp>
      <mc:AlternateContent xmlns:mc="http://schemas.openxmlformats.org/markup-compatibility/2006" xmlns:a14="http://schemas.microsoft.com/office/drawing/2010/main">
        <mc:Choice Requires="a14">
          <p:sp>
            <p:nvSpPr>
              <p:cNvPr id="864" name="TextBox 863">
                <a:extLst>
                  <a:ext uri="{FF2B5EF4-FFF2-40B4-BE49-F238E27FC236}">
                    <a16:creationId xmlns:a16="http://schemas.microsoft.com/office/drawing/2014/main" id="{447DFBA6-0C25-CD10-8F1A-23083BE64888}"/>
                  </a:ext>
                </a:extLst>
              </p:cNvPr>
              <p:cNvSpPr txBox="1"/>
              <p:nvPr/>
            </p:nvSpPr>
            <p:spPr>
              <a:xfrm>
                <a:off x="1072604" y="2980483"/>
                <a:ext cx="1096454"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m:rPr>
                          <m:sty m:val="p"/>
                        </m:rPr>
                        <a:rPr kumimoji="0" lang="en-US" sz="2000" b="0" i="0" u="none" strike="noStrike" cap="none" spc="0" normalizeH="0" baseline="0" smtClean="0">
                          <a:ln>
                            <a:noFill/>
                          </a:ln>
                          <a:solidFill>
                            <a:srgbClr val="000000"/>
                          </a:solidFill>
                          <a:effectLst/>
                          <a:uFillTx/>
                          <a:latin typeface="Cambria Math" panose="02040503050406030204" pitchFamily="18" charset="0"/>
                          <a:ea typeface="+mj-ea"/>
                          <a:cs typeface="+mj-cs"/>
                          <a:sym typeface="Gill Sans"/>
                        </a:rPr>
                        <m:t>Problem</m:t>
                      </m:r>
                    </m:oMath>
                  </m:oMathPara>
                </a14:m>
                <a:endParaRPr kumimoji="0" lang="en-US" sz="2000" b="0" u="none" strike="noStrike" cap="none" spc="0" normalizeH="0" baseline="0" dirty="0">
                  <a:ln>
                    <a:noFill/>
                  </a:ln>
                  <a:solidFill>
                    <a:srgbClr val="000000"/>
                  </a:solidFill>
                  <a:effectLst/>
                  <a:uFillTx/>
                  <a:ea typeface="+mj-ea"/>
                  <a:cs typeface="+mj-cs"/>
                  <a:sym typeface="Gill Sans"/>
                </a:endParaRPr>
              </a:p>
            </p:txBody>
          </p:sp>
        </mc:Choice>
        <mc:Fallback xmlns="">
          <p:sp>
            <p:nvSpPr>
              <p:cNvPr id="864" name="TextBox 863">
                <a:extLst>
                  <a:ext uri="{FF2B5EF4-FFF2-40B4-BE49-F238E27FC236}">
                    <a16:creationId xmlns:a16="http://schemas.microsoft.com/office/drawing/2014/main" id="{447DFBA6-0C25-CD10-8F1A-23083BE64888}"/>
                  </a:ext>
                </a:extLst>
              </p:cNvPr>
              <p:cNvSpPr txBox="1">
                <a:spLocks noRot="1" noChangeAspect="1" noMove="1" noResize="1" noEditPoints="1" noAdjustHandles="1" noChangeArrowheads="1" noChangeShapeType="1" noTextEdit="1"/>
              </p:cNvSpPr>
              <p:nvPr/>
            </p:nvSpPr>
            <p:spPr>
              <a:xfrm>
                <a:off x="1072604" y="2980483"/>
                <a:ext cx="1096454" cy="410369"/>
              </a:xfrm>
              <a:prstGeom prst="rect">
                <a:avLst/>
              </a:prstGeom>
              <a:blipFill>
                <a:blip r:embed="rId11"/>
                <a:stretch>
                  <a:fillRect l="-3333"/>
                </a:stretch>
              </a:blipFill>
              <a:ln w="12700" cap="flat">
                <a:noFill/>
                <a:miter lim="400000"/>
              </a:ln>
              <a:effectLst/>
            </p:spPr>
            <p:txBody>
              <a:bodyPr/>
              <a:lstStyle/>
              <a:p>
                <a:r>
                  <a:rPr lang="en-US">
                    <a:noFill/>
                  </a:rPr>
                  <a:t> </a:t>
                </a:r>
              </a:p>
            </p:txBody>
          </p:sp>
        </mc:Fallback>
      </mc:AlternateContent>
      <p:sp>
        <p:nvSpPr>
          <p:cNvPr id="885" name="Rectangle 884">
            <a:extLst>
              <a:ext uri="{FF2B5EF4-FFF2-40B4-BE49-F238E27FC236}">
                <a16:creationId xmlns:a16="http://schemas.microsoft.com/office/drawing/2014/main" id="{5BC78D7B-2803-2E98-82DB-D351B8969276}"/>
              </a:ext>
            </a:extLst>
          </p:cNvPr>
          <p:cNvSpPr/>
          <p:nvPr/>
        </p:nvSpPr>
        <p:spPr>
          <a:xfrm>
            <a:off x="1093543" y="3860282"/>
            <a:ext cx="333505" cy="31606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886" name="Rectangle 885">
            <a:extLst>
              <a:ext uri="{FF2B5EF4-FFF2-40B4-BE49-F238E27FC236}">
                <a16:creationId xmlns:a16="http://schemas.microsoft.com/office/drawing/2014/main" id="{1345F2E9-AC3C-2AD3-5452-852D33AF3BEB}"/>
              </a:ext>
            </a:extLst>
          </p:cNvPr>
          <p:cNvSpPr/>
          <p:nvPr/>
        </p:nvSpPr>
        <p:spPr>
          <a:xfrm>
            <a:off x="1443116" y="4188461"/>
            <a:ext cx="333505" cy="287328"/>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887" name="Rectangle 886">
            <a:extLst>
              <a:ext uri="{FF2B5EF4-FFF2-40B4-BE49-F238E27FC236}">
                <a16:creationId xmlns:a16="http://schemas.microsoft.com/office/drawing/2014/main" id="{E327819B-4C1A-7665-0487-5186898D308F}"/>
              </a:ext>
            </a:extLst>
          </p:cNvPr>
          <p:cNvSpPr/>
          <p:nvPr/>
        </p:nvSpPr>
        <p:spPr>
          <a:xfrm>
            <a:off x="2146888" y="3550623"/>
            <a:ext cx="306218" cy="296034"/>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888" name="Rectangle 887">
            <a:extLst>
              <a:ext uri="{FF2B5EF4-FFF2-40B4-BE49-F238E27FC236}">
                <a16:creationId xmlns:a16="http://schemas.microsoft.com/office/drawing/2014/main" id="{0F86A55C-9262-A76C-58EA-457B2990CB90}"/>
              </a:ext>
            </a:extLst>
          </p:cNvPr>
          <p:cNvSpPr/>
          <p:nvPr/>
        </p:nvSpPr>
        <p:spPr>
          <a:xfrm>
            <a:off x="2146704" y="3876618"/>
            <a:ext cx="306218" cy="293103"/>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889" name="Rectangle 888">
            <a:extLst>
              <a:ext uri="{FF2B5EF4-FFF2-40B4-BE49-F238E27FC236}">
                <a16:creationId xmlns:a16="http://schemas.microsoft.com/office/drawing/2014/main" id="{68F50F63-DDF7-4BB0-B980-0FB8362CF03E}"/>
              </a:ext>
            </a:extLst>
          </p:cNvPr>
          <p:cNvSpPr/>
          <p:nvPr/>
        </p:nvSpPr>
        <p:spPr>
          <a:xfrm>
            <a:off x="2146169" y="4192189"/>
            <a:ext cx="306218" cy="290201"/>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890" name="Rectangle 889">
            <a:extLst>
              <a:ext uri="{FF2B5EF4-FFF2-40B4-BE49-F238E27FC236}">
                <a16:creationId xmlns:a16="http://schemas.microsoft.com/office/drawing/2014/main" id="{191C6655-358D-F753-2331-7D99C670C3EA}"/>
              </a:ext>
            </a:extLst>
          </p:cNvPr>
          <p:cNvSpPr/>
          <p:nvPr/>
        </p:nvSpPr>
        <p:spPr>
          <a:xfrm>
            <a:off x="762383" y="3871656"/>
            <a:ext cx="306218" cy="293103"/>
          </a:xfrm>
          <a:prstGeom prst="rect">
            <a:avLst/>
          </a:prstGeom>
          <a:solidFill>
            <a:schemeClr val="accent2">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endParaRPr>
          </a:p>
        </p:txBody>
      </p:sp>
      <p:sp>
        <p:nvSpPr>
          <p:cNvPr id="811" name="TextBox 810">
            <a:extLst>
              <a:ext uri="{FF2B5EF4-FFF2-40B4-BE49-F238E27FC236}">
                <a16:creationId xmlns:a16="http://schemas.microsoft.com/office/drawing/2014/main" id="{754CAF03-E752-8FB8-972A-897472202849}"/>
              </a:ext>
            </a:extLst>
          </p:cNvPr>
          <p:cNvSpPr txBox="1"/>
          <p:nvPr/>
        </p:nvSpPr>
        <p:spPr>
          <a:xfrm>
            <a:off x="832693" y="3873295"/>
            <a:ext cx="141807"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lang="en-US" sz="1600" dirty="0"/>
              <a:t>g</a:t>
            </a:r>
            <a:endParaRPr kumimoji="0" lang="en-US" sz="1600" b="0" i="0" u="none" strike="noStrike" cap="none" spc="0" normalizeH="0" baseline="0" dirty="0">
              <a:ln>
                <a:noFill/>
              </a:ln>
              <a:solidFill>
                <a:srgbClr val="000000"/>
              </a:solidFill>
              <a:effectLst/>
              <a:uFillTx/>
              <a:latin typeface="+mj-lt"/>
              <a:ea typeface="+mj-ea"/>
              <a:cs typeface="+mj-cs"/>
              <a:sym typeface="Gill Sans"/>
            </a:endParaRPr>
          </a:p>
        </p:txBody>
      </p:sp>
      <p:sp>
        <p:nvSpPr>
          <p:cNvPr id="891" name="TextBox 890">
            <a:extLst>
              <a:ext uri="{FF2B5EF4-FFF2-40B4-BE49-F238E27FC236}">
                <a16:creationId xmlns:a16="http://schemas.microsoft.com/office/drawing/2014/main" id="{A2111D68-1B68-7AD0-153C-2BADB4A575B2}"/>
              </a:ext>
            </a:extLst>
          </p:cNvPr>
          <p:cNvSpPr txBox="1"/>
          <p:nvPr/>
        </p:nvSpPr>
        <p:spPr>
          <a:xfrm>
            <a:off x="4675188" y="4527223"/>
            <a:ext cx="245492" cy="246221"/>
          </a:xfrm>
          <a:prstGeom prst="rect">
            <a:avLst/>
          </a:prstGeom>
          <a:noFill/>
          <a:ln w="635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06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mj-lt"/>
                <a:ea typeface="+mj-ea"/>
                <a:cs typeface="+mj-cs"/>
                <a:sym typeface="Gill Sans"/>
              </a:rPr>
              <a:t>-4</a:t>
            </a:r>
          </a:p>
        </p:txBody>
      </p:sp>
      <p:cxnSp>
        <p:nvCxnSpPr>
          <p:cNvPr id="904" name="Straight Connector 903">
            <a:extLst>
              <a:ext uri="{FF2B5EF4-FFF2-40B4-BE49-F238E27FC236}">
                <a16:creationId xmlns:a16="http://schemas.microsoft.com/office/drawing/2014/main" id="{1A67172E-9E26-F9F0-C9F7-AFEB4C2678AE}"/>
              </a:ext>
            </a:extLst>
          </p:cNvPr>
          <p:cNvCxnSpPr/>
          <p:nvPr/>
        </p:nvCxnSpPr>
        <p:spPr>
          <a:xfrm>
            <a:off x="2138725" y="3539683"/>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905" name="Straight Connector 904">
            <a:extLst>
              <a:ext uri="{FF2B5EF4-FFF2-40B4-BE49-F238E27FC236}">
                <a16:creationId xmlns:a16="http://schemas.microsoft.com/office/drawing/2014/main" id="{0EF5C1D3-EF6B-4B08-C36C-05FE191B055B}"/>
              </a:ext>
            </a:extLst>
          </p:cNvPr>
          <p:cNvCxnSpPr/>
          <p:nvPr/>
        </p:nvCxnSpPr>
        <p:spPr>
          <a:xfrm>
            <a:off x="736645" y="3864803"/>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906" name="Straight Connector 905">
            <a:extLst>
              <a:ext uri="{FF2B5EF4-FFF2-40B4-BE49-F238E27FC236}">
                <a16:creationId xmlns:a16="http://schemas.microsoft.com/office/drawing/2014/main" id="{524BC994-2C67-CFD4-2959-4142C1AA3FD7}"/>
              </a:ext>
            </a:extLst>
          </p:cNvPr>
          <p:cNvCxnSpPr/>
          <p:nvPr/>
        </p:nvCxnSpPr>
        <p:spPr>
          <a:xfrm>
            <a:off x="1087165" y="3864803"/>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907" name="Straight Connector 906">
            <a:extLst>
              <a:ext uri="{FF2B5EF4-FFF2-40B4-BE49-F238E27FC236}">
                <a16:creationId xmlns:a16="http://schemas.microsoft.com/office/drawing/2014/main" id="{3CC007DE-32A0-EFB4-4D27-C39B2810753A}"/>
              </a:ext>
            </a:extLst>
          </p:cNvPr>
          <p:cNvCxnSpPr/>
          <p:nvPr/>
        </p:nvCxnSpPr>
        <p:spPr>
          <a:xfrm>
            <a:off x="1087165" y="3864803"/>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908" name="Straight Connector 907">
            <a:extLst>
              <a:ext uri="{FF2B5EF4-FFF2-40B4-BE49-F238E27FC236}">
                <a16:creationId xmlns:a16="http://schemas.microsoft.com/office/drawing/2014/main" id="{355C23EA-F0A4-E32C-018C-3BC37FE8337B}"/>
              </a:ext>
            </a:extLst>
          </p:cNvPr>
          <p:cNvCxnSpPr/>
          <p:nvPr/>
        </p:nvCxnSpPr>
        <p:spPr>
          <a:xfrm>
            <a:off x="1788205" y="3864803"/>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909" name="Straight Connector 908">
            <a:extLst>
              <a:ext uri="{FF2B5EF4-FFF2-40B4-BE49-F238E27FC236}">
                <a16:creationId xmlns:a16="http://schemas.microsoft.com/office/drawing/2014/main" id="{CE40A038-8D63-31AD-163D-040F4BE7FF4C}"/>
              </a:ext>
            </a:extLst>
          </p:cNvPr>
          <p:cNvCxnSpPr/>
          <p:nvPr/>
        </p:nvCxnSpPr>
        <p:spPr>
          <a:xfrm>
            <a:off x="1087165" y="4184843"/>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910" name="Straight Connector 909">
            <a:extLst>
              <a:ext uri="{FF2B5EF4-FFF2-40B4-BE49-F238E27FC236}">
                <a16:creationId xmlns:a16="http://schemas.microsoft.com/office/drawing/2014/main" id="{5F5B9759-D729-B5DD-2D74-D75EBF8019A5}"/>
              </a:ext>
            </a:extLst>
          </p:cNvPr>
          <p:cNvCxnSpPr/>
          <p:nvPr/>
        </p:nvCxnSpPr>
        <p:spPr>
          <a:xfrm>
            <a:off x="1788205" y="4184843"/>
            <a:ext cx="350623" cy="0"/>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911" name="Straight Connector 910">
            <a:extLst>
              <a:ext uri="{FF2B5EF4-FFF2-40B4-BE49-F238E27FC236}">
                <a16:creationId xmlns:a16="http://schemas.microsoft.com/office/drawing/2014/main" id="{ADBAC945-0EFA-66F0-3152-C8A9741D29A7}"/>
              </a:ext>
            </a:extLst>
          </p:cNvPr>
          <p:cNvCxnSpPr/>
          <p:nvPr/>
        </p:nvCxnSpPr>
        <p:spPr>
          <a:xfrm>
            <a:off x="1788205" y="4184843"/>
            <a:ext cx="0" cy="321973"/>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912" name="Slide Number Placeholder 911">
            <a:extLst>
              <a:ext uri="{FF2B5EF4-FFF2-40B4-BE49-F238E27FC236}">
                <a16:creationId xmlns:a16="http://schemas.microsoft.com/office/drawing/2014/main" id="{1A7628B4-7CBB-70BE-1B1C-546B68E4486D}"/>
              </a:ext>
            </a:extLst>
          </p:cNvPr>
          <p:cNvSpPr>
            <a:spLocks noGrp="1"/>
          </p:cNvSpPr>
          <p:nvPr>
            <p:ph type="sldNum" sz="quarter" idx="2"/>
          </p:nvPr>
        </p:nvSpPr>
        <p:spPr/>
        <p:txBody>
          <a:bodyPr/>
          <a:lstStyle/>
          <a:p>
            <a:fld id="{86CB4B4D-7CA3-9044-876B-883B54F8677D}" type="slidenum">
              <a:rPr lang="en-US" smtClean="0"/>
              <a:t>60</a:t>
            </a:fld>
            <a:endParaRPr lang="en-US"/>
          </a:p>
        </p:txBody>
      </p:sp>
      <p:sp>
        <p:nvSpPr>
          <p:cNvPr id="2" name="Date Placeholder 3">
            <a:extLst>
              <a:ext uri="{FF2B5EF4-FFF2-40B4-BE49-F238E27FC236}">
                <a16:creationId xmlns:a16="http://schemas.microsoft.com/office/drawing/2014/main" id="{66F553A7-5B73-B46F-121C-420956CA1AC7}"/>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774" name="Footer Placeholder 5">
            <a:extLst>
              <a:ext uri="{FF2B5EF4-FFF2-40B4-BE49-F238E27FC236}">
                <a16:creationId xmlns:a16="http://schemas.microsoft.com/office/drawing/2014/main" id="{8688BE02-B5B0-844A-4075-9A9E2875A80C}"/>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777" name="Slide Number Placeholder 7">
            <a:extLst>
              <a:ext uri="{FF2B5EF4-FFF2-40B4-BE49-F238E27FC236}">
                <a16:creationId xmlns:a16="http://schemas.microsoft.com/office/drawing/2014/main" id="{9262AAFF-6C81-7969-61E3-D15D289EB6B4}"/>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60</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3689998952"/>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Policy versus Value Iteration</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graphicFrame>
        <p:nvGraphicFramePr>
          <p:cNvPr id="2" name="Table 2">
            <a:extLst>
              <a:ext uri="{FF2B5EF4-FFF2-40B4-BE49-F238E27FC236}">
                <a16:creationId xmlns:a16="http://schemas.microsoft.com/office/drawing/2014/main" id="{91FF26BD-059D-04F9-5F4C-0A0E60276A28}"/>
              </a:ext>
            </a:extLst>
          </p:cNvPr>
          <p:cNvGraphicFramePr>
            <a:graphicFrameLocks noGrp="1"/>
          </p:cNvGraphicFramePr>
          <p:nvPr/>
        </p:nvGraphicFramePr>
        <p:xfrm>
          <a:off x="522275" y="2564459"/>
          <a:ext cx="8355718" cy="2108200"/>
        </p:xfrm>
        <a:graphic>
          <a:graphicData uri="http://schemas.openxmlformats.org/drawingml/2006/table">
            <a:tbl>
              <a:tblPr firstRow="1" bandRow="1">
                <a:tableStyleId>{5940675A-B579-460E-94D1-54222C63F5DA}</a:tableStyleId>
              </a:tblPr>
              <a:tblGrid>
                <a:gridCol w="4099601">
                  <a:extLst>
                    <a:ext uri="{9D8B030D-6E8A-4147-A177-3AD203B41FA5}">
                      <a16:colId xmlns:a16="http://schemas.microsoft.com/office/drawing/2014/main" val="1726224524"/>
                    </a:ext>
                  </a:extLst>
                </a:gridCol>
                <a:gridCol w="4256117">
                  <a:extLst>
                    <a:ext uri="{9D8B030D-6E8A-4147-A177-3AD203B41FA5}">
                      <a16:colId xmlns:a16="http://schemas.microsoft.com/office/drawing/2014/main" val="3098147949"/>
                    </a:ext>
                  </a:extLst>
                </a:gridCol>
              </a:tblGrid>
              <a:tr h="370840">
                <a:tc>
                  <a:txBody>
                    <a:bodyPr/>
                    <a:lstStyle/>
                    <a:p>
                      <a:pPr algn="l"/>
                      <a:r>
                        <a:rPr lang="en-US" sz="1800" b="1" dirty="0">
                          <a:latin typeface="Tahoma" panose="020B0604030504040204" pitchFamily="34" charset="0"/>
                          <a:ea typeface="Tahoma" panose="020B0604030504040204" pitchFamily="34" charset="0"/>
                          <a:cs typeface="Tahoma" panose="020B0604030504040204" pitchFamily="34" charset="0"/>
                        </a:rPr>
                        <a:t>Policy Iteration</a:t>
                      </a:r>
                    </a:p>
                  </a:txBody>
                  <a:tcPr>
                    <a:solidFill>
                      <a:schemeClr val="bg1"/>
                    </a:solidFill>
                  </a:tcPr>
                </a:tc>
                <a:tc>
                  <a:txBody>
                    <a:bodyPr/>
                    <a:lstStyle/>
                    <a:p>
                      <a:pPr algn="l"/>
                      <a:r>
                        <a:rPr lang="en-US" sz="1800" b="1" dirty="0">
                          <a:latin typeface="Tahoma" panose="020B0604030504040204" pitchFamily="34" charset="0"/>
                          <a:ea typeface="Tahoma" panose="020B0604030504040204" pitchFamily="34" charset="0"/>
                          <a:cs typeface="Tahoma" panose="020B0604030504040204" pitchFamily="34" charset="0"/>
                        </a:rPr>
                        <a:t>Value Iteration</a:t>
                      </a:r>
                    </a:p>
                  </a:txBody>
                  <a:tcPr>
                    <a:solidFill>
                      <a:schemeClr val="bg1"/>
                    </a:solidFill>
                  </a:tcPr>
                </a:tc>
                <a:extLst>
                  <a:ext uri="{0D108BD9-81ED-4DB2-BD59-A6C34878D82A}">
                    <a16:rowId xmlns:a16="http://schemas.microsoft.com/office/drawing/2014/main" val="865481589"/>
                  </a:ext>
                </a:extLst>
              </a:tr>
              <a:tr h="370840">
                <a:tc>
                  <a:txBody>
                    <a:bodyPr/>
                    <a:lstStyle/>
                    <a:p>
                      <a:pPr marL="285750" indent="-285750" algn="l">
                        <a:buFont typeface="Arial" panose="020B0604020202020204" pitchFamily="34" charset="0"/>
                        <a:buChar char="•"/>
                      </a:pPr>
                      <a:r>
                        <a:rPr lang="en-US" sz="1800" dirty="0">
                          <a:latin typeface="Tahoma" panose="020B0604030504040204" pitchFamily="34" charset="0"/>
                          <a:ea typeface="Tahoma" panose="020B0604030504040204" pitchFamily="34" charset="0"/>
                          <a:cs typeface="Tahoma" panose="020B0604030504040204" pitchFamily="34" charset="0"/>
                        </a:rPr>
                        <a:t>Starts with a random policy</a:t>
                      </a:r>
                    </a:p>
                    <a:p>
                      <a:pPr marL="285750" indent="-285750" algn="l">
                        <a:buFont typeface="Arial" panose="020B0604020202020204" pitchFamily="34" charset="0"/>
                        <a:buChar char="•"/>
                      </a:pPr>
                      <a:r>
                        <a:rPr lang="en-US" sz="1800" dirty="0">
                          <a:latin typeface="Tahoma" panose="020B0604030504040204" pitchFamily="34" charset="0"/>
                          <a:ea typeface="Tahoma" panose="020B0604030504040204" pitchFamily="34" charset="0"/>
                          <a:cs typeface="Tahoma" panose="020B0604030504040204" pitchFamily="34" charset="0"/>
                        </a:rPr>
                        <a:t>Algorithm is more complex</a:t>
                      </a:r>
                    </a:p>
                    <a:p>
                      <a:pPr marL="285750" indent="-285750" algn="l">
                        <a:buFont typeface="Arial" panose="020B0604020202020204" pitchFamily="34" charset="0"/>
                        <a:buChar char="•"/>
                      </a:pPr>
                      <a:r>
                        <a:rPr lang="en-US" sz="1800" dirty="0">
                          <a:latin typeface="Tahoma" panose="020B0604030504040204" pitchFamily="34" charset="0"/>
                          <a:ea typeface="Tahoma" panose="020B0604030504040204" pitchFamily="34" charset="0"/>
                          <a:cs typeface="Tahoma" panose="020B0604030504040204" pitchFamily="34" charset="0"/>
                        </a:rPr>
                        <a:t>Guaranteed to converge</a:t>
                      </a:r>
                    </a:p>
                    <a:p>
                      <a:pPr marL="285750" indent="-285750" algn="l">
                        <a:buFont typeface="Arial" panose="020B0604020202020204" pitchFamily="34" charset="0"/>
                        <a:buChar char="•"/>
                      </a:pPr>
                      <a:r>
                        <a:rPr lang="en-US" sz="1800" dirty="0">
                          <a:latin typeface="Tahoma" panose="020B0604030504040204" pitchFamily="34" charset="0"/>
                          <a:ea typeface="Tahoma" panose="020B0604030504040204" pitchFamily="34" charset="0"/>
                          <a:cs typeface="Tahoma" panose="020B0604030504040204" pitchFamily="34" charset="0"/>
                        </a:rPr>
                        <a:t>Cheaper to compute</a:t>
                      </a:r>
                    </a:p>
                    <a:p>
                      <a:pPr marL="285750" indent="-285750" algn="l">
                        <a:buFont typeface="Arial" panose="020B0604020202020204" pitchFamily="34" charset="0"/>
                        <a:buChar char="•"/>
                      </a:pPr>
                      <a:r>
                        <a:rPr lang="en-US" sz="1800" dirty="0">
                          <a:latin typeface="Tahoma" panose="020B0604030504040204" pitchFamily="34" charset="0"/>
                          <a:ea typeface="Tahoma" panose="020B0604030504040204" pitchFamily="34" charset="0"/>
                          <a:cs typeface="Tahoma" panose="020B0604030504040204" pitchFamily="34" charset="0"/>
                        </a:rPr>
                        <a:t>Requires few iterations to converge</a:t>
                      </a:r>
                    </a:p>
                    <a:p>
                      <a:pPr marL="285750" indent="-285750" algn="l">
                        <a:buFont typeface="Arial" panose="020B0604020202020204" pitchFamily="34" charset="0"/>
                        <a:buChar char="•"/>
                      </a:pPr>
                      <a:r>
                        <a:rPr lang="en-US" sz="1800" dirty="0">
                          <a:latin typeface="Tahoma" panose="020B0604030504040204" pitchFamily="34" charset="0"/>
                          <a:ea typeface="Tahoma" panose="020B0604030504040204" pitchFamily="34" charset="0"/>
                          <a:cs typeface="Tahoma" panose="020B0604030504040204" pitchFamily="34" charset="0"/>
                        </a:rPr>
                        <a:t>Faster</a:t>
                      </a:r>
                    </a:p>
                  </a:txBody>
                  <a:tcPr>
                    <a:solidFill>
                      <a:schemeClr val="bg1"/>
                    </a:solidFill>
                  </a:tcPr>
                </a:tc>
                <a:tc>
                  <a:txBody>
                    <a:bodyPr/>
                    <a:lstStyle/>
                    <a:p>
                      <a:pPr marL="285750" indent="-285750" algn="l">
                        <a:buFont typeface="Arial" panose="020B0604020202020204" pitchFamily="34" charset="0"/>
                        <a:buChar char="•"/>
                      </a:pPr>
                      <a:r>
                        <a:rPr lang="en-US" sz="1800" dirty="0">
                          <a:latin typeface="Tahoma" panose="020B0604030504040204" pitchFamily="34" charset="0"/>
                          <a:ea typeface="Tahoma" panose="020B0604030504040204" pitchFamily="34" charset="0"/>
                          <a:cs typeface="Tahoma" panose="020B0604030504040204" pitchFamily="34" charset="0"/>
                        </a:rPr>
                        <a:t>Starts with a random value function</a:t>
                      </a:r>
                    </a:p>
                    <a:p>
                      <a:pPr marL="285750" indent="-285750" algn="l">
                        <a:buFont typeface="Arial" panose="020B0604020202020204" pitchFamily="34" charset="0"/>
                        <a:buChar char="•"/>
                      </a:pPr>
                      <a:r>
                        <a:rPr lang="en-US" sz="1800" dirty="0">
                          <a:latin typeface="Tahoma" panose="020B0604030504040204" pitchFamily="34" charset="0"/>
                          <a:ea typeface="Tahoma" panose="020B0604030504040204" pitchFamily="34" charset="0"/>
                          <a:cs typeface="Tahoma" panose="020B0604030504040204" pitchFamily="34" charset="0"/>
                        </a:rPr>
                        <a:t>Algorithm is simpler</a:t>
                      </a:r>
                    </a:p>
                    <a:p>
                      <a:pPr marL="285750" indent="-285750" algn="l">
                        <a:buFont typeface="Arial" panose="020B0604020202020204" pitchFamily="34" charset="0"/>
                        <a:buChar char="•"/>
                      </a:pPr>
                      <a:r>
                        <a:rPr lang="en-US" sz="1800" dirty="0">
                          <a:latin typeface="Tahoma" panose="020B0604030504040204" pitchFamily="34" charset="0"/>
                          <a:ea typeface="Tahoma" panose="020B0604030504040204" pitchFamily="34" charset="0"/>
                          <a:cs typeface="Tahoma" panose="020B0604030504040204" pitchFamily="34" charset="0"/>
                        </a:rPr>
                        <a:t>Guaranteed to converge</a:t>
                      </a:r>
                    </a:p>
                    <a:p>
                      <a:pPr marL="285750" indent="-285750" algn="l">
                        <a:buFont typeface="Arial" panose="020B0604020202020204" pitchFamily="34" charset="0"/>
                        <a:buChar char="•"/>
                      </a:pPr>
                      <a:r>
                        <a:rPr lang="en-US" sz="1800" dirty="0">
                          <a:latin typeface="Tahoma" panose="020B0604030504040204" pitchFamily="34" charset="0"/>
                          <a:ea typeface="Tahoma" panose="020B0604030504040204" pitchFamily="34" charset="0"/>
                          <a:cs typeface="Tahoma" panose="020B0604030504040204" pitchFamily="34" charset="0"/>
                        </a:rPr>
                        <a:t>More expensive to compute</a:t>
                      </a:r>
                    </a:p>
                    <a:p>
                      <a:pPr marL="285750" indent="-285750" algn="l">
                        <a:buFont typeface="Arial" panose="020B0604020202020204" pitchFamily="34" charset="0"/>
                        <a:buChar char="•"/>
                      </a:pPr>
                      <a:r>
                        <a:rPr lang="en-US" sz="1800" dirty="0">
                          <a:latin typeface="Tahoma" panose="020B0604030504040204" pitchFamily="34" charset="0"/>
                          <a:ea typeface="Tahoma" panose="020B0604030504040204" pitchFamily="34" charset="0"/>
                          <a:cs typeface="Tahoma" panose="020B0604030504040204" pitchFamily="34" charset="0"/>
                        </a:rPr>
                        <a:t>Requires more iterations to converge</a:t>
                      </a:r>
                    </a:p>
                    <a:p>
                      <a:pPr marL="285750" indent="-285750" algn="l">
                        <a:buFont typeface="Arial" panose="020B0604020202020204" pitchFamily="34" charset="0"/>
                        <a:buChar char="•"/>
                      </a:pPr>
                      <a:r>
                        <a:rPr lang="en-US" sz="1800" dirty="0">
                          <a:latin typeface="Tahoma" panose="020B0604030504040204" pitchFamily="34" charset="0"/>
                          <a:ea typeface="Tahoma" panose="020B0604030504040204" pitchFamily="34" charset="0"/>
                          <a:cs typeface="Tahoma" panose="020B0604030504040204" pitchFamily="34" charset="0"/>
                        </a:rPr>
                        <a:t>Slower</a:t>
                      </a:r>
                    </a:p>
                  </a:txBody>
                  <a:tcPr>
                    <a:solidFill>
                      <a:schemeClr val="bg1"/>
                    </a:solidFill>
                  </a:tcPr>
                </a:tc>
                <a:extLst>
                  <a:ext uri="{0D108BD9-81ED-4DB2-BD59-A6C34878D82A}">
                    <a16:rowId xmlns:a16="http://schemas.microsoft.com/office/drawing/2014/main" val="4184256095"/>
                  </a:ext>
                </a:extLst>
              </a:tr>
            </a:tbl>
          </a:graphicData>
        </a:graphic>
      </p:graphicFrame>
      <p:sp>
        <p:nvSpPr>
          <p:cNvPr id="3" name="Slide Number Placeholder 2">
            <a:extLst>
              <a:ext uri="{FF2B5EF4-FFF2-40B4-BE49-F238E27FC236}">
                <a16:creationId xmlns:a16="http://schemas.microsoft.com/office/drawing/2014/main" id="{559FAC3A-AB6A-FCF4-9459-89609B7D8700}"/>
              </a:ext>
            </a:extLst>
          </p:cNvPr>
          <p:cNvSpPr>
            <a:spLocks noGrp="1"/>
          </p:cNvSpPr>
          <p:nvPr>
            <p:ph type="sldNum" sz="quarter" idx="2"/>
          </p:nvPr>
        </p:nvSpPr>
        <p:spPr/>
        <p:txBody>
          <a:bodyPr/>
          <a:lstStyle/>
          <a:p>
            <a:fld id="{86CB4B4D-7CA3-9044-876B-883B54F8677D}" type="slidenum">
              <a:rPr lang="en-US" smtClean="0"/>
              <a:t>61</a:t>
            </a:fld>
            <a:endParaRPr lang="en-US"/>
          </a:p>
        </p:txBody>
      </p:sp>
      <p:sp>
        <p:nvSpPr>
          <p:cNvPr id="8" name="Date Placeholder 3">
            <a:extLst>
              <a:ext uri="{FF2B5EF4-FFF2-40B4-BE49-F238E27FC236}">
                <a16:creationId xmlns:a16="http://schemas.microsoft.com/office/drawing/2014/main" id="{59F864F0-6674-55F9-E9CB-FE923E945918}"/>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Footer Placeholder 5">
            <a:extLst>
              <a:ext uri="{FF2B5EF4-FFF2-40B4-BE49-F238E27FC236}">
                <a16:creationId xmlns:a16="http://schemas.microsoft.com/office/drawing/2014/main" id="{6E056C7D-76E3-9B10-6216-C58EB11C64B9}"/>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3" name="Slide Number Placeholder 7">
            <a:extLst>
              <a:ext uri="{FF2B5EF4-FFF2-40B4-BE49-F238E27FC236}">
                <a16:creationId xmlns:a16="http://schemas.microsoft.com/office/drawing/2014/main" id="{11FF4335-1C7C-2E59-68BF-75D64B4EA198}"/>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61</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3887666157"/>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mc:AlternateContent xmlns:mc="http://schemas.openxmlformats.org/markup-compatibility/2006" xmlns:a14="http://schemas.microsoft.com/office/drawing/2010/main">
        <mc:Choice Requires="a14">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783313" y="1312351"/>
                <a:ext cx="8055887" cy="5013325"/>
              </a:xfrm>
            </p:spPr>
            <p:txBody>
              <a:bodyPr/>
              <a:lstStyle/>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What enables us to use iterative recursive decomposition is the principle of optimality.</a:t>
                </a:r>
              </a:p>
              <a:p>
                <a:pPr>
                  <a:spcAft>
                    <a:spcPts val="600"/>
                  </a:spcAft>
                </a:pPr>
                <a:r>
                  <a:rPr lang="en-US" b="0" dirty="0">
                    <a:latin typeface="Tahoma" panose="020B0604030504040204" pitchFamily="34" charset="0"/>
                    <a:ea typeface="Tahoma" panose="020B0604030504040204" pitchFamily="34" charset="0"/>
                    <a:cs typeface="Tahoma" panose="020B0604030504040204" pitchFamily="34" charset="0"/>
                  </a:rPr>
                  <a:t>Any optimal policy can be subdivided into two components: </a:t>
                </a:r>
              </a:p>
              <a:p>
                <a:pPr marL="1203325" indent="-685800">
                  <a:buSzPct val="85000"/>
                  <a:buFont typeface="Wingdings 3" panose="05040102010807070707" pitchFamily="18" charset="2"/>
                  <a:buChar char=""/>
                </a:pPr>
                <a:r>
                  <a:rPr lang="en-US" b="0" dirty="0">
                    <a:latin typeface="Tahoma" panose="020B0604030504040204" pitchFamily="34" charset="0"/>
                    <a:ea typeface="Tahoma" panose="020B0604030504040204" pitchFamily="34" charset="0"/>
                    <a:cs typeface="Tahoma" panose="020B0604030504040204" pitchFamily="34" charset="0"/>
                  </a:rPr>
                  <a:t>an optimal first action </a:t>
                </a:r>
                <a14:m>
                  <m:oMath xmlns:m="http://schemas.openxmlformats.org/officeDocument/2006/math">
                    <m:sSub>
                      <m:sSubPr>
                        <m:ctrlPr>
                          <a:rPr lang="en-US" b="0" i="1" smtClean="0">
                            <a:latin typeface="Cambria Math" panose="02040503050406030204" pitchFamily="18" charset="0"/>
                            <a:ea typeface="Tahoma" panose="020B0604030504040204" pitchFamily="34" charset="0"/>
                            <a:cs typeface="Tahoma" panose="020B0604030504040204" pitchFamily="34" charset="0"/>
                          </a:rPr>
                        </m:ctrlPr>
                      </m:sSubPr>
                      <m:e>
                        <m:r>
                          <a:rPr lang="en-US" b="0" i="1" smtClean="0">
                            <a:latin typeface="Cambria Math" panose="02040503050406030204" pitchFamily="18" charset="0"/>
                            <a:ea typeface="Tahoma" panose="020B0604030504040204" pitchFamily="34" charset="0"/>
                            <a:cs typeface="Tahoma" panose="020B0604030504040204" pitchFamily="34" charset="0"/>
                          </a:rPr>
                          <m:t>𝐴</m:t>
                        </m:r>
                      </m:e>
                      <m:sub>
                        <m:r>
                          <a:rPr lang="en-US" b="0" i="1" smtClean="0">
                            <a:latin typeface="Cambria Math" panose="02040503050406030204" pitchFamily="18" charset="0"/>
                            <a:ea typeface="Cambria Math" panose="02040503050406030204" pitchFamily="18" charset="0"/>
                            <a:cs typeface="Tahoma" panose="020B0604030504040204" pitchFamily="34" charset="0"/>
                          </a:rPr>
                          <m:t>⋆</m:t>
                        </m:r>
                      </m:sub>
                    </m:sSub>
                  </m:oMath>
                </a14:m>
                <a:endParaRPr lang="en-US" b="0" dirty="0">
                  <a:latin typeface="Tahoma" panose="020B0604030504040204" pitchFamily="34" charset="0"/>
                  <a:ea typeface="Tahoma" panose="020B0604030504040204" pitchFamily="34" charset="0"/>
                  <a:cs typeface="Tahoma" panose="020B0604030504040204" pitchFamily="34" charset="0"/>
                </a:endParaRPr>
              </a:p>
              <a:p>
                <a:pPr marL="1203325" indent="-685800">
                  <a:buSzPct val="85000"/>
                  <a:buFont typeface="Wingdings 3" panose="05040102010807070707" pitchFamily="18" charset="2"/>
                  <a:buChar char=""/>
                </a:pPr>
                <a:r>
                  <a:rPr lang="en-US" b="0" dirty="0">
                    <a:latin typeface="Tahoma" panose="020B0604030504040204" pitchFamily="34" charset="0"/>
                    <a:ea typeface="Tahoma" panose="020B0604030504040204" pitchFamily="34" charset="0"/>
                    <a:cs typeface="Tahoma" panose="020B0604030504040204" pitchFamily="34" charset="0"/>
                  </a:rPr>
                  <a:t>an optimal policy from the successor state </a:t>
                </a:r>
                <a14:m>
                  <m:oMath xmlns:m="http://schemas.openxmlformats.org/officeDocument/2006/math">
                    <m:r>
                      <a:rPr lang="en-US" b="0" i="1" dirty="0" smtClean="0">
                        <a:latin typeface="Cambria Math" panose="02040503050406030204" pitchFamily="18" charset="0"/>
                        <a:ea typeface="Tahoma" panose="020B0604030504040204" pitchFamily="34" charset="0"/>
                        <a:cs typeface="Tahoma" panose="020B0604030504040204" pitchFamily="34" charset="0"/>
                      </a:rPr>
                      <m:t>𝑆</m:t>
                    </m:r>
                  </m:oMath>
                </a14:m>
                <a:endParaRPr lang="en-US" b="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2" name="Text Placeholder 11">
                <a:extLst>
                  <a:ext uri="{FF2B5EF4-FFF2-40B4-BE49-F238E27FC236}">
                    <a16:creationId xmlns:a16="http://schemas.microsoft.com/office/drawing/2014/main" id="{D9B4FA66-70DB-AA66-E0B4-617169B6E814}"/>
                  </a:ext>
                </a:extLst>
              </p:cNvPr>
              <p:cNvSpPr>
                <a:spLocks noGrp="1" noRot="1" noChangeAspect="1" noMove="1" noResize="1" noEditPoints="1" noAdjustHandles="1" noChangeArrowheads="1" noChangeShapeType="1" noTextEdit="1"/>
              </p:cNvSpPr>
              <p:nvPr>
                <p:ph type="body" idx="1"/>
              </p:nvPr>
            </p:nvSpPr>
            <p:spPr>
              <a:xfrm>
                <a:off x="783313" y="1312351"/>
                <a:ext cx="8055887" cy="5013325"/>
              </a:xfrm>
              <a:blipFill>
                <a:blip r:embed="rId3"/>
                <a:stretch>
                  <a:fillRect l="-76" t="-972"/>
                </a:stretch>
              </a:blipFill>
            </p:spPr>
            <p:txBody>
              <a:bodyPr/>
              <a:lstStyle/>
              <a:p>
                <a:r>
                  <a:rPr lang="en-US">
                    <a:noFill/>
                  </a:rPr>
                  <a:t> </a:t>
                </a:r>
              </a:p>
            </p:txBody>
          </p:sp>
        </mc:Fallback>
      </mc:AlternateContent>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a:bodyPr>
          <a:lstStyle>
            <a:lvl1pPr indent="0"/>
          </a:lstStyle>
          <a:p>
            <a:pPr marL="121602" marR="40639" algn="l" defTabSz="914400"/>
            <a:r>
              <a:rPr lang="en-US" sz="3200" b="0" dirty="0">
                <a:uFill>
                  <a:solidFill>
                    <a:srgbClr val="000000"/>
                  </a:solidFill>
                </a:uFill>
                <a:latin typeface="+mn-lt"/>
                <a:ea typeface="+mn-ea"/>
                <a:cs typeface="+mn-cs"/>
                <a:sym typeface="Arial"/>
              </a:rPr>
              <a:t>Principle of Optimality</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grpSp>
        <p:nvGrpSpPr>
          <p:cNvPr id="16" name="Group 15">
            <a:extLst>
              <a:ext uri="{FF2B5EF4-FFF2-40B4-BE49-F238E27FC236}">
                <a16:creationId xmlns:a16="http://schemas.microsoft.com/office/drawing/2014/main" id="{D4B583C3-2E80-5A47-C2F0-7DE844DBD9A7}"/>
              </a:ext>
            </a:extLst>
          </p:cNvPr>
          <p:cNvGrpSpPr/>
          <p:nvPr/>
        </p:nvGrpSpPr>
        <p:grpSpPr>
          <a:xfrm>
            <a:off x="455415" y="4320906"/>
            <a:ext cx="8383786" cy="2231927"/>
            <a:chOff x="753387" y="4672204"/>
            <a:chExt cx="7787185" cy="2231927"/>
          </a:xfrm>
        </p:grpSpPr>
        <p:grpSp>
          <p:nvGrpSpPr>
            <p:cNvPr id="2" name="Group 1">
              <a:extLst>
                <a:ext uri="{FF2B5EF4-FFF2-40B4-BE49-F238E27FC236}">
                  <a16:creationId xmlns:a16="http://schemas.microsoft.com/office/drawing/2014/main" id="{AB3667D6-E16F-8990-7FBE-287CFA1EF526}"/>
                </a:ext>
              </a:extLst>
            </p:cNvPr>
            <p:cNvGrpSpPr/>
            <p:nvPr/>
          </p:nvGrpSpPr>
          <p:grpSpPr>
            <a:xfrm>
              <a:off x="753387" y="4672204"/>
              <a:ext cx="7787184" cy="2231927"/>
              <a:chOff x="2804157" y="2818825"/>
              <a:chExt cx="7208744" cy="1162454"/>
            </a:xfrm>
          </p:grpSpPr>
          <p:sp>
            <p:nvSpPr>
              <p:cNvPr id="3" name="Rectangle: Rounded Corners 2">
                <a:extLst>
                  <a:ext uri="{FF2B5EF4-FFF2-40B4-BE49-F238E27FC236}">
                    <a16:creationId xmlns:a16="http://schemas.microsoft.com/office/drawing/2014/main" id="{6AA046C7-0D18-59E6-AF43-A77CE83FB483}"/>
                  </a:ext>
                </a:extLst>
              </p:cNvPr>
              <p:cNvSpPr/>
              <p:nvPr/>
            </p:nvSpPr>
            <p:spPr>
              <a:xfrm>
                <a:off x="2804157" y="2996138"/>
                <a:ext cx="7193279" cy="985141"/>
              </a:xfrm>
              <a:prstGeom prst="roundRect">
                <a:avLst>
                  <a:gd name="adj" fmla="val 8117"/>
                </a:avLst>
              </a:prstGeom>
              <a:solidFill>
                <a:schemeClr val="accent6">
                  <a:lumMod val="20000"/>
                  <a:lumOff val="80000"/>
                </a:schemeClr>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0" tIns="0" rIns="0" bIns="0" rtlCol="0" anchor="ctr"/>
              <a:lstStyle/>
              <a:p>
                <a:pPr marL="285750" indent="-285750">
                  <a:spcBef>
                    <a:spcPts val="600"/>
                  </a:spcBef>
                  <a:spcAft>
                    <a:spcPts val="600"/>
                  </a:spcAft>
                  <a:buClr>
                    <a:schemeClr val="tx1"/>
                  </a:buClr>
                  <a:buSzPct val="120000"/>
                  <a:buBlip>
                    <a:blip r:embed="rId4"/>
                  </a:buBlip>
                </a:pPr>
                <a:endParaRPr lang="en-MY"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8" name="Rectangle: Top Corners Rounded 7">
                <a:extLst>
                  <a:ext uri="{FF2B5EF4-FFF2-40B4-BE49-F238E27FC236}">
                    <a16:creationId xmlns:a16="http://schemas.microsoft.com/office/drawing/2014/main" id="{9ED38416-E4EF-55AF-1A81-909592E6A134}"/>
                  </a:ext>
                </a:extLst>
              </p:cNvPr>
              <p:cNvSpPr/>
              <p:nvPr/>
            </p:nvSpPr>
            <p:spPr>
              <a:xfrm flipH="1" flipV="1">
                <a:off x="2813458" y="2829634"/>
                <a:ext cx="7199443" cy="245670"/>
              </a:xfrm>
              <a:prstGeom prst="round2SameRect">
                <a:avLst>
                  <a:gd name="adj1" fmla="val 0"/>
                  <a:gd name="adj2" fmla="val 50000"/>
                </a:avLst>
              </a:prstGeom>
              <a:solidFill>
                <a:schemeClr val="bg1">
                  <a:lumMod val="7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13" name="TextBox 12">
                <a:extLst>
                  <a:ext uri="{FF2B5EF4-FFF2-40B4-BE49-F238E27FC236}">
                    <a16:creationId xmlns:a16="http://schemas.microsoft.com/office/drawing/2014/main" id="{354AA525-BC16-5C94-D4E3-F9A91CF0F708}"/>
                  </a:ext>
                </a:extLst>
              </p:cNvPr>
              <p:cNvSpPr txBox="1"/>
              <p:nvPr/>
            </p:nvSpPr>
            <p:spPr>
              <a:xfrm>
                <a:off x="2838024" y="2818825"/>
                <a:ext cx="6692802" cy="256479"/>
              </a:xfrm>
              <a:prstGeom prst="rect">
                <a:avLst/>
              </a:prstGeom>
              <a:noFill/>
            </p:spPr>
            <p:txBody>
              <a:bodyPr wrap="square" rtlCol="0">
                <a:spAutoFit/>
              </a:bodyPr>
              <a:lstStyle/>
              <a:p>
                <a:pPr algn="l">
                  <a:spcAft>
                    <a:spcPts val="600"/>
                  </a:spcAft>
                </a:pPr>
                <a:r>
                  <a:rPr lang="en-US" sz="2600" dirty="0">
                    <a:solidFill>
                      <a:srgbClr val="B34836"/>
                    </a:solidFill>
                    <a:latin typeface="Tahoma" panose="020B0604030504040204" pitchFamily="34" charset="0"/>
                    <a:ea typeface="Tahoma" panose="020B0604030504040204" pitchFamily="34" charset="0"/>
                    <a:cs typeface="Tahoma" panose="020B0604030504040204" pitchFamily="34" charset="0"/>
                  </a:rPr>
                  <a:t>Theorem (Principle of Optimality)</a:t>
                </a:r>
              </a:p>
            </p:txBody>
          </p:sp>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D1023A9-A64D-93B0-8C36-9E040156B1C4}"/>
                    </a:ext>
                  </a:extLst>
                </p:cNvPr>
                <p:cNvSpPr txBox="1"/>
                <p:nvPr/>
              </p:nvSpPr>
              <p:spPr>
                <a:xfrm>
                  <a:off x="789971" y="5144338"/>
                  <a:ext cx="7750601" cy="16927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457200" indent="-457200" algn="l">
                    <a:buSzPct val="154000"/>
                    <a:buFont typeface="Arial" panose="020B0604020202020204" pitchFamily="34" charset="0"/>
                    <a:buChar char="•"/>
                  </a:pPr>
                  <a:r>
                    <a:rPr lang="en-US" sz="2600" b="0" dirty="0">
                      <a:latin typeface="Tahoma" panose="020B0604030504040204" pitchFamily="34" charset="0"/>
                      <a:ea typeface="Tahoma" panose="020B0604030504040204" pitchFamily="34" charset="0"/>
                      <a:cs typeface="Tahoma" panose="020B0604030504040204" pitchFamily="34" charset="0"/>
                    </a:rPr>
                    <a:t>A policy </a:t>
                  </a:r>
                  <a14:m>
                    <m:oMath xmlns:m="http://schemas.openxmlformats.org/officeDocument/2006/math">
                      <m:r>
                        <a:rPr lang="en-US" sz="2600" b="0" i="1" smtClean="0">
                          <a:latin typeface="Cambria Math" panose="02040503050406030204" pitchFamily="18" charset="0"/>
                          <a:ea typeface="Tahoma" panose="020B0604030504040204" pitchFamily="34" charset="0"/>
                          <a:cs typeface="Tahoma" panose="020B0604030504040204" pitchFamily="34" charset="0"/>
                        </a:rPr>
                        <m:t>𝜋</m:t>
                      </m:r>
                    </m:oMath>
                  </a14:m>
                  <a:r>
                    <a:rPr lang="en-US" sz="2600" b="0" dirty="0">
                      <a:latin typeface="Tahoma" panose="020B0604030504040204" pitchFamily="34" charset="0"/>
                      <a:ea typeface="Tahoma" panose="020B0604030504040204" pitchFamily="34" charset="0"/>
                      <a:cs typeface="Tahoma" panose="020B0604030504040204" pitchFamily="34" charset="0"/>
                    </a:rPr>
                    <a:t> achieves the optimal value from state </a:t>
                  </a:r>
                  <a14:m>
                    <m:oMath xmlns:m="http://schemas.openxmlformats.org/officeDocument/2006/math">
                      <m:r>
                        <a:rPr lang="en-US" sz="2600" b="0" i="1" dirty="0" smtClean="0">
                          <a:latin typeface="Cambria Math" panose="02040503050406030204" pitchFamily="18" charset="0"/>
                          <a:ea typeface="Tahoma" panose="020B0604030504040204" pitchFamily="34" charset="0"/>
                          <a:cs typeface="Tahoma" panose="020B0604030504040204" pitchFamily="34" charset="0"/>
                        </a:rPr>
                        <m:t>𝑠</m:t>
                      </m:r>
                      <m:r>
                        <a:rPr lang="en-US" sz="2600" b="0" i="1" dirty="0" smtClean="0">
                          <a:latin typeface="Cambria Math" panose="02040503050406030204" pitchFamily="18" charset="0"/>
                          <a:ea typeface="Tahoma" panose="020B0604030504040204" pitchFamily="34" charset="0"/>
                          <a:cs typeface="Tahoma" panose="020B0604030504040204" pitchFamily="34" charset="0"/>
                        </a:rPr>
                        <m:t>, </m:t>
                      </m:r>
                      <m:sSub>
                        <m:sSubPr>
                          <m:ctrlPr>
                            <a:rPr lang="en-US" sz="2600" b="0" i="1" dirty="0" smtClean="0">
                              <a:latin typeface="Cambria Math" panose="02040503050406030204" pitchFamily="18" charset="0"/>
                              <a:ea typeface="Tahoma" panose="020B0604030504040204" pitchFamily="34" charset="0"/>
                              <a:cs typeface="Tahoma" panose="020B0604030504040204" pitchFamily="34" charset="0"/>
                            </a:rPr>
                          </m:ctrlPr>
                        </m:sSubPr>
                        <m:e>
                          <m:r>
                            <a:rPr lang="en-US" sz="2600" b="0" i="1" dirty="0" smtClean="0">
                              <a:latin typeface="Cambria Math" panose="02040503050406030204" pitchFamily="18" charset="0"/>
                              <a:ea typeface="Tahoma" panose="020B0604030504040204" pitchFamily="34" charset="0"/>
                              <a:cs typeface="Tahoma" panose="020B0604030504040204" pitchFamily="34" charset="0"/>
                            </a:rPr>
                            <m:t>𝑣</m:t>
                          </m:r>
                        </m:e>
                        <m:sub>
                          <m:r>
                            <a:rPr lang="en-US" sz="2600" b="0" i="1" dirty="0" smtClean="0">
                              <a:latin typeface="Cambria Math" panose="02040503050406030204" pitchFamily="18" charset="0"/>
                              <a:ea typeface="Tahoma" panose="020B0604030504040204" pitchFamily="34" charset="0"/>
                              <a:cs typeface="Tahoma" panose="020B0604030504040204" pitchFamily="34" charset="0"/>
                            </a:rPr>
                            <m:t>𝜋</m:t>
                          </m:r>
                        </m:sub>
                      </m:sSub>
                      <m:d>
                        <m:dPr>
                          <m:ctrlPr>
                            <a:rPr lang="en-US" sz="2600" b="0" i="1" dirty="0" smtClean="0">
                              <a:latin typeface="Cambria Math" panose="02040503050406030204" pitchFamily="18" charset="0"/>
                              <a:ea typeface="Tahoma" panose="020B0604030504040204" pitchFamily="34" charset="0"/>
                              <a:cs typeface="Tahoma" panose="020B0604030504040204" pitchFamily="34" charset="0"/>
                            </a:rPr>
                          </m:ctrlPr>
                        </m:dPr>
                        <m:e>
                          <m:r>
                            <a:rPr lang="en-US" sz="2600" b="0" i="1" dirty="0" smtClean="0">
                              <a:latin typeface="Cambria Math" panose="02040503050406030204" pitchFamily="18" charset="0"/>
                              <a:ea typeface="Tahoma" panose="020B0604030504040204" pitchFamily="34" charset="0"/>
                              <a:cs typeface="Tahoma" panose="020B0604030504040204" pitchFamily="34" charset="0"/>
                            </a:rPr>
                            <m:t>𝑠</m:t>
                          </m:r>
                        </m:e>
                      </m:d>
                      <m:r>
                        <a:rPr lang="en-US" sz="2600" b="0" i="1" dirty="0" smtClean="0">
                          <a:latin typeface="Cambria Math" panose="02040503050406030204" pitchFamily="18" charset="0"/>
                          <a:ea typeface="Tahoma" panose="020B0604030504040204" pitchFamily="34" charset="0"/>
                          <a:cs typeface="Tahoma" panose="020B0604030504040204" pitchFamily="34" charset="0"/>
                        </a:rPr>
                        <m:t>=</m:t>
                      </m:r>
                      <m:sSub>
                        <m:sSubPr>
                          <m:ctrlPr>
                            <a:rPr lang="en-US" sz="2600" b="0" i="1" dirty="0" smtClean="0">
                              <a:latin typeface="Cambria Math" panose="02040503050406030204" pitchFamily="18" charset="0"/>
                              <a:ea typeface="Tahoma" panose="020B0604030504040204" pitchFamily="34" charset="0"/>
                              <a:cs typeface="Tahoma" panose="020B0604030504040204" pitchFamily="34" charset="0"/>
                            </a:rPr>
                          </m:ctrlPr>
                        </m:sSubPr>
                        <m:e>
                          <m:r>
                            <a:rPr lang="en-US" sz="2600" b="0" i="1" dirty="0" smtClean="0">
                              <a:latin typeface="Cambria Math" panose="02040503050406030204" pitchFamily="18" charset="0"/>
                              <a:ea typeface="Tahoma" panose="020B0604030504040204" pitchFamily="34" charset="0"/>
                              <a:cs typeface="Tahoma" panose="020B0604030504040204" pitchFamily="34" charset="0"/>
                            </a:rPr>
                            <m:t>𝑣</m:t>
                          </m:r>
                        </m:e>
                        <m:sub>
                          <m:r>
                            <a:rPr lang="en-US" sz="2600" b="0" i="1" dirty="0" smtClean="0">
                              <a:latin typeface="Cambria Math" panose="02040503050406030204" pitchFamily="18" charset="0"/>
                              <a:ea typeface="Cambria Math" panose="02040503050406030204" pitchFamily="18" charset="0"/>
                              <a:cs typeface="Tahoma" panose="020B0604030504040204" pitchFamily="34" charset="0"/>
                            </a:rPr>
                            <m:t>⋆</m:t>
                          </m:r>
                        </m:sub>
                      </m:sSub>
                      <m:d>
                        <m:dPr>
                          <m:ctrlPr>
                            <a:rPr lang="en-US" sz="2600" b="0" i="1" dirty="0" smtClean="0">
                              <a:latin typeface="Cambria Math" panose="02040503050406030204" pitchFamily="18" charset="0"/>
                              <a:ea typeface="Tahoma" panose="020B0604030504040204" pitchFamily="34" charset="0"/>
                              <a:cs typeface="Tahoma" panose="020B0604030504040204" pitchFamily="34" charset="0"/>
                            </a:rPr>
                          </m:ctrlPr>
                        </m:dPr>
                        <m:e>
                          <m:r>
                            <a:rPr lang="en-US" sz="2600" b="0" i="1" dirty="0" smtClean="0">
                              <a:latin typeface="Cambria Math" panose="02040503050406030204" pitchFamily="18" charset="0"/>
                              <a:ea typeface="Tahoma" panose="020B0604030504040204" pitchFamily="34" charset="0"/>
                              <a:cs typeface="Tahoma" panose="020B0604030504040204" pitchFamily="34" charset="0"/>
                            </a:rPr>
                            <m:t>𝑠</m:t>
                          </m:r>
                        </m:e>
                      </m:d>
                    </m:oMath>
                  </a14:m>
                  <a:r>
                    <a:rPr lang="en-US" sz="2600" b="0" dirty="0">
                      <a:latin typeface="Tahoma" panose="020B0604030504040204" pitchFamily="34" charset="0"/>
                      <a:ea typeface="Tahoma" panose="020B0604030504040204" pitchFamily="34" charset="0"/>
                      <a:cs typeface="Tahoma" panose="020B0604030504040204" pitchFamily="34" charset="0"/>
                    </a:rPr>
                    <a:t> </a:t>
                  </a:r>
                  <a:r>
                    <a:rPr lang="en-US" sz="2600" b="0" dirty="0" err="1">
                      <a:latin typeface="Tahoma" panose="020B0604030504040204" pitchFamily="34" charset="0"/>
                      <a:ea typeface="Tahoma" panose="020B0604030504040204" pitchFamily="34" charset="0"/>
                      <a:cs typeface="Tahoma" panose="020B0604030504040204" pitchFamily="34" charset="0"/>
                    </a:rPr>
                    <a:t>iff</a:t>
                  </a:r>
                  <a:r>
                    <a:rPr lang="en-US" sz="2600" b="0" dirty="0">
                      <a:latin typeface="Tahoma" panose="020B0604030504040204" pitchFamily="34" charset="0"/>
                      <a:ea typeface="Tahoma" panose="020B0604030504040204" pitchFamily="34" charset="0"/>
                      <a:cs typeface="Tahoma" panose="020B0604030504040204" pitchFamily="34" charset="0"/>
                    </a:rPr>
                    <a:t> for any state </a:t>
                  </a:r>
                  <a14:m>
                    <m:oMath xmlns:m="http://schemas.openxmlformats.org/officeDocument/2006/math">
                      <m:sSup>
                        <m:sSupPr>
                          <m:ctrlPr>
                            <a:rPr lang="en-US" sz="2600" b="0" i="1" smtClean="0">
                              <a:latin typeface="Cambria Math" panose="02040503050406030204" pitchFamily="18" charset="0"/>
                              <a:ea typeface="Tahoma" panose="020B0604030504040204" pitchFamily="34" charset="0"/>
                              <a:cs typeface="Tahoma" panose="020B0604030504040204" pitchFamily="34" charset="0"/>
                            </a:rPr>
                          </m:ctrlPr>
                        </m:sSupPr>
                        <m:e>
                          <m:r>
                            <a:rPr lang="en-US" sz="2600" b="0" i="1" smtClean="0">
                              <a:latin typeface="Cambria Math" panose="02040503050406030204" pitchFamily="18" charset="0"/>
                              <a:ea typeface="Tahoma" panose="020B0604030504040204" pitchFamily="34" charset="0"/>
                              <a:cs typeface="Tahoma" panose="020B0604030504040204" pitchFamily="34" charset="0"/>
                            </a:rPr>
                            <m:t>𝑠</m:t>
                          </m:r>
                        </m:e>
                        <m:sup>
                          <m:r>
                            <a:rPr lang="en-US" sz="2600" b="0" i="1" smtClean="0">
                              <a:latin typeface="Cambria Math" panose="02040503050406030204" pitchFamily="18" charset="0"/>
                              <a:ea typeface="Tahoma" panose="020B0604030504040204" pitchFamily="34" charset="0"/>
                              <a:cs typeface="Tahoma" panose="020B0604030504040204" pitchFamily="34" charset="0"/>
                            </a:rPr>
                            <m:t>′</m:t>
                          </m:r>
                        </m:sup>
                      </m:sSup>
                    </m:oMath>
                  </a14:m>
                  <a:r>
                    <a:rPr lang="en-US" sz="2600" b="0" dirty="0">
                      <a:latin typeface="Tahoma" panose="020B0604030504040204" pitchFamily="34" charset="0"/>
                      <a:ea typeface="Tahoma" panose="020B0604030504040204" pitchFamily="34" charset="0"/>
                      <a:cs typeface="Tahoma" panose="020B0604030504040204" pitchFamily="34" charset="0"/>
                    </a:rPr>
                    <a:t> reachable form </a:t>
                  </a:r>
                  <a14:m>
                    <m:oMath xmlns:m="http://schemas.openxmlformats.org/officeDocument/2006/math">
                      <m:r>
                        <a:rPr lang="en-US" sz="2600" b="0" i="1" smtClean="0">
                          <a:latin typeface="Cambria Math" panose="02040503050406030204" pitchFamily="18" charset="0"/>
                          <a:ea typeface="Tahoma" panose="020B0604030504040204" pitchFamily="34" charset="0"/>
                          <a:cs typeface="Tahoma" panose="020B0604030504040204" pitchFamily="34" charset="0"/>
                        </a:rPr>
                        <m:t>𝑠</m:t>
                      </m:r>
                    </m:oMath>
                  </a14:m>
                  <a:r>
                    <a:rPr lang="en-US" sz="2600" b="0" dirty="0">
                      <a:latin typeface="Tahoma" panose="020B0604030504040204" pitchFamily="34" charset="0"/>
                      <a:ea typeface="Tahoma" panose="020B0604030504040204" pitchFamily="34" charset="0"/>
                      <a:cs typeface="Tahoma" panose="020B0604030504040204" pitchFamily="34" charset="0"/>
                    </a:rPr>
                    <a:t> under </a:t>
                  </a:r>
                  <a14:m>
                    <m:oMath xmlns:m="http://schemas.openxmlformats.org/officeDocument/2006/math">
                      <m:r>
                        <a:rPr lang="en-US" sz="2600" b="0" i="1" smtClean="0">
                          <a:latin typeface="Cambria Math" panose="02040503050406030204" pitchFamily="18" charset="0"/>
                          <a:ea typeface="Tahoma" panose="020B0604030504040204" pitchFamily="34" charset="0"/>
                          <a:cs typeface="Tahoma" panose="020B0604030504040204" pitchFamily="34" charset="0"/>
                        </a:rPr>
                        <m:t>𝜋</m:t>
                      </m:r>
                    </m:oMath>
                  </a14:m>
                  <a:r>
                    <a:rPr lang="en-US" sz="2600" b="0" dirty="0">
                      <a:latin typeface="Tahoma" panose="020B0604030504040204" pitchFamily="34" charset="0"/>
                      <a:ea typeface="Tahoma" panose="020B0604030504040204" pitchFamily="34" charset="0"/>
                      <a:cs typeface="Tahoma" panose="020B0604030504040204" pitchFamily="34" charset="0"/>
                    </a:rPr>
                    <a:t> </a:t>
                  </a:r>
                </a:p>
                <a:p>
                  <a:pPr marL="457200" lvl="2" indent="-293688" algn="l">
                    <a:buFont typeface="Courier New" panose="02070309020205020404" pitchFamily="49" charset="0"/>
                    <a:buChar char="o"/>
                  </a:pPr>
                  <a14:m>
                    <m:oMath xmlns:m="http://schemas.openxmlformats.org/officeDocument/2006/math">
                      <m:r>
                        <a:rPr lang="en-US" sz="2600" b="0" i="1" smtClean="0">
                          <a:latin typeface="Cambria Math" panose="02040503050406030204" pitchFamily="18" charset="0"/>
                          <a:ea typeface="Tahoma" panose="020B0604030504040204" pitchFamily="34" charset="0"/>
                          <a:cs typeface="Tahoma" panose="020B0604030504040204" pitchFamily="34" charset="0"/>
                        </a:rPr>
                        <m:t>𝜋</m:t>
                      </m:r>
                    </m:oMath>
                  </a14:m>
                  <a:r>
                    <a:rPr lang="en-US" sz="2600" b="0" dirty="0">
                      <a:latin typeface="Tahoma" panose="020B0604030504040204" pitchFamily="34" charset="0"/>
                      <a:ea typeface="Tahoma" panose="020B0604030504040204" pitchFamily="34" charset="0"/>
                      <a:cs typeface="Tahoma" panose="020B0604030504040204" pitchFamily="34" charset="0"/>
                    </a:rPr>
                    <a:t> achieves the optimal value from </a:t>
                  </a:r>
                  <a14:m>
                    <m:oMath xmlns:m="http://schemas.openxmlformats.org/officeDocument/2006/math">
                      <m:sSup>
                        <m:sSupPr>
                          <m:ctrlPr>
                            <a:rPr lang="en-US" sz="2600" b="0" i="1" dirty="0" smtClean="0">
                              <a:latin typeface="Cambria Math" panose="02040503050406030204" pitchFamily="18" charset="0"/>
                              <a:ea typeface="Tahoma" panose="020B0604030504040204" pitchFamily="34" charset="0"/>
                              <a:cs typeface="Tahoma" panose="020B0604030504040204" pitchFamily="34" charset="0"/>
                            </a:rPr>
                          </m:ctrlPr>
                        </m:sSupPr>
                        <m:e>
                          <m:r>
                            <a:rPr lang="en-US" sz="2600" i="1" dirty="0">
                              <a:latin typeface="Cambria Math" panose="02040503050406030204" pitchFamily="18" charset="0"/>
                              <a:ea typeface="Tahoma" panose="020B0604030504040204" pitchFamily="34" charset="0"/>
                              <a:cs typeface="Tahoma" panose="020B0604030504040204" pitchFamily="34" charset="0"/>
                            </a:rPr>
                            <m:t>𝑠</m:t>
                          </m:r>
                        </m:e>
                        <m:sup>
                          <m:r>
                            <a:rPr lang="en-US" sz="2600" b="0" i="1" dirty="0" smtClean="0">
                              <a:latin typeface="Cambria Math" panose="02040503050406030204" pitchFamily="18" charset="0"/>
                              <a:ea typeface="Tahoma" panose="020B0604030504040204" pitchFamily="34" charset="0"/>
                              <a:cs typeface="Tahoma" panose="020B0604030504040204" pitchFamily="34" charset="0"/>
                            </a:rPr>
                            <m:t>′</m:t>
                          </m:r>
                        </m:sup>
                      </m:sSup>
                      <m:r>
                        <a:rPr lang="en-US" sz="2600" i="1" dirty="0">
                          <a:latin typeface="Cambria Math" panose="02040503050406030204" pitchFamily="18" charset="0"/>
                          <a:ea typeface="Tahoma" panose="020B0604030504040204" pitchFamily="34" charset="0"/>
                          <a:cs typeface="Tahoma" panose="020B0604030504040204" pitchFamily="34" charset="0"/>
                        </a:rPr>
                        <m:t>, </m:t>
                      </m:r>
                      <m:sSub>
                        <m:sSubPr>
                          <m:ctrlPr>
                            <a:rPr lang="en-US" sz="2600" i="1" dirty="0">
                              <a:latin typeface="Cambria Math" panose="02040503050406030204" pitchFamily="18" charset="0"/>
                              <a:ea typeface="Tahoma" panose="020B0604030504040204" pitchFamily="34" charset="0"/>
                              <a:cs typeface="Tahoma" panose="020B0604030504040204" pitchFamily="34" charset="0"/>
                            </a:rPr>
                          </m:ctrlPr>
                        </m:sSubPr>
                        <m:e>
                          <m:r>
                            <a:rPr lang="en-US" sz="2600" i="1" dirty="0">
                              <a:latin typeface="Cambria Math" panose="02040503050406030204" pitchFamily="18" charset="0"/>
                              <a:ea typeface="Tahoma" panose="020B0604030504040204" pitchFamily="34" charset="0"/>
                              <a:cs typeface="Tahoma" panose="020B0604030504040204" pitchFamily="34" charset="0"/>
                            </a:rPr>
                            <m:t>𝑣</m:t>
                          </m:r>
                        </m:e>
                        <m:sub>
                          <m:r>
                            <a:rPr lang="en-US" sz="2600" i="1" dirty="0">
                              <a:latin typeface="Cambria Math" panose="02040503050406030204" pitchFamily="18" charset="0"/>
                              <a:ea typeface="Tahoma" panose="020B0604030504040204" pitchFamily="34" charset="0"/>
                              <a:cs typeface="Tahoma" panose="020B0604030504040204" pitchFamily="34" charset="0"/>
                            </a:rPr>
                            <m:t>𝜋</m:t>
                          </m:r>
                        </m:sub>
                      </m:sSub>
                      <m:d>
                        <m:dPr>
                          <m:ctrlPr>
                            <a:rPr lang="en-US" sz="2600" i="1" dirty="0">
                              <a:latin typeface="Cambria Math" panose="02040503050406030204" pitchFamily="18" charset="0"/>
                              <a:ea typeface="Tahoma" panose="020B0604030504040204" pitchFamily="34" charset="0"/>
                              <a:cs typeface="Tahoma" panose="020B0604030504040204" pitchFamily="34" charset="0"/>
                            </a:rPr>
                          </m:ctrlPr>
                        </m:dPr>
                        <m:e>
                          <m:sSup>
                            <m:sSupPr>
                              <m:ctrlPr>
                                <a:rPr lang="en-US" sz="2600" b="0" i="1" dirty="0" smtClean="0">
                                  <a:latin typeface="Cambria Math" panose="02040503050406030204" pitchFamily="18" charset="0"/>
                                  <a:ea typeface="Tahoma" panose="020B0604030504040204" pitchFamily="34" charset="0"/>
                                  <a:cs typeface="Tahoma" panose="020B0604030504040204" pitchFamily="34" charset="0"/>
                                </a:rPr>
                              </m:ctrlPr>
                            </m:sSupPr>
                            <m:e>
                              <m:r>
                                <a:rPr lang="en-US" sz="2600" i="1" dirty="0">
                                  <a:latin typeface="Cambria Math" panose="02040503050406030204" pitchFamily="18" charset="0"/>
                                  <a:ea typeface="Tahoma" panose="020B0604030504040204" pitchFamily="34" charset="0"/>
                                  <a:cs typeface="Tahoma" panose="020B0604030504040204" pitchFamily="34" charset="0"/>
                                </a:rPr>
                                <m:t>𝑠</m:t>
                              </m:r>
                            </m:e>
                            <m:sup>
                              <m:r>
                                <a:rPr lang="en-US" sz="2600" b="0" i="1" dirty="0" smtClean="0">
                                  <a:latin typeface="Cambria Math" panose="02040503050406030204" pitchFamily="18" charset="0"/>
                                  <a:ea typeface="Tahoma" panose="020B0604030504040204" pitchFamily="34" charset="0"/>
                                  <a:cs typeface="Tahoma" panose="020B0604030504040204" pitchFamily="34" charset="0"/>
                                </a:rPr>
                                <m:t>′</m:t>
                              </m:r>
                            </m:sup>
                          </m:sSup>
                        </m:e>
                      </m:d>
                      <m:r>
                        <a:rPr lang="en-US" sz="2600" i="1" dirty="0">
                          <a:latin typeface="Cambria Math" panose="02040503050406030204" pitchFamily="18" charset="0"/>
                          <a:ea typeface="Tahoma" panose="020B0604030504040204" pitchFamily="34" charset="0"/>
                          <a:cs typeface="Tahoma" panose="020B0604030504040204" pitchFamily="34" charset="0"/>
                        </a:rPr>
                        <m:t>=</m:t>
                      </m:r>
                      <m:sSub>
                        <m:sSubPr>
                          <m:ctrlPr>
                            <a:rPr lang="en-US" sz="2600" i="1" dirty="0">
                              <a:latin typeface="Cambria Math" panose="02040503050406030204" pitchFamily="18" charset="0"/>
                              <a:ea typeface="Tahoma" panose="020B0604030504040204" pitchFamily="34" charset="0"/>
                              <a:cs typeface="Tahoma" panose="020B0604030504040204" pitchFamily="34" charset="0"/>
                            </a:rPr>
                          </m:ctrlPr>
                        </m:sSubPr>
                        <m:e>
                          <m:r>
                            <a:rPr lang="en-US" sz="2600" i="1" dirty="0">
                              <a:latin typeface="Cambria Math" panose="02040503050406030204" pitchFamily="18" charset="0"/>
                              <a:ea typeface="Tahoma" panose="020B0604030504040204" pitchFamily="34" charset="0"/>
                              <a:cs typeface="Tahoma" panose="020B0604030504040204" pitchFamily="34" charset="0"/>
                            </a:rPr>
                            <m:t>𝑣</m:t>
                          </m:r>
                        </m:e>
                        <m:sub>
                          <m:r>
                            <a:rPr lang="en-US" sz="2600" i="1" dirty="0">
                              <a:latin typeface="Cambria Math" panose="02040503050406030204" pitchFamily="18" charset="0"/>
                              <a:ea typeface="Cambria Math" panose="02040503050406030204" pitchFamily="18" charset="0"/>
                              <a:cs typeface="Tahoma" panose="020B0604030504040204" pitchFamily="34" charset="0"/>
                            </a:rPr>
                            <m:t>⋆</m:t>
                          </m:r>
                        </m:sub>
                      </m:sSub>
                      <m:d>
                        <m:dPr>
                          <m:ctrlPr>
                            <a:rPr lang="en-US" sz="2600" i="1" dirty="0">
                              <a:latin typeface="Cambria Math" panose="02040503050406030204" pitchFamily="18" charset="0"/>
                              <a:ea typeface="Tahoma" panose="020B0604030504040204" pitchFamily="34" charset="0"/>
                              <a:cs typeface="Tahoma" panose="020B0604030504040204" pitchFamily="34" charset="0"/>
                            </a:rPr>
                          </m:ctrlPr>
                        </m:dPr>
                        <m:e>
                          <m:sSup>
                            <m:sSupPr>
                              <m:ctrlPr>
                                <a:rPr lang="en-US" sz="2600" b="0" i="1" dirty="0" smtClean="0">
                                  <a:latin typeface="Cambria Math" panose="02040503050406030204" pitchFamily="18" charset="0"/>
                                  <a:ea typeface="Tahoma" panose="020B0604030504040204" pitchFamily="34" charset="0"/>
                                  <a:cs typeface="Tahoma" panose="020B0604030504040204" pitchFamily="34" charset="0"/>
                                </a:rPr>
                              </m:ctrlPr>
                            </m:sSupPr>
                            <m:e>
                              <m:r>
                                <a:rPr lang="en-US" sz="2600" i="1" dirty="0">
                                  <a:latin typeface="Cambria Math" panose="02040503050406030204" pitchFamily="18" charset="0"/>
                                  <a:ea typeface="Tahoma" panose="020B0604030504040204" pitchFamily="34" charset="0"/>
                                  <a:cs typeface="Tahoma" panose="020B0604030504040204" pitchFamily="34" charset="0"/>
                                </a:rPr>
                                <m:t>𝑠</m:t>
                              </m:r>
                            </m:e>
                            <m:sup>
                              <m:r>
                                <a:rPr lang="en-US" sz="2600" b="0" i="1" dirty="0" smtClean="0">
                                  <a:latin typeface="Cambria Math" panose="02040503050406030204" pitchFamily="18" charset="0"/>
                                  <a:ea typeface="Tahoma" panose="020B0604030504040204" pitchFamily="34" charset="0"/>
                                  <a:cs typeface="Tahoma" panose="020B0604030504040204" pitchFamily="34" charset="0"/>
                                </a:rPr>
                                <m:t>′</m:t>
                              </m:r>
                            </m:sup>
                          </m:sSup>
                        </m:e>
                      </m:d>
                    </m:oMath>
                  </a14:m>
                  <a:endParaRPr lang="en-US" sz="2600" dirty="0"/>
                </a:p>
              </p:txBody>
            </p:sp>
          </mc:Choice>
          <mc:Fallback xmlns="">
            <p:sp>
              <p:nvSpPr>
                <p:cNvPr id="15" name="TextBox 14">
                  <a:extLst>
                    <a:ext uri="{FF2B5EF4-FFF2-40B4-BE49-F238E27FC236}">
                      <a16:creationId xmlns:a16="http://schemas.microsoft.com/office/drawing/2014/main" id="{0D1023A9-A64D-93B0-8C36-9E040156B1C4}"/>
                    </a:ext>
                  </a:extLst>
                </p:cNvPr>
                <p:cNvSpPr txBox="1">
                  <a:spLocks noRot="1" noChangeAspect="1" noMove="1" noResize="1" noEditPoints="1" noAdjustHandles="1" noChangeArrowheads="1" noChangeShapeType="1" noTextEdit="1"/>
                </p:cNvSpPr>
                <p:nvPr/>
              </p:nvSpPr>
              <p:spPr>
                <a:xfrm>
                  <a:off x="789971" y="5144338"/>
                  <a:ext cx="7750601" cy="1692771"/>
                </a:xfrm>
                <a:prstGeom prst="rect">
                  <a:avLst/>
                </a:prstGeom>
                <a:blipFill>
                  <a:blip r:embed="rId5"/>
                  <a:stretch>
                    <a:fillRect l="-2337" t="-13669" b="-7194"/>
                  </a:stretch>
                </a:blipFill>
                <a:ln w="12700" cap="flat">
                  <a:noFill/>
                  <a:miter lim="400000"/>
                </a:ln>
                <a:effectLst/>
              </p:spPr>
              <p:txBody>
                <a:bodyPr/>
                <a:lstStyle/>
                <a:p>
                  <a:r>
                    <a:rPr lang="en-US">
                      <a:noFill/>
                    </a:rPr>
                    <a:t> </a:t>
                  </a:r>
                </a:p>
              </p:txBody>
            </p:sp>
          </mc:Fallback>
        </mc:AlternateContent>
      </p:grpSp>
      <p:sp>
        <p:nvSpPr>
          <p:cNvPr id="14" name="Slide Number Placeholder 13">
            <a:extLst>
              <a:ext uri="{FF2B5EF4-FFF2-40B4-BE49-F238E27FC236}">
                <a16:creationId xmlns:a16="http://schemas.microsoft.com/office/drawing/2014/main" id="{E59E5706-6CF9-EC3D-A7C7-BC2AEC5261DC}"/>
              </a:ext>
            </a:extLst>
          </p:cNvPr>
          <p:cNvSpPr>
            <a:spLocks noGrp="1"/>
          </p:cNvSpPr>
          <p:nvPr>
            <p:ph type="sldNum" sz="quarter" idx="2"/>
          </p:nvPr>
        </p:nvSpPr>
        <p:spPr/>
        <p:txBody>
          <a:bodyPr/>
          <a:lstStyle/>
          <a:p>
            <a:fld id="{86CB4B4D-7CA3-9044-876B-883B54F8677D}" type="slidenum">
              <a:rPr lang="en-US" smtClean="0"/>
              <a:t>62</a:t>
            </a:fld>
            <a:endParaRPr lang="en-US"/>
          </a:p>
        </p:txBody>
      </p:sp>
      <p:sp>
        <p:nvSpPr>
          <p:cNvPr id="17" name="Date Placeholder 3">
            <a:extLst>
              <a:ext uri="{FF2B5EF4-FFF2-40B4-BE49-F238E27FC236}">
                <a16:creationId xmlns:a16="http://schemas.microsoft.com/office/drawing/2014/main" id="{9D15DE99-ABEB-39B0-63CD-5F39E84356C3}"/>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 name="Footer Placeholder 5">
            <a:extLst>
              <a:ext uri="{FF2B5EF4-FFF2-40B4-BE49-F238E27FC236}">
                <a16:creationId xmlns:a16="http://schemas.microsoft.com/office/drawing/2014/main" id="{1C4CCD19-0902-DAE2-A24F-08EBCF61FEE5}"/>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9" name="Slide Number Placeholder 7">
            <a:extLst>
              <a:ext uri="{FF2B5EF4-FFF2-40B4-BE49-F238E27FC236}">
                <a16:creationId xmlns:a16="http://schemas.microsoft.com/office/drawing/2014/main" id="{4A9EAFBB-0194-F4A2-2D64-6EF8B50F13DA}"/>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62</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2443459709"/>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6" name="Group 5">
            <a:extLst>
              <a:ext uri="{FF2B5EF4-FFF2-40B4-BE49-F238E27FC236}">
                <a16:creationId xmlns:a16="http://schemas.microsoft.com/office/drawing/2014/main" id="{453C10B2-5821-1FFE-4894-5AEEF4B9937E}"/>
              </a:ext>
            </a:extLst>
          </p:cNvPr>
          <p:cNvGrpSpPr/>
          <p:nvPr/>
        </p:nvGrpSpPr>
        <p:grpSpPr>
          <a:xfrm>
            <a:off x="-12700" y="1031778"/>
            <a:ext cx="9144001" cy="5826223"/>
            <a:chOff x="-12700" y="1031778"/>
            <a:chExt cx="9144001" cy="5826223"/>
          </a:xfrm>
        </p:grpSpPr>
        <p:sp>
          <p:nvSpPr>
            <p:cNvPr id="9" name="Rectangle">
              <a:extLst>
                <a:ext uri="{FF2B5EF4-FFF2-40B4-BE49-F238E27FC236}">
                  <a16:creationId xmlns:a16="http://schemas.microsoft.com/office/drawing/2014/main" id="{AE8D10D0-0EEA-04DA-9F05-36A6F4F4C6BE}"/>
                </a:ext>
              </a:extLst>
            </p:cNvPr>
            <p:cNvSpPr/>
            <p:nvPr/>
          </p:nvSpPr>
          <p:spPr>
            <a:xfrm>
              <a:off x="-12700" y="1031778"/>
              <a:ext cx="9144001" cy="498184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dirty="0"/>
            </a:p>
          </p:txBody>
        </p:sp>
        <p:sp>
          <p:nvSpPr>
            <p:cNvPr id="10" name="Rounded Rectangle">
              <a:extLst>
                <a:ext uri="{FF2B5EF4-FFF2-40B4-BE49-F238E27FC236}">
                  <a16:creationId xmlns:a16="http://schemas.microsoft.com/office/drawing/2014/main" id="{792D84E5-27E1-9B94-2190-C2151750F570}"/>
                </a:ext>
              </a:extLst>
            </p:cNvPr>
            <p:cNvSpPr/>
            <p:nvPr/>
          </p:nvSpPr>
          <p:spPr>
            <a:xfrm>
              <a:off x="3255850" y="4662612"/>
              <a:ext cx="5875451" cy="2195389"/>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12700" y="2467223"/>
              <a:ext cx="4062530" cy="439077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mc:AlternateContent xmlns:mc="http://schemas.openxmlformats.org/markup-compatibility/2006" xmlns:a14="http://schemas.microsoft.com/office/drawing/2010/main">
        <mc:Choice Requires="a14">
          <p:sp>
            <p:nvSpPr>
              <p:cNvPr id="12" name="Text Placeholder 11">
                <a:extLst>
                  <a:ext uri="{FF2B5EF4-FFF2-40B4-BE49-F238E27FC236}">
                    <a16:creationId xmlns:a16="http://schemas.microsoft.com/office/drawing/2014/main" id="{D9B4FA66-70DB-AA66-E0B4-617169B6E814}"/>
                  </a:ext>
                </a:extLst>
              </p:cNvPr>
              <p:cNvSpPr>
                <a:spLocks noGrp="1"/>
              </p:cNvSpPr>
              <p:nvPr>
                <p:ph type="body" idx="1"/>
              </p:nvPr>
            </p:nvSpPr>
            <p:spPr>
              <a:xfrm>
                <a:off x="622345" y="1603865"/>
                <a:ext cx="7899311" cy="5013325"/>
              </a:xfrm>
            </p:spPr>
            <p:txBody>
              <a:bodyPr/>
              <a:lstStyle/>
              <a:p>
                <a:pPr>
                  <a:spcAft>
                    <a:spcPts val="600"/>
                  </a:spcAft>
                </a:pPr>
                <a:endParaRPr lang="en-US" b="0" dirty="0">
                  <a:latin typeface="Tahoma" panose="020B0604030504040204" pitchFamily="34" charset="0"/>
                  <a:ea typeface="Tahoma" panose="020B0604030504040204" pitchFamily="34" charset="0"/>
                  <a:cs typeface="Tahoma" panose="020B0604030504040204" pitchFamily="34" charset="0"/>
                </a:endParaRPr>
              </a:p>
              <a:p>
                <a:pPr>
                  <a:spcAft>
                    <a:spcPts val="600"/>
                  </a:spcAft>
                </a:pPr>
                <a:endParaRPr lang="en-US" b="0" dirty="0">
                  <a:latin typeface="Tahoma" panose="020B0604030504040204" pitchFamily="34" charset="0"/>
                  <a:ea typeface="Tahoma" panose="020B0604030504040204" pitchFamily="34" charset="0"/>
                  <a:cs typeface="Tahoma" panose="020B0604030504040204" pitchFamily="34" charset="0"/>
                </a:endParaRPr>
              </a:p>
              <a:p>
                <a:pPr>
                  <a:spcAft>
                    <a:spcPts val="600"/>
                  </a:spcAft>
                </a:pPr>
                <a:endParaRPr lang="en-US" b="0" dirty="0">
                  <a:latin typeface="Tahoma" panose="020B0604030504040204" pitchFamily="34" charset="0"/>
                  <a:ea typeface="Tahoma" panose="020B0604030504040204" pitchFamily="34" charset="0"/>
                  <a:cs typeface="Tahoma" panose="020B0604030504040204" pitchFamily="34" charset="0"/>
                </a:endParaRPr>
              </a:p>
              <a:p>
                <a:pPr>
                  <a:spcAft>
                    <a:spcPts val="600"/>
                  </a:spcAft>
                </a:pPr>
                <a:endParaRPr lang="en-US" sz="2000" b="0" dirty="0">
                  <a:latin typeface="Tahoma" panose="020B0604030504040204" pitchFamily="34" charset="0"/>
                  <a:ea typeface="Tahoma" panose="020B0604030504040204" pitchFamily="34" charset="0"/>
                  <a:cs typeface="Tahoma" panose="020B0604030504040204" pitchFamily="34" charset="0"/>
                </a:endParaRPr>
              </a:p>
              <a:p>
                <a:pPr>
                  <a:spcAft>
                    <a:spcPts val="600"/>
                  </a:spcAft>
                </a:pPr>
                <a:r>
                  <a:rPr lang="en-US" sz="2000" b="0" dirty="0">
                    <a:latin typeface="Tahoma" panose="020B0604030504040204" pitchFamily="34" charset="0"/>
                    <a:ea typeface="Tahoma" panose="020B0604030504040204" pitchFamily="34" charset="0"/>
                    <a:cs typeface="Tahoma" panose="020B0604030504040204" pitchFamily="34" charset="0"/>
                  </a:rPr>
                  <a:t>Algorithms are based on state-value function </a:t>
                </a:r>
                <a14:m>
                  <m:oMath xmlns:m="http://schemas.openxmlformats.org/officeDocument/2006/math">
                    <m:sSub>
                      <m:sSubPr>
                        <m:ctrlPr>
                          <a:rPr lang="en-US" sz="2000" b="0" i="1" smtClean="0">
                            <a:latin typeface="Cambria Math" panose="02040503050406030204" pitchFamily="18" charset="0"/>
                            <a:ea typeface="Tahoma" panose="020B0604030504040204" pitchFamily="34" charset="0"/>
                            <a:cs typeface="Tahoma" panose="020B0604030504040204" pitchFamily="34" charset="0"/>
                          </a:rPr>
                        </m:ctrlPr>
                      </m:sSubPr>
                      <m:e>
                        <m:r>
                          <a:rPr lang="en-US" sz="2000" b="0" i="1" smtClean="0">
                            <a:latin typeface="Cambria Math" panose="02040503050406030204" pitchFamily="18" charset="0"/>
                            <a:ea typeface="Tahoma" panose="020B0604030504040204" pitchFamily="34" charset="0"/>
                            <a:cs typeface="Tahoma" panose="020B0604030504040204" pitchFamily="34" charset="0"/>
                          </a:rPr>
                          <m:t>𝑣</m:t>
                        </m:r>
                      </m:e>
                      <m:sub>
                        <m:r>
                          <a:rPr lang="en-US" sz="2000" b="0" i="1" smtClean="0">
                            <a:latin typeface="Cambria Math" panose="02040503050406030204" pitchFamily="18" charset="0"/>
                            <a:ea typeface="Tahoma" panose="020B0604030504040204" pitchFamily="34" charset="0"/>
                            <a:cs typeface="Tahoma" panose="020B0604030504040204" pitchFamily="34" charset="0"/>
                          </a:rPr>
                          <m:t>𝜋</m:t>
                        </m:r>
                      </m:sub>
                    </m:sSub>
                    <m:d>
                      <m:dPr>
                        <m:ctrlPr>
                          <a:rPr lang="en-US" sz="2000" b="0" i="1" smtClean="0">
                            <a:latin typeface="Cambria Math" panose="02040503050406030204" pitchFamily="18" charset="0"/>
                            <a:ea typeface="Tahoma" panose="020B0604030504040204" pitchFamily="34" charset="0"/>
                            <a:cs typeface="Tahoma" panose="020B0604030504040204" pitchFamily="34" charset="0"/>
                          </a:rPr>
                        </m:ctrlPr>
                      </m:dPr>
                      <m:e>
                        <m:r>
                          <a:rPr lang="en-US" sz="2000" b="0" i="1" smtClean="0">
                            <a:latin typeface="Cambria Math" panose="02040503050406030204" pitchFamily="18" charset="0"/>
                            <a:ea typeface="Tahoma" panose="020B0604030504040204" pitchFamily="34" charset="0"/>
                            <a:cs typeface="Tahoma" panose="020B0604030504040204" pitchFamily="34" charset="0"/>
                          </a:rPr>
                          <m:t>𝑠</m:t>
                        </m:r>
                      </m:e>
                    </m:d>
                  </m:oMath>
                </a14:m>
                <a:r>
                  <a:rPr lang="en-US" sz="2000" b="0" dirty="0">
                    <a:latin typeface="Tahoma" panose="020B0604030504040204" pitchFamily="34" charset="0"/>
                    <a:ea typeface="Tahoma" panose="020B0604030504040204" pitchFamily="34" charset="0"/>
                    <a:cs typeface="Tahoma" panose="020B0604030504040204" pitchFamily="34" charset="0"/>
                  </a:rPr>
                  <a:t> or </a:t>
                </a:r>
                <a14:m>
                  <m:oMath xmlns:m="http://schemas.openxmlformats.org/officeDocument/2006/math">
                    <m:sSub>
                      <m:sSubPr>
                        <m:ctrlPr>
                          <a:rPr lang="en-US" sz="2000" b="0" i="1" smtClean="0">
                            <a:latin typeface="Cambria Math" panose="02040503050406030204" pitchFamily="18" charset="0"/>
                            <a:ea typeface="Tahoma" panose="020B0604030504040204" pitchFamily="34" charset="0"/>
                            <a:cs typeface="Tahoma" panose="020B0604030504040204" pitchFamily="34" charset="0"/>
                          </a:rPr>
                        </m:ctrlPr>
                      </m:sSubPr>
                      <m:e>
                        <m:r>
                          <a:rPr lang="en-US" sz="2000" b="0" i="1" smtClean="0">
                            <a:latin typeface="Cambria Math" panose="02040503050406030204" pitchFamily="18" charset="0"/>
                            <a:ea typeface="Tahoma" panose="020B0604030504040204" pitchFamily="34" charset="0"/>
                            <a:cs typeface="Tahoma" panose="020B0604030504040204" pitchFamily="34" charset="0"/>
                          </a:rPr>
                          <m:t>𝑣</m:t>
                        </m:r>
                      </m:e>
                      <m:sub>
                        <m:r>
                          <a:rPr lang="en-US" sz="2000" b="0" i="1" smtClean="0">
                            <a:latin typeface="Cambria Math" panose="02040503050406030204" pitchFamily="18" charset="0"/>
                            <a:ea typeface="Tahoma" panose="020B0604030504040204" pitchFamily="34" charset="0"/>
                            <a:cs typeface="Tahoma" panose="020B0604030504040204" pitchFamily="34" charset="0"/>
                          </a:rPr>
                          <m:t>⋆</m:t>
                        </m:r>
                      </m:sub>
                    </m:sSub>
                    <m:d>
                      <m:dPr>
                        <m:ctrlPr>
                          <a:rPr lang="en-US" sz="2000" b="0" i="1" smtClean="0">
                            <a:latin typeface="Cambria Math" panose="02040503050406030204" pitchFamily="18" charset="0"/>
                            <a:ea typeface="Tahoma" panose="020B0604030504040204" pitchFamily="34" charset="0"/>
                            <a:cs typeface="Tahoma" panose="020B0604030504040204" pitchFamily="34" charset="0"/>
                          </a:rPr>
                        </m:ctrlPr>
                      </m:dPr>
                      <m:e>
                        <m:r>
                          <a:rPr lang="en-US" sz="2000" b="0" i="1" smtClean="0">
                            <a:latin typeface="Cambria Math" panose="02040503050406030204" pitchFamily="18" charset="0"/>
                            <a:ea typeface="Tahoma" panose="020B0604030504040204" pitchFamily="34" charset="0"/>
                            <a:cs typeface="Tahoma" panose="020B0604030504040204" pitchFamily="34" charset="0"/>
                          </a:rPr>
                          <m:t>𝑠</m:t>
                        </m:r>
                      </m:e>
                    </m:d>
                  </m:oMath>
                </a14:m>
                <a:r>
                  <a:rPr lang="en-US" sz="2000" b="0" dirty="0">
                    <a:latin typeface="Tahoma" panose="020B0604030504040204" pitchFamily="34" charset="0"/>
                    <a:ea typeface="Tahoma" panose="020B0604030504040204" pitchFamily="34" charset="0"/>
                    <a:cs typeface="Tahoma" panose="020B0604030504040204" pitchFamily="34" charset="0"/>
                  </a:rPr>
                  <a:t> </a:t>
                </a:r>
              </a:p>
              <a:p>
                <a:pPr marL="1203325" indent="-685800">
                  <a:buSzPct val="85000"/>
                  <a:buFont typeface="Wingdings 3" panose="05040102010807070707" pitchFamily="18" charset="2"/>
                  <a:buChar char=""/>
                </a:pPr>
                <a:r>
                  <a:rPr lang="en-US" sz="2000" b="0" dirty="0">
                    <a:latin typeface="Tahoma" panose="020B0604030504040204" pitchFamily="34" charset="0"/>
                    <a:ea typeface="Tahoma" panose="020B0604030504040204" pitchFamily="34" charset="0"/>
                    <a:cs typeface="Tahoma" panose="020B0604030504040204" pitchFamily="34" charset="0"/>
                  </a:rPr>
                  <a:t>Complexity </a:t>
                </a:r>
                <a14:m>
                  <m:oMath xmlns:m="http://schemas.openxmlformats.org/officeDocument/2006/math">
                    <m:r>
                      <a:rPr lang="en-US" sz="2000" b="0">
                        <a:latin typeface="Cambria Math" panose="02040503050406030204" pitchFamily="18" charset="0"/>
                        <a:ea typeface="Tahoma" panose="020B0604030504040204" pitchFamily="34" charset="0"/>
                        <a:cs typeface="Tahoma" panose="020B0604030504040204" pitchFamily="34" charset="0"/>
                      </a:rPr>
                      <m:t>𝑂</m:t>
                    </m:r>
                    <m:d>
                      <m:dPr>
                        <m:ctrlPr>
                          <a:rPr lang="en-US" sz="2000" b="0" i="1">
                            <a:latin typeface="Cambria Math" panose="02040503050406030204" pitchFamily="18" charset="0"/>
                            <a:ea typeface="Tahoma" panose="020B0604030504040204" pitchFamily="34" charset="0"/>
                            <a:cs typeface="Tahoma" panose="020B0604030504040204" pitchFamily="34" charset="0"/>
                          </a:rPr>
                        </m:ctrlPr>
                      </m:dPr>
                      <m:e>
                        <m:r>
                          <a:rPr lang="en-US" sz="2000" b="0">
                            <a:latin typeface="Cambria Math" panose="02040503050406030204" pitchFamily="18" charset="0"/>
                            <a:ea typeface="Tahoma" panose="020B0604030504040204" pitchFamily="34" charset="0"/>
                            <a:cs typeface="Tahoma" panose="020B0604030504040204" pitchFamily="34" charset="0"/>
                          </a:rPr>
                          <m:t>𝑚</m:t>
                        </m:r>
                        <m:sSup>
                          <m:sSupPr>
                            <m:ctrlPr>
                              <a:rPr lang="en-US" sz="2000" b="0" i="1">
                                <a:latin typeface="Cambria Math" panose="02040503050406030204" pitchFamily="18" charset="0"/>
                                <a:ea typeface="Tahoma" panose="020B0604030504040204" pitchFamily="34" charset="0"/>
                                <a:cs typeface="Tahoma" panose="020B0604030504040204" pitchFamily="34" charset="0"/>
                              </a:rPr>
                            </m:ctrlPr>
                          </m:sSupPr>
                          <m:e>
                            <m:r>
                              <a:rPr lang="en-US" sz="2000" b="0">
                                <a:latin typeface="Cambria Math" panose="02040503050406030204" pitchFamily="18" charset="0"/>
                                <a:ea typeface="Tahoma" panose="020B0604030504040204" pitchFamily="34" charset="0"/>
                                <a:cs typeface="Tahoma" panose="020B0604030504040204" pitchFamily="34" charset="0"/>
                              </a:rPr>
                              <m:t>𝑛</m:t>
                            </m:r>
                          </m:e>
                          <m:sup>
                            <m:r>
                              <a:rPr lang="en-US" sz="2000" b="0">
                                <a:latin typeface="Cambria Math" panose="02040503050406030204" pitchFamily="18" charset="0"/>
                                <a:ea typeface="Tahoma" panose="020B0604030504040204" pitchFamily="34" charset="0"/>
                                <a:cs typeface="Tahoma" panose="020B0604030504040204" pitchFamily="34" charset="0"/>
                              </a:rPr>
                              <m:t>2</m:t>
                            </m:r>
                          </m:sup>
                        </m:sSup>
                      </m:e>
                    </m:d>
                  </m:oMath>
                </a14:m>
                <a:r>
                  <a:rPr lang="en-US" sz="2000" b="0" dirty="0">
                    <a:latin typeface="Tahoma" panose="020B0604030504040204" pitchFamily="34" charset="0"/>
                    <a:ea typeface="Tahoma" panose="020B0604030504040204" pitchFamily="34" charset="0"/>
                    <a:cs typeface="Tahoma" panose="020B0604030504040204" pitchFamily="34" charset="0"/>
                  </a:rPr>
                  <a:t> per iteration, for </a:t>
                </a:r>
                <a14:m>
                  <m:oMath xmlns:m="http://schemas.openxmlformats.org/officeDocument/2006/math">
                    <m:r>
                      <a:rPr lang="en-US" sz="2000" b="0" dirty="0">
                        <a:latin typeface="Cambria Math" panose="02040503050406030204" pitchFamily="18" charset="0"/>
                        <a:ea typeface="Tahoma" panose="020B0604030504040204" pitchFamily="34" charset="0"/>
                        <a:cs typeface="Tahoma" panose="020B0604030504040204" pitchFamily="34" charset="0"/>
                      </a:rPr>
                      <m:t>𝑚</m:t>
                    </m:r>
                  </m:oMath>
                </a14:m>
                <a:r>
                  <a:rPr lang="en-US" sz="2000" b="0" dirty="0">
                    <a:latin typeface="Tahoma" panose="020B0604030504040204" pitchFamily="34" charset="0"/>
                    <a:ea typeface="Tahoma" panose="020B0604030504040204" pitchFamily="34" charset="0"/>
                    <a:cs typeface="Tahoma" panose="020B0604030504040204" pitchFamily="34" charset="0"/>
                  </a:rPr>
                  <a:t> actions and </a:t>
                </a:r>
                <a14:m>
                  <m:oMath xmlns:m="http://schemas.openxmlformats.org/officeDocument/2006/math">
                    <m:r>
                      <a:rPr lang="en-US" sz="2000" b="0" dirty="0">
                        <a:latin typeface="Cambria Math" panose="02040503050406030204" pitchFamily="18" charset="0"/>
                        <a:ea typeface="Tahoma" panose="020B0604030504040204" pitchFamily="34" charset="0"/>
                        <a:cs typeface="Tahoma" panose="020B0604030504040204" pitchFamily="34" charset="0"/>
                      </a:rPr>
                      <m:t>𝑛</m:t>
                    </m:r>
                  </m:oMath>
                </a14:m>
                <a:r>
                  <a:rPr lang="en-US" sz="2000" b="0" dirty="0">
                    <a:latin typeface="Tahoma" panose="020B0604030504040204" pitchFamily="34" charset="0"/>
                    <a:ea typeface="Tahoma" panose="020B0604030504040204" pitchFamily="34" charset="0"/>
                    <a:cs typeface="Tahoma" panose="020B0604030504040204" pitchFamily="34" charset="0"/>
                  </a:rPr>
                  <a:t> states</a:t>
                </a:r>
              </a:p>
              <a:p>
                <a:pPr>
                  <a:spcAft>
                    <a:spcPts val="600"/>
                  </a:spcAft>
                </a:pPr>
                <a:endParaRPr lang="en-US" sz="2000" b="0" dirty="0">
                  <a:latin typeface="Tahoma" panose="020B0604030504040204" pitchFamily="34" charset="0"/>
                  <a:ea typeface="Tahoma" panose="020B0604030504040204" pitchFamily="34" charset="0"/>
                  <a:cs typeface="Tahoma" panose="020B0604030504040204" pitchFamily="34" charset="0"/>
                </a:endParaRPr>
              </a:p>
              <a:p>
                <a:pPr>
                  <a:spcAft>
                    <a:spcPts val="600"/>
                  </a:spcAft>
                </a:pPr>
                <a:r>
                  <a:rPr lang="en-US" sz="2000" b="0" dirty="0">
                    <a:latin typeface="Tahoma" panose="020B0604030504040204" pitchFamily="34" charset="0"/>
                    <a:ea typeface="Tahoma" panose="020B0604030504040204" pitchFamily="34" charset="0"/>
                    <a:cs typeface="Tahoma" panose="020B0604030504040204" pitchFamily="34" charset="0"/>
                  </a:rPr>
                  <a:t>Could do the same for action-value function </a:t>
                </a:r>
                <a14:m>
                  <m:oMath xmlns:m="http://schemas.openxmlformats.org/officeDocument/2006/math">
                    <m:sSub>
                      <m:sSubPr>
                        <m:ctrlPr>
                          <a:rPr lang="en-US" sz="2000" b="0" i="1" smtClean="0">
                            <a:latin typeface="Cambria Math" panose="02040503050406030204" pitchFamily="18" charset="0"/>
                            <a:ea typeface="Tahoma" panose="020B0604030504040204" pitchFamily="34" charset="0"/>
                            <a:cs typeface="Tahoma" panose="020B0604030504040204" pitchFamily="34" charset="0"/>
                          </a:rPr>
                        </m:ctrlPr>
                      </m:sSubPr>
                      <m:e>
                        <m:r>
                          <a:rPr lang="en-US" sz="2000" b="0" i="1" smtClean="0">
                            <a:latin typeface="Cambria Math" panose="02040503050406030204" pitchFamily="18" charset="0"/>
                            <a:ea typeface="Tahoma" panose="020B0604030504040204" pitchFamily="34" charset="0"/>
                            <a:cs typeface="Tahoma" panose="020B0604030504040204" pitchFamily="34" charset="0"/>
                          </a:rPr>
                          <m:t>𝑞</m:t>
                        </m:r>
                      </m:e>
                      <m:sub>
                        <m:r>
                          <a:rPr lang="en-US" sz="2000" b="0" i="1" smtClean="0">
                            <a:latin typeface="Cambria Math" panose="02040503050406030204" pitchFamily="18" charset="0"/>
                            <a:ea typeface="Tahoma" panose="020B0604030504040204" pitchFamily="34" charset="0"/>
                            <a:cs typeface="Tahoma" panose="020B0604030504040204" pitchFamily="34" charset="0"/>
                          </a:rPr>
                          <m:t>𝜋</m:t>
                        </m:r>
                      </m:sub>
                    </m:sSub>
                    <m:d>
                      <m:dPr>
                        <m:ctrlPr>
                          <a:rPr lang="en-US" sz="2000" b="0" i="1" smtClean="0">
                            <a:latin typeface="Cambria Math" panose="02040503050406030204" pitchFamily="18" charset="0"/>
                            <a:ea typeface="Tahoma" panose="020B0604030504040204" pitchFamily="34" charset="0"/>
                            <a:cs typeface="Tahoma" panose="020B0604030504040204" pitchFamily="34" charset="0"/>
                          </a:rPr>
                        </m:ctrlPr>
                      </m:dPr>
                      <m:e>
                        <m:r>
                          <a:rPr lang="en-US" sz="2000" b="0" i="1" smtClean="0">
                            <a:latin typeface="Cambria Math" panose="02040503050406030204" pitchFamily="18" charset="0"/>
                            <a:ea typeface="Tahoma" panose="020B0604030504040204" pitchFamily="34" charset="0"/>
                            <a:cs typeface="Tahoma" panose="020B0604030504040204" pitchFamily="34" charset="0"/>
                          </a:rPr>
                          <m:t>𝑠</m:t>
                        </m:r>
                        <m:r>
                          <a:rPr lang="en-US" sz="2000" b="0" i="1" smtClean="0">
                            <a:latin typeface="Cambria Math" panose="02040503050406030204" pitchFamily="18" charset="0"/>
                            <a:ea typeface="Tahoma" panose="020B0604030504040204" pitchFamily="34" charset="0"/>
                            <a:cs typeface="Tahoma" panose="020B0604030504040204" pitchFamily="34" charset="0"/>
                          </a:rPr>
                          <m:t>, </m:t>
                        </m:r>
                        <m:r>
                          <a:rPr lang="en-US" sz="2000" b="0" i="1" smtClean="0">
                            <a:latin typeface="Cambria Math" panose="02040503050406030204" pitchFamily="18" charset="0"/>
                            <a:ea typeface="Tahoma" panose="020B0604030504040204" pitchFamily="34" charset="0"/>
                            <a:cs typeface="Tahoma" panose="020B0604030504040204" pitchFamily="34" charset="0"/>
                          </a:rPr>
                          <m:t>𝑎</m:t>
                        </m:r>
                      </m:e>
                    </m:d>
                  </m:oMath>
                </a14:m>
                <a:r>
                  <a:rPr lang="en-US" sz="2000" b="0" dirty="0">
                    <a:latin typeface="Tahoma" panose="020B0604030504040204" pitchFamily="34" charset="0"/>
                    <a:ea typeface="Tahoma" panose="020B0604030504040204" pitchFamily="34" charset="0"/>
                    <a:cs typeface="Tahoma" panose="020B0604030504040204" pitchFamily="34" charset="0"/>
                  </a:rPr>
                  <a:t> or </a:t>
                </a:r>
                <a14:m>
                  <m:oMath xmlns:m="http://schemas.openxmlformats.org/officeDocument/2006/math">
                    <m:sSub>
                      <m:sSubPr>
                        <m:ctrlPr>
                          <a:rPr lang="en-US" sz="2000" b="0" i="1" smtClean="0">
                            <a:latin typeface="Cambria Math" panose="02040503050406030204" pitchFamily="18" charset="0"/>
                            <a:ea typeface="Tahoma" panose="020B0604030504040204" pitchFamily="34" charset="0"/>
                            <a:cs typeface="Tahoma" panose="020B0604030504040204" pitchFamily="34" charset="0"/>
                          </a:rPr>
                        </m:ctrlPr>
                      </m:sSubPr>
                      <m:e>
                        <m:r>
                          <a:rPr lang="en-US" sz="2000" b="0" i="1" smtClean="0">
                            <a:latin typeface="Cambria Math" panose="02040503050406030204" pitchFamily="18" charset="0"/>
                            <a:ea typeface="Tahoma" panose="020B0604030504040204" pitchFamily="34" charset="0"/>
                            <a:cs typeface="Tahoma" panose="020B0604030504040204" pitchFamily="34" charset="0"/>
                          </a:rPr>
                          <m:t>𝑞</m:t>
                        </m:r>
                      </m:e>
                      <m:sub>
                        <m:r>
                          <a:rPr lang="en-US" sz="2000" b="0" i="1" smtClean="0">
                            <a:latin typeface="Cambria Math" panose="02040503050406030204" pitchFamily="18" charset="0"/>
                            <a:ea typeface="Tahoma" panose="020B0604030504040204" pitchFamily="34" charset="0"/>
                            <a:cs typeface="Tahoma" panose="020B0604030504040204" pitchFamily="34" charset="0"/>
                          </a:rPr>
                          <m:t>⋆</m:t>
                        </m:r>
                      </m:sub>
                    </m:sSub>
                    <m:d>
                      <m:dPr>
                        <m:ctrlPr>
                          <a:rPr lang="en-US" sz="2000" b="0" i="1" smtClean="0">
                            <a:latin typeface="Cambria Math" panose="02040503050406030204" pitchFamily="18" charset="0"/>
                            <a:ea typeface="Tahoma" panose="020B0604030504040204" pitchFamily="34" charset="0"/>
                            <a:cs typeface="Tahoma" panose="020B0604030504040204" pitchFamily="34" charset="0"/>
                          </a:rPr>
                        </m:ctrlPr>
                      </m:dPr>
                      <m:e>
                        <m:r>
                          <a:rPr lang="en-US" sz="2000" b="0" i="1" smtClean="0">
                            <a:latin typeface="Cambria Math" panose="02040503050406030204" pitchFamily="18" charset="0"/>
                            <a:ea typeface="Tahoma" panose="020B0604030504040204" pitchFamily="34" charset="0"/>
                            <a:cs typeface="Tahoma" panose="020B0604030504040204" pitchFamily="34" charset="0"/>
                          </a:rPr>
                          <m:t>𝑠</m:t>
                        </m:r>
                        <m:r>
                          <a:rPr lang="en-US" sz="2000" b="0" i="1" smtClean="0">
                            <a:latin typeface="Cambria Math" panose="02040503050406030204" pitchFamily="18" charset="0"/>
                            <a:ea typeface="Tahoma" panose="020B0604030504040204" pitchFamily="34" charset="0"/>
                            <a:cs typeface="Tahoma" panose="020B0604030504040204" pitchFamily="34" charset="0"/>
                          </a:rPr>
                          <m:t>, </m:t>
                        </m:r>
                        <m:r>
                          <a:rPr lang="en-US" sz="2000" b="0" i="1" smtClean="0">
                            <a:latin typeface="Cambria Math" panose="02040503050406030204" pitchFamily="18" charset="0"/>
                            <a:ea typeface="Tahoma" panose="020B0604030504040204" pitchFamily="34" charset="0"/>
                            <a:cs typeface="Tahoma" panose="020B0604030504040204" pitchFamily="34" charset="0"/>
                          </a:rPr>
                          <m:t>𝑎</m:t>
                        </m:r>
                      </m:e>
                    </m:d>
                  </m:oMath>
                </a14:m>
                <a:r>
                  <a:rPr lang="en-US" sz="2000" b="0" dirty="0">
                    <a:latin typeface="Tahoma" panose="020B0604030504040204" pitchFamily="34" charset="0"/>
                    <a:ea typeface="Tahoma" panose="020B0604030504040204" pitchFamily="34" charset="0"/>
                    <a:cs typeface="Tahoma" panose="020B0604030504040204" pitchFamily="34" charset="0"/>
                  </a:rPr>
                  <a:t> </a:t>
                </a:r>
              </a:p>
              <a:p>
                <a:pPr marL="1203325" indent="-685800">
                  <a:buSzPct val="85000"/>
                  <a:buFont typeface="Wingdings 3" panose="05040102010807070707" pitchFamily="18" charset="2"/>
                  <a:buChar char=""/>
                </a:pPr>
                <a:r>
                  <a:rPr lang="en-US" sz="2000" b="0" dirty="0">
                    <a:latin typeface="Tahoma" panose="020B0604030504040204" pitchFamily="34" charset="0"/>
                    <a:ea typeface="Tahoma" panose="020B0604030504040204" pitchFamily="34" charset="0"/>
                    <a:cs typeface="Tahoma" panose="020B0604030504040204" pitchFamily="34" charset="0"/>
                  </a:rPr>
                  <a:t>Complexity </a:t>
                </a:r>
                <a14:m>
                  <m:oMath xmlns:m="http://schemas.openxmlformats.org/officeDocument/2006/math">
                    <m:r>
                      <a:rPr lang="en-US" sz="2000" b="0" smtClean="0">
                        <a:latin typeface="Cambria Math" panose="02040503050406030204" pitchFamily="18" charset="0"/>
                        <a:ea typeface="Tahoma" panose="020B0604030504040204" pitchFamily="34" charset="0"/>
                        <a:cs typeface="Tahoma" panose="020B0604030504040204" pitchFamily="34" charset="0"/>
                      </a:rPr>
                      <m:t>𝑂</m:t>
                    </m:r>
                    <m:d>
                      <m:dPr>
                        <m:ctrlPr>
                          <a:rPr lang="en-US" sz="2000" b="0" i="1">
                            <a:latin typeface="Cambria Math" panose="02040503050406030204" pitchFamily="18" charset="0"/>
                            <a:ea typeface="Tahoma" panose="020B0604030504040204" pitchFamily="34" charset="0"/>
                            <a:cs typeface="Tahoma" panose="020B0604030504040204" pitchFamily="34" charset="0"/>
                          </a:rPr>
                        </m:ctrlPr>
                      </m:dPr>
                      <m:e>
                        <m:sSup>
                          <m:sSupPr>
                            <m:ctrlPr>
                              <a:rPr lang="en-US" sz="2000" b="0" i="1" smtClean="0">
                                <a:latin typeface="Cambria Math" panose="02040503050406030204" pitchFamily="18" charset="0"/>
                                <a:ea typeface="Tahoma" panose="020B0604030504040204" pitchFamily="34" charset="0"/>
                                <a:cs typeface="Tahoma" panose="020B0604030504040204" pitchFamily="34" charset="0"/>
                              </a:rPr>
                            </m:ctrlPr>
                          </m:sSupPr>
                          <m:e>
                            <m:r>
                              <a:rPr lang="en-US" sz="2000" b="0">
                                <a:latin typeface="Cambria Math" panose="02040503050406030204" pitchFamily="18" charset="0"/>
                                <a:ea typeface="Tahoma" panose="020B0604030504040204" pitchFamily="34" charset="0"/>
                                <a:cs typeface="Tahoma" panose="020B0604030504040204" pitchFamily="34" charset="0"/>
                              </a:rPr>
                              <m:t>𝑚</m:t>
                            </m:r>
                          </m:e>
                          <m:sup>
                            <m:r>
                              <a:rPr lang="en-US" sz="2000" b="0" i="0" smtClean="0">
                                <a:latin typeface="Cambria Math" panose="02040503050406030204" pitchFamily="18" charset="0"/>
                                <a:ea typeface="Tahoma" panose="020B0604030504040204" pitchFamily="34" charset="0"/>
                                <a:cs typeface="Tahoma" panose="020B0604030504040204" pitchFamily="34" charset="0"/>
                              </a:rPr>
                              <m:t>2</m:t>
                            </m:r>
                          </m:sup>
                        </m:sSup>
                        <m:sSup>
                          <m:sSupPr>
                            <m:ctrlPr>
                              <a:rPr lang="en-US" sz="2000" b="0" i="1">
                                <a:latin typeface="Cambria Math" panose="02040503050406030204" pitchFamily="18" charset="0"/>
                                <a:ea typeface="Tahoma" panose="020B0604030504040204" pitchFamily="34" charset="0"/>
                                <a:cs typeface="Tahoma" panose="020B0604030504040204" pitchFamily="34" charset="0"/>
                              </a:rPr>
                            </m:ctrlPr>
                          </m:sSupPr>
                          <m:e>
                            <m:r>
                              <a:rPr lang="en-US" sz="2000" b="0">
                                <a:latin typeface="Cambria Math" panose="02040503050406030204" pitchFamily="18" charset="0"/>
                                <a:ea typeface="Tahoma" panose="020B0604030504040204" pitchFamily="34" charset="0"/>
                                <a:cs typeface="Tahoma" panose="020B0604030504040204" pitchFamily="34" charset="0"/>
                              </a:rPr>
                              <m:t>𝑛</m:t>
                            </m:r>
                          </m:e>
                          <m:sup>
                            <m:r>
                              <a:rPr lang="en-US" sz="2000" b="0">
                                <a:latin typeface="Cambria Math" panose="02040503050406030204" pitchFamily="18" charset="0"/>
                                <a:ea typeface="Tahoma" panose="020B0604030504040204" pitchFamily="34" charset="0"/>
                                <a:cs typeface="Tahoma" panose="020B0604030504040204" pitchFamily="34" charset="0"/>
                              </a:rPr>
                              <m:t>2</m:t>
                            </m:r>
                          </m:sup>
                        </m:sSup>
                      </m:e>
                    </m:d>
                  </m:oMath>
                </a14:m>
                <a:r>
                  <a:rPr lang="en-US" sz="2000" b="0" dirty="0">
                    <a:latin typeface="Tahoma" panose="020B0604030504040204" pitchFamily="34" charset="0"/>
                    <a:ea typeface="Tahoma" panose="020B0604030504040204" pitchFamily="34" charset="0"/>
                    <a:cs typeface="Tahoma" panose="020B0604030504040204" pitchFamily="34" charset="0"/>
                  </a:rPr>
                  <a:t> per iteration</a:t>
                </a:r>
              </a:p>
            </p:txBody>
          </p:sp>
        </mc:Choice>
        <mc:Fallback xmlns="">
          <p:sp>
            <p:nvSpPr>
              <p:cNvPr id="12" name="Text Placeholder 11">
                <a:extLst>
                  <a:ext uri="{FF2B5EF4-FFF2-40B4-BE49-F238E27FC236}">
                    <a16:creationId xmlns:a16="http://schemas.microsoft.com/office/drawing/2014/main" id="{D9B4FA66-70DB-AA66-E0B4-617169B6E814}"/>
                  </a:ext>
                </a:extLst>
              </p:cNvPr>
              <p:cNvSpPr>
                <a:spLocks noGrp="1" noRot="1" noChangeAspect="1" noMove="1" noResize="1" noEditPoints="1" noAdjustHandles="1" noChangeArrowheads="1" noChangeShapeType="1" noTextEdit="1"/>
              </p:cNvSpPr>
              <p:nvPr>
                <p:ph type="body" idx="1"/>
              </p:nvPr>
            </p:nvSpPr>
            <p:spPr>
              <a:xfrm>
                <a:off x="622345" y="1603865"/>
                <a:ext cx="7899311" cy="5013325"/>
              </a:xfrm>
              <a:blipFill>
                <a:blip r:embed="rId2"/>
                <a:stretch>
                  <a:fillRect/>
                </a:stretch>
              </a:blipFill>
            </p:spPr>
            <p:txBody>
              <a:bodyPr/>
              <a:lstStyle/>
              <a:p>
                <a:r>
                  <a:rPr lang="en-US">
                    <a:noFill/>
                  </a:rPr>
                  <a:t> </a:t>
                </a:r>
              </a:p>
            </p:txBody>
          </p:sp>
        </mc:Fallback>
      </mc:AlternateContent>
      <p:sp>
        <p:nvSpPr>
          <p:cNvPr id="4" name="Deterministic Approaches">
            <a:extLst>
              <a:ext uri="{FF2B5EF4-FFF2-40B4-BE49-F238E27FC236}">
                <a16:creationId xmlns:a16="http://schemas.microsoft.com/office/drawing/2014/main" id="{E282F57B-3DBB-68F8-0EAB-E1735A55A2D6}"/>
              </a:ext>
            </a:extLst>
          </p:cNvPr>
          <p:cNvSpPr txBox="1">
            <a:spLocks noGrp="1"/>
          </p:cNvSpPr>
          <p:nvPr>
            <p:ph type="title"/>
          </p:nvPr>
        </p:nvSpPr>
        <p:spPr>
          <a:xfrm>
            <a:off x="455414" y="-1"/>
            <a:ext cx="8229601" cy="981075"/>
          </a:xfrm>
          <a:prstGeom prst="rect">
            <a:avLst/>
          </a:prstGeom>
        </p:spPr>
        <p:txBody>
          <a:bodyPr>
            <a:normAutofit fontScale="90000"/>
          </a:bodyPr>
          <a:lstStyle>
            <a:lvl1pPr indent="0"/>
          </a:lstStyle>
          <a:p>
            <a:pPr marL="121602" marR="40639" algn="l" defTabSz="914400"/>
            <a:r>
              <a:rPr lang="en-US" sz="3200" b="0" dirty="0">
                <a:uFill>
                  <a:solidFill>
                    <a:srgbClr val="000000"/>
                  </a:solidFill>
                </a:uFill>
                <a:latin typeface="+mn-lt"/>
                <a:ea typeface="+mn-ea"/>
                <a:cs typeface="+mn-cs"/>
                <a:sym typeface="Arial"/>
              </a:rPr>
              <a:t>Summary: Dynamic Programming Algorithms</a:t>
            </a:r>
          </a:p>
        </p:txBody>
      </p:sp>
      <p:sp>
        <p:nvSpPr>
          <p:cNvPr id="5" name="Text Placeholder 2">
            <a:extLst>
              <a:ext uri="{FF2B5EF4-FFF2-40B4-BE49-F238E27FC236}">
                <a16:creationId xmlns:a16="http://schemas.microsoft.com/office/drawing/2014/main" id="{A83ECDE0-7260-729F-16D0-9DE352F1F71A}"/>
              </a:ext>
            </a:extLst>
          </p:cNvPr>
          <p:cNvSpPr txBox="1">
            <a:spLocks/>
          </p:cNvSpPr>
          <p:nvPr/>
        </p:nvSpPr>
        <p:spPr>
          <a:xfrm>
            <a:off x="753387" y="1363055"/>
            <a:ext cx="7607300" cy="5013325"/>
          </a:xfrm>
          <a:prstGeom prst="rect">
            <a:avLst/>
          </a:prstGeom>
        </p:spPr>
        <p:txBody>
          <a:bodyP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139065" indent="0" hangingPunct="1">
              <a:buNone/>
            </a:pPr>
            <a:endParaRPr lang="en-US" dirty="0"/>
          </a:p>
        </p:txBody>
      </p:sp>
      <p:graphicFrame>
        <p:nvGraphicFramePr>
          <p:cNvPr id="2" name="Table 2">
            <a:extLst>
              <a:ext uri="{FF2B5EF4-FFF2-40B4-BE49-F238E27FC236}">
                <a16:creationId xmlns:a16="http://schemas.microsoft.com/office/drawing/2014/main" id="{A2D8347E-1870-3352-D145-D031DFF7B74F}"/>
              </a:ext>
            </a:extLst>
          </p:cNvPr>
          <p:cNvGraphicFramePr>
            <a:graphicFrameLocks noGrp="1"/>
          </p:cNvGraphicFramePr>
          <p:nvPr/>
        </p:nvGraphicFramePr>
        <p:xfrm>
          <a:off x="455414" y="1517578"/>
          <a:ext cx="8066241" cy="1691640"/>
        </p:xfrm>
        <a:graphic>
          <a:graphicData uri="http://schemas.openxmlformats.org/drawingml/2006/table">
            <a:tbl>
              <a:tblPr firstRow="1" bandRow="1">
                <a:tableStyleId>{5940675A-B579-460E-94D1-54222C63F5DA}</a:tableStyleId>
              </a:tblPr>
              <a:tblGrid>
                <a:gridCol w="1359939">
                  <a:extLst>
                    <a:ext uri="{9D8B030D-6E8A-4147-A177-3AD203B41FA5}">
                      <a16:colId xmlns:a16="http://schemas.microsoft.com/office/drawing/2014/main" val="3375468418"/>
                    </a:ext>
                  </a:extLst>
                </a:gridCol>
                <a:gridCol w="4017555">
                  <a:extLst>
                    <a:ext uri="{9D8B030D-6E8A-4147-A177-3AD203B41FA5}">
                      <a16:colId xmlns:a16="http://schemas.microsoft.com/office/drawing/2014/main" val="3792931812"/>
                    </a:ext>
                  </a:extLst>
                </a:gridCol>
                <a:gridCol w="2688747">
                  <a:extLst>
                    <a:ext uri="{9D8B030D-6E8A-4147-A177-3AD203B41FA5}">
                      <a16:colId xmlns:a16="http://schemas.microsoft.com/office/drawing/2014/main" val="3865404884"/>
                    </a:ext>
                  </a:extLst>
                </a:gridCol>
              </a:tblGrid>
              <a:tr h="370840">
                <a:tc>
                  <a:txBody>
                    <a:bodyPr/>
                    <a:lstStyle/>
                    <a:p>
                      <a:pPr algn="l"/>
                      <a:r>
                        <a:rPr lang="en-US" sz="1600" b="1" dirty="0">
                          <a:latin typeface="Tahoma" panose="020B0604030504040204" pitchFamily="34" charset="0"/>
                          <a:ea typeface="Tahoma" panose="020B0604030504040204" pitchFamily="34" charset="0"/>
                          <a:cs typeface="Tahoma" panose="020B0604030504040204" pitchFamily="34" charset="0"/>
                        </a:rPr>
                        <a:t>Problem</a:t>
                      </a:r>
                    </a:p>
                  </a:txBody>
                  <a:tcPr anchor="ctr">
                    <a:solidFill>
                      <a:schemeClr val="bg1"/>
                    </a:solidFill>
                  </a:tcPr>
                </a:tc>
                <a:tc>
                  <a:txBody>
                    <a:bodyPr/>
                    <a:lstStyle/>
                    <a:p>
                      <a:r>
                        <a:rPr lang="en-US" sz="1600" b="1" dirty="0">
                          <a:latin typeface="Tahoma" panose="020B0604030504040204" pitchFamily="34" charset="0"/>
                          <a:ea typeface="Tahoma" panose="020B0604030504040204" pitchFamily="34" charset="0"/>
                          <a:cs typeface="Tahoma" panose="020B0604030504040204" pitchFamily="34" charset="0"/>
                        </a:rPr>
                        <a:t>Bellman Equation</a:t>
                      </a:r>
                    </a:p>
                  </a:txBody>
                  <a:tcPr anchor="ctr">
                    <a:solidFill>
                      <a:schemeClr val="bg1"/>
                    </a:solidFill>
                  </a:tcPr>
                </a:tc>
                <a:tc>
                  <a:txBody>
                    <a:bodyPr/>
                    <a:lstStyle/>
                    <a:p>
                      <a:r>
                        <a:rPr lang="en-US" sz="1600" b="1" dirty="0">
                          <a:latin typeface="Tahoma" panose="020B0604030504040204" pitchFamily="34" charset="0"/>
                          <a:ea typeface="Tahoma" panose="020B0604030504040204" pitchFamily="34" charset="0"/>
                          <a:cs typeface="Tahoma" panose="020B0604030504040204" pitchFamily="34" charset="0"/>
                        </a:rPr>
                        <a:t>Algorithm</a:t>
                      </a:r>
                    </a:p>
                  </a:txBody>
                  <a:tcPr anchor="ctr">
                    <a:solidFill>
                      <a:schemeClr val="bg1"/>
                    </a:solidFill>
                  </a:tcPr>
                </a:tc>
                <a:extLst>
                  <a:ext uri="{0D108BD9-81ED-4DB2-BD59-A6C34878D82A}">
                    <a16:rowId xmlns:a16="http://schemas.microsoft.com/office/drawing/2014/main" val="3436351866"/>
                  </a:ext>
                </a:extLst>
              </a:tr>
              <a:tr h="370840">
                <a:tc>
                  <a:txBody>
                    <a:bodyPr/>
                    <a:lstStyle/>
                    <a:p>
                      <a:pPr algn="l"/>
                      <a:r>
                        <a:rPr lang="en-US" sz="1600" dirty="0">
                          <a:latin typeface="Tahoma" panose="020B0604030504040204" pitchFamily="34" charset="0"/>
                          <a:ea typeface="Tahoma" panose="020B0604030504040204" pitchFamily="34" charset="0"/>
                          <a:cs typeface="Tahoma" panose="020B0604030504040204" pitchFamily="34" charset="0"/>
                        </a:rPr>
                        <a:t>Prediction</a:t>
                      </a:r>
                    </a:p>
                  </a:txBody>
                  <a:tcPr anchor="ctr">
                    <a:solidFill>
                      <a:schemeClr val="bg1"/>
                    </a:solidFill>
                  </a:tcPr>
                </a:tc>
                <a:tc>
                  <a:txBody>
                    <a:bodyPr/>
                    <a:lstStyle/>
                    <a:p>
                      <a:pPr algn="l"/>
                      <a:r>
                        <a:rPr lang="en-US" sz="1600" dirty="0">
                          <a:latin typeface="Tahoma" panose="020B0604030504040204" pitchFamily="34" charset="0"/>
                          <a:ea typeface="Tahoma" panose="020B0604030504040204" pitchFamily="34" charset="0"/>
                          <a:cs typeface="Tahoma" panose="020B0604030504040204" pitchFamily="34" charset="0"/>
                        </a:rPr>
                        <a:t>Bellman Expectation Equation</a:t>
                      </a:r>
                    </a:p>
                  </a:txBody>
                  <a:tcPr anchor="ctr">
                    <a:solidFill>
                      <a:schemeClr val="bg1"/>
                    </a:solidFill>
                  </a:tcPr>
                </a:tc>
                <a:tc>
                  <a:txBody>
                    <a:bodyPr/>
                    <a:lstStyle/>
                    <a:p>
                      <a:r>
                        <a:rPr lang="en-US" sz="1600" dirty="0">
                          <a:latin typeface="Tahoma" panose="020B0604030504040204" pitchFamily="34" charset="0"/>
                          <a:ea typeface="Tahoma" panose="020B0604030504040204" pitchFamily="34" charset="0"/>
                          <a:cs typeface="Tahoma" panose="020B0604030504040204" pitchFamily="34" charset="0"/>
                        </a:rPr>
                        <a:t>Iterative Policy Evaluation</a:t>
                      </a:r>
                    </a:p>
                  </a:txBody>
                  <a:tcPr anchor="ctr">
                    <a:solidFill>
                      <a:schemeClr val="bg1"/>
                    </a:solidFill>
                  </a:tcPr>
                </a:tc>
                <a:extLst>
                  <a:ext uri="{0D108BD9-81ED-4DB2-BD59-A6C34878D82A}">
                    <a16:rowId xmlns:a16="http://schemas.microsoft.com/office/drawing/2014/main" val="1910534010"/>
                  </a:ext>
                </a:extLst>
              </a:tr>
              <a:tr h="370840">
                <a:tc>
                  <a:txBody>
                    <a:bodyPr/>
                    <a:lstStyle/>
                    <a:p>
                      <a:pPr algn="l"/>
                      <a:r>
                        <a:rPr lang="en-US" sz="1600" dirty="0">
                          <a:latin typeface="Tahoma" panose="020B0604030504040204" pitchFamily="34" charset="0"/>
                          <a:ea typeface="Tahoma" panose="020B0604030504040204" pitchFamily="34" charset="0"/>
                          <a:cs typeface="Tahoma" panose="020B0604030504040204" pitchFamily="34" charset="0"/>
                        </a:rPr>
                        <a:t>Control</a:t>
                      </a:r>
                    </a:p>
                  </a:txBody>
                  <a:tcPr anchor="ctr">
                    <a:solidFill>
                      <a:schemeClr val="bg1"/>
                    </a:solidFill>
                  </a:tcPr>
                </a:tc>
                <a:tc>
                  <a:txBody>
                    <a:bodyPr/>
                    <a:lstStyle/>
                    <a:p>
                      <a:pPr algn="l"/>
                      <a:r>
                        <a:rPr lang="en-US" sz="1600" dirty="0">
                          <a:latin typeface="Tahoma" panose="020B0604030504040204" pitchFamily="34" charset="0"/>
                          <a:ea typeface="Tahoma" panose="020B0604030504040204" pitchFamily="34" charset="0"/>
                          <a:cs typeface="Tahoma" panose="020B0604030504040204" pitchFamily="34" charset="0"/>
                        </a:rPr>
                        <a:t>Bellman Expectation Equation+ Greedy Policy Improvement</a:t>
                      </a:r>
                    </a:p>
                  </a:txBody>
                  <a:tcPr anchor="ctr">
                    <a:solidFill>
                      <a:schemeClr val="bg1"/>
                    </a:solidFill>
                  </a:tcPr>
                </a:tc>
                <a:tc>
                  <a:txBody>
                    <a:bodyPr/>
                    <a:lstStyle/>
                    <a:p>
                      <a:r>
                        <a:rPr lang="en-US" sz="1600" dirty="0">
                          <a:latin typeface="Tahoma" panose="020B0604030504040204" pitchFamily="34" charset="0"/>
                          <a:ea typeface="Tahoma" panose="020B0604030504040204" pitchFamily="34" charset="0"/>
                          <a:cs typeface="Tahoma" panose="020B0604030504040204" pitchFamily="34" charset="0"/>
                        </a:rPr>
                        <a:t>Policy Iteration</a:t>
                      </a:r>
                    </a:p>
                  </a:txBody>
                  <a:tcPr anchor="ctr">
                    <a:solidFill>
                      <a:schemeClr val="bg1"/>
                    </a:solidFill>
                  </a:tcPr>
                </a:tc>
                <a:extLst>
                  <a:ext uri="{0D108BD9-81ED-4DB2-BD59-A6C34878D82A}">
                    <a16:rowId xmlns:a16="http://schemas.microsoft.com/office/drawing/2014/main" val="2800232274"/>
                  </a:ext>
                </a:extLst>
              </a:tr>
              <a:tr h="370840">
                <a:tc>
                  <a:txBody>
                    <a:bodyPr/>
                    <a:lstStyle/>
                    <a:p>
                      <a:pPr algn="l"/>
                      <a:r>
                        <a:rPr lang="en-US" sz="1600" dirty="0">
                          <a:latin typeface="Tahoma" panose="020B0604030504040204" pitchFamily="34" charset="0"/>
                          <a:ea typeface="Tahoma" panose="020B0604030504040204" pitchFamily="34" charset="0"/>
                          <a:cs typeface="Tahoma" panose="020B0604030504040204" pitchFamily="34" charset="0"/>
                        </a:rPr>
                        <a:t>Control</a:t>
                      </a:r>
                    </a:p>
                  </a:txBody>
                  <a:tcPr anchor="ctr">
                    <a:solidFill>
                      <a:schemeClr val="bg1"/>
                    </a:solidFill>
                  </a:tcPr>
                </a:tc>
                <a:tc>
                  <a:txBody>
                    <a:bodyPr/>
                    <a:lstStyle/>
                    <a:p>
                      <a:pPr algn="l"/>
                      <a:r>
                        <a:rPr lang="en-US" sz="1600" dirty="0">
                          <a:latin typeface="Tahoma" panose="020B0604030504040204" pitchFamily="34" charset="0"/>
                          <a:ea typeface="Tahoma" panose="020B0604030504040204" pitchFamily="34" charset="0"/>
                          <a:cs typeface="Tahoma" panose="020B0604030504040204" pitchFamily="34" charset="0"/>
                        </a:rPr>
                        <a:t>Bellman Optimality Equation</a:t>
                      </a:r>
                    </a:p>
                  </a:txBody>
                  <a:tcPr anchor="ctr">
                    <a:solidFill>
                      <a:schemeClr val="bg1"/>
                    </a:solidFill>
                  </a:tcPr>
                </a:tc>
                <a:tc>
                  <a:txBody>
                    <a:bodyPr/>
                    <a:lstStyle/>
                    <a:p>
                      <a:r>
                        <a:rPr lang="en-US" sz="1600" dirty="0">
                          <a:latin typeface="Tahoma" panose="020B0604030504040204" pitchFamily="34" charset="0"/>
                          <a:ea typeface="Tahoma" panose="020B0604030504040204" pitchFamily="34" charset="0"/>
                          <a:cs typeface="Tahoma" panose="020B0604030504040204" pitchFamily="34" charset="0"/>
                        </a:rPr>
                        <a:t>Value Iteration</a:t>
                      </a:r>
                    </a:p>
                  </a:txBody>
                  <a:tcPr anchor="ctr">
                    <a:solidFill>
                      <a:schemeClr val="bg1"/>
                    </a:solidFill>
                  </a:tcPr>
                </a:tc>
                <a:extLst>
                  <a:ext uri="{0D108BD9-81ED-4DB2-BD59-A6C34878D82A}">
                    <a16:rowId xmlns:a16="http://schemas.microsoft.com/office/drawing/2014/main" val="1922083392"/>
                  </a:ext>
                </a:extLst>
              </a:tr>
            </a:tbl>
          </a:graphicData>
        </a:graphic>
      </p:graphicFrame>
      <p:sp>
        <p:nvSpPr>
          <p:cNvPr id="3" name="Slide Number Placeholder 2">
            <a:extLst>
              <a:ext uri="{FF2B5EF4-FFF2-40B4-BE49-F238E27FC236}">
                <a16:creationId xmlns:a16="http://schemas.microsoft.com/office/drawing/2014/main" id="{4C84428E-9D3D-45F1-6BE3-5615DBDAB40C}"/>
              </a:ext>
            </a:extLst>
          </p:cNvPr>
          <p:cNvSpPr>
            <a:spLocks noGrp="1"/>
          </p:cNvSpPr>
          <p:nvPr>
            <p:ph type="sldNum" sz="quarter" idx="2"/>
          </p:nvPr>
        </p:nvSpPr>
        <p:spPr/>
        <p:txBody>
          <a:bodyPr/>
          <a:lstStyle/>
          <a:p>
            <a:fld id="{86CB4B4D-7CA3-9044-876B-883B54F8677D}" type="slidenum">
              <a:rPr lang="en-US" smtClean="0"/>
              <a:t>63</a:t>
            </a:fld>
            <a:endParaRPr lang="en-US"/>
          </a:p>
        </p:txBody>
      </p:sp>
      <p:sp>
        <p:nvSpPr>
          <p:cNvPr id="8" name="Date Placeholder 3">
            <a:extLst>
              <a:ext uri="{FF2B5EF4-FFF2-40B4-BE49-F238E27FC236}">
                <a16:creationId xmlns:a16="http://schemas.microsoft.com/office/drawing/2014/main" id="{4BF2EC85-156A-D83B-C401-6B8C18679498}"/>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Footer Placeholder 5">
            <a:extLst>
              <a:ext uri="{FF2B5EF4-FFF2-40B4-BE49-F238E27FC236}">
                <a16:creationId xmlns:a16="http://schemas.microsoft.com/office/drawing/2014/main" id="{D221F879-2BD7-88E1-CA17-8C361A7D420D}"/>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4" name="Slide Number Placeholder 7">
            <a:extLst>
              <a:ext uri="{FF2B5EF4-FFF2-40B4-BE49-F238E27FC236}">
                <a16:creationId xmlns:a16="http://schemas.microsoft.com/office/drawing/2014/main" id="{E65B3D8D-0350-3966-5FA9-4BD34B57868B}"/>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63</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3670989282"/>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2" name="Take home lessons">
            <a:extLst>
              <a:ext uri="{FF2B5EF4-FFF2-40B4-BE49-F238E27FC236}">
                <a16:creationId xmlns:a16="http://schemas.microsoft.com/office/drawing/2014/main" id="{57D65A82-1070-6B91-C1BB-E58F73A6362E}"/>
              </a:ext>
            </a:extLst>
          </p:cNvPr>
          <p:cNvSpPr txBox="1">
            <a:spLocks noGrp="1"/>
          </p:cNvSpPr>
          <p:nvPr>
            <p:ph type="title"/>
          </p:nvPr>
        </p:nvSpPr>
        <p:spPr>
          <a:xfrm>
            <a:off x="344487" y="-254001"/>
            <a:ext cx="8229601" cy="1535114"/>
          </a:xfrm>
          <a:prstGeom prst="rect">
            <a:avLst/>
          </a:prstGeom>
        </p:spPr>
        <p:txBody>
          <a:bodyPr>
            <a:normAutofit/>
          </a:bodyPr>
          <a:lstStyle>
            <a:lvl1pPr>
              <a:defRPr sz="4400">
                <a:latin typeface="Helvetica"/>
                <a:ea typeface="Helvetica"/>
                <a:cs typeface="Helvetica"/>
                <a:sym typeface="Helvetica"/>
              </a:defRPr>
            </a:lvl1pPr>
          </a:lstStyle>
          <a:p>
            <a:pPr marL="121602" marR="40639" indent="-80962" algn="l" defTabSz="914400"/>
            <a:r>
              <a:rPr sz="3200" b="0" dirty="0">
                <a:uFill>
                  <a:solidFill>
                    <a:srgbClr val="000000"/>
                  </a:solidFill>
                </a:uFill>
                <a:latin typeface="+mn-lt"/>
                <a:ea typeface="+mn-ea"/>
                <a:cs typeface="+mn-cs"/>
                <a:sym typeface="Arial"/>
              </a:rPr>
              <a:t>Take home lessons</a:t>
            </a:r>
          </a:p>
        </p:txBody>
      </p:sp>
      <p:sp>
        <p:nvSpPr>
          <p:cNvPr id="3" name="Reinforcement learning models how (independent) agents learn about an unknown environment.…">
            <a:extLst>
              <a:ext uri="{FF2B5EF4-FFF2-40B4-BE49-F238E27FC236}">
                <a16:creationId xmlns:a16="http://schemas.microsoft.com/office/drawing/2014/main" id="{3AA09A8D-395D-954B-2966-3B7A012F03C1}"/>
              </a:ext>
            </a:extLst>
          </p:cNvPr>
          <p:cNvSpPr txBox="1">
            <a:spLocks/>
          </p:cNvSpPr>
          <p:nvPr/>
        </p:nvSpPr>
        <p:spPr>
          <a:xfrm>
            <a:off x="373185" y="1114032"/>
            <a:ext cx="8664235" cy="5701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lst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47102" marR="40639" indent="-285749" algn="l" defTabSz="914400" rtl="0" latinLnBrk="0">
              <a:lnSpc>
                <a:spcPct val="100000"/>
              </a:lnSpc>
              <a:spcBef>
                <a:spcPts val="600"/>
              </a:spcBef>
              <a:spcAft>
                <a:spcPts val="0"/>
              </a:spcAft>
              <a:buClrTx/>
              <a:buSzPct val="100000"/>
              <a:buFontTx/>
              <a:buChar char="–"/>
              <a:tabLst/>
              <a:defRPr sz="2600" b="0" i="0" u="none" strike="noStrike" cap="none" spc="0" baseline="0">
                <a:solidFill>
                  <a:srgbClr val="000000"/>
                </a:solidFill>
                <a:uFill>
                  <a:solidFill>
                    <a:srgbClr val="000000"/>
                  </a:solidFill>
                </a:uFill>
                <a:latin typeface="+mn-lt"/>
                <a:ea typeface="+mn-ea"/>
                <a:cs typeface="+mn-cs"/>
                <a:sym typeface="Arial"/>
              </a:defRPr>
            </a:lvl2pPr>
            <a:lvl3pPr marL="1355089" marR="40639" indent="-228600" algn="l" defTabSz="914400" rtl="0" latinLnBrk="0">
              <a:lnSpc>
                <a:spcPct val="100000"/>
              </a:lnSpc>
              <a:spcBef>
                <a:spcPts val="500"/>
              </a:spcBef>
              <a:spcAft>
                <a:spcPts val="0"/>
              </a:spcAft>
              <a:buClr>
                <a:srgbClr val="000000"/>
              </a:buClr>
              <a:buSzPct val="100000"/>
              <a:buFont typeface="Arial"/>
              <a:buChar char="&gt;"/>
              <a:tabLst/>
              <a:defRPr sz="2400" b="0" i="0" u="none" strike="noStrike" cap="none" spc="0" baseline="0">
                <a:solidFill>
                  <a:srgbClr val="000000"/>
                </a:solidFill>
                <a:uFill>
                  <a:solidFill>
                    <a:srgbClr val="000000"/>
                  </a:solidFill>
                </a:uFill>
                <a:latin typeface="+mn-lt"/>
                <a:ea typeface="+mn-ea"/>
                <a:cs typeface="+mn-cs"/>
                <a:sym typeface="Arial"/>
              </a:defRPr>
            </a:lvl3pPr>
            <a:lvl4pPr marL="1763077" marR="40639" indent="-2286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
                  <a:solidFill>
                    <a:srgbClr val="000000"/>
                  </a:solidFill>
                </a:uFill>
                <a:latin typeface="+mn-lt"/>
                <a:ea typeface="+mn-ea"/>
                <a:cs typeface="+mn-cs"/>
                <a:sym typeface="Arial"/>
              </a:defRPr>
            </a:lvl4pPr>
            <a:lvl5pPr marL="2171064" marR="40639" indent="-2286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
                  <a:solidFill>
                    <a:srgbClr val="000000"/>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a:lstStyle>
          <a:p>
            <a:pPr marL="268111" marR="0" indent="-268111" defTabSz="410765" hangingPunct="1">
              <a:spcBef>
                <a:spcPts val="2400"/>
              </a:spcBef>
              <a:buSzPct val="155000"/>
              <a:defRPr sz="1700" b="0">
                <a:solidFill>
                  <a:srgbClr val="000000"/>
                </a:solidFill>
                <a:uFillTx/>
                <a:latin typeface="Helvetica Light"/>
                <a:ea typeface="Helvetica Light"/>
                <a:cs typeface="Helvetica Light"/>
                <a:sym typeface="Helvetica Light"/>
              </a:defRPr>
            </a:pPr>
            <a:r>
              <a:rPr lang="en-US" sz="1700" b="0" dirty="0">
                <a:solidFill>
                  <a:srgbClr val="000000"/>
                </a:solidFill>
                <a:uFillTx/>
                <a:latin typeface="Helvetica Light"/>
                <a:ea typeface="Helvetica Light"/>
                <a:cs typeface="Helvetica Light"/>
                <a:sym typeface="Helvetica Light"/>
              </a:rPr>
              <a:t>Reinforcement learning models how (independent) agents learn about an unknown environment.  </a:t>
            </a:r>
          </a:p>
          <a:p>
            <a:pPr marL="268111" marR="0" indent="-268111" defTabSz="410765" hangingPunct="1">
              <a:spcBef>
                <a:spcPts val="2400"/>
              </a:spcBef>
              <a:buSzPct val="155000"/>
              <a:defRPr sz="1700" b="0">
                <a:solidFill>
                  <a:srgbClr val="000000"/>
                </a:solidFill>
                <a:uFillTx/>
                <a:latin typeface="Helvetica Light"/>
                <a:ea typeface="Helvetica Light"/>
                <a:cs typeface="Helvetica Light"/>
                <a:sym typeface="Helvetica Light"/>
              </a:defRPr>
            </a:pPr>
            <a:r>
              <a:rPr lang="en-US" sz="1700" b="0" dirty="0">
                <a:solidFill>
                  <a:srgbClr val="000000"/>
                </a:solidFill>
                <a:uFillTx/>
                <a:latin typeface="Helvetica Light"/>
                <a:ea typeface="Helvetica Light"/>
                <a:cs typeface="Helvetica Light"/>
                <a:sym typeface="Helvetica Light"/>
              </a:rPr>
              <a:t>Agents learn by exploring the consequences of their actions (observed through rewards received).</a:t>
            </a:r>
          </a:p>
          <a:p>
            <a:pPr marL="268111" marR="0" indent="-268111" defTabSz="410765" hangingPunct="1">
              <a:spcBef>
                <a:spcPts val="2400"/>
              </a:spcBef>
              <a:buSzPct val="155000"/>
              <a:defRPr sz="1700" b="0">
                <a:solidFill>
                  <a:srgbClr val="000000"/>
                </a:solidFill>
                <a:uFillTx/>
                <a:latin typeface="Helvetica Light"/>
                <a:ea typeface="Helvetica Light"/>
                <a:cs typeface="Helvetica Light"/>
                <a:sym typeface="Helvetica Light"/>
              </a:defRPr>
            </a:pPr>
            <a:r>
              <a:rPr lang="en-US" sz="1700" b="0" dirty="0">
                <a:solidFill>
                  <a:srgbClr val="000000"/>
                </a:solidFill>
                <a:uFillTx/>
                <a:latin typeface="Helvetica Light"/>
                <a:ea typeface="Helvetica Light"/>
                <a:cs typeface="Helvetica Light"/>
                <a:sym typeface="Helvetica Light"/>
              </a:rPr>
              <a:t>Actions (can) modify the environment.</a:t>
            </a:r>
          </a:p>
          <a:p>
            <a:pPr marL="296333" marR="0" indent="-296333" defTabSz="410765" hangingPunct="1">
              <a:spcBef>
                <a:spcPts val="2400"/>
              </a:spcBef>
              <a:buSzPct val="155000"/>
              <a:defRPr sz="1700" b="0">
                <a:solidFill>
                  <a:srgbClr val="000000"/>
                </a:solidFill>
                <a:uFillTx/>
                <a:latin typeface="Helvetica Light"/>
                <a:ea typeface="Helvetica Light"/>
                <a:cs typeface="Helvetica Light"/>
                <a:sym typeface="Helvetica Light"/>
              </a:defRPr>
            </a:pPr>
            <a:r>
              <a:rPr lang="en-US" sz="1700" b="0" dirty="0">
                <a:solidFill>
                  <a:srgbClr val="000000"/>
                </a:solidFill>
                <a:uFillTx/>
                <a:latin typeface="Helvetica Light"/>
                <a:ea typeface="Helvetica Light"/>
                <a:cs typeface="Helvetica Light"/>
                <a:sym typeface="Helvetica Light"/>
              </a:rPr>
              <a:t>A policy describes how an agent behaves.</a:t>
            </a:r>
          </a:p>
          <a:p>
            <a:pPr marL="296333" marR="0" indent="-296333" defTabSz="410765" hangingPunct="1">
              <a:spcBef>
                <a:spcPts val="2400"/>
              </a:spcBef>
              <a:buSzPct val="155000"/>
              <a:defRPr sz="1700" b="0">
                <a:solidFill>
                  <a:srgbClr val="000000"/>
                </a:solidFill>
                <a:uFillTx/>
                <a:latin typeface="Helvetica Light"/>
                <a:ea typeface="Helvetica Light"/>
                <a:cs typeface="Helvetica Light"/>
                <a:sym typeface="Helvetica Light"/>
              </a:defRPr>
            </a:pPr>
            <a:r>
              <a:rPr lang="en-US" sz="1700" b="0" dirty="0">
                <a:solidFill>
                  <a:srgbClr val="000000"/>
                </a:solidFill>
                <a:uFillTx/>
                <a:latin typeface="Helvetica Light"/>
                <a:ea typeface="Helvetica Light"/>
                <a:cs typeface="Helvetica Light"/>
                <a:sym typeface="Helvetica Light"/>
              </a:rPr>
              <a:t>A value function describes how desirable an agent judges a particular environment state top be.</a:t>
            </a:r>
          </a:p>
          <a:p>
            <a:pPr marL="296333" marR="0" indent="-296333" defTabSz="410765" hangingPunct="1">
              <a:spcBef>
                <a:spcPts val="2400"/>
              </a:spcBef>
              <a:buSzPct val="155000"/>
              <a:defRPr sz="1700" b="0">
                <a:solidFill>
                  <a:srgbClr val="000000"/>
                </a:solidFill>
                <a:uFillTx/>
                <a:latin typeface="Helvetica Light"/>
                <a:ea typeface="Helvetica Light"/>
                <a:cs typeface="Helvetica Light"/>
                <a:sym typeface="Helvetica Light"/>
              </a:defRPr>
            </a:pPr>
            <a:r>
              <a:rPr lang="en-US" sz="1700" b="0" dirty="0">
                <a:solidFill>
                  <a:srgbClr val="000000"/>
                </a:solidFill>
                <a:uFillTx/>
                <a:latin typeface="Helvetica Light"/>
                <a:ea typeface="Helvetica Light"/>
                <a:cs typeface="Helvetica Light"/>
                <a:sym typeface="Helvetica Light"/>
              </a:rPr>
              <a:t>MRP = MC + rewards</a:t>
            </a:r>
          </a:p>
          <a:p>
            <a:pPr marL="296333" marR="0" indent="-296333" defTabSz="410765" hangingPunct="1">
              <a:spcBef>
                <a:spcPts val="2400"/>
              </a:spcBef>
              <a:buSzPct val="155000"/>
              <a:defRPr sz="1700" b="0">
                <a:solidFill>
                  <a:srgbClr val="000000"/>
                </a:solidFill>
                <a:uFillTx/>
                <a:latin typeface="Helvetica Light"/>
                <a:ea typeface="Helvetica Light"/>
                <a:cs typeface="Helvetica Light"/>
                <a:sym typeface="Helvetica Light"/>
              </a:defRPr>
            </a:pPr>
            <a:r>
              <a:rPr lang="en-US" sz="1700" b="0" dirty="0">
                <a:solidFill>
                  <a:srgbClr val="000000"/>
                </a:solidFill>
                <a:uFillTx/>
                <a:latin typeface="Helvetica Light"/>
                <a:ea typeface="Helvetica Light"/>
                <a:cs typeface="Helvetica Light"/>
                <a:sym typeface="Helvetica Light"/>
              </a:rPr>
              <a:t>MDP = MRP with actions determining transition probabilities</a:t>
            </a:r>
          </a:p>
          <a:p>
            <a:pPr marL="296333" marR="0" indent="-296333" defTabSz="410765" hangingPunct="1">
              <a:spcBef>
                <a:spcPts val="2400"/>
              </a:spcBef>
              <a:buSzPct val="155000"/>
              <a:defRPr sz="1700" b="0">
                <a:solidFill>
                  <a:srgbClr val="000000"/>
                </a:solidFill>
                <a:uFillTx/>
                <a:latin typeface="Helvetica Light"/>
                <a:ea typeface="Helvetica Light"/>
                <a:cs typeface="Helvetica Light"/>
                <a:sym typeface="Helvetica Light"/>
              </a:defRPr>
            </a:pPr>
            <a:r>
              <a:rPr lang="en-US" sz="1700" b="0" dirty="0">
                <a:solidFill>
                  <a:srgbClr val="000000"/>
                </a:solidFill>
                <a:uFillTx/>
                <a:latin typeface="Helvetica Light"/>
                <a:ea typeface="Helvetica Light"/>
                <a:cs typeface="Helvetica Light"/>
                <a:sym typeface="Helvetica Light"/>
              </a:rPr>
              <a:t>MDPs are the most fundamental modelling framework for RL</a:t>
            </a:r>
          </a:p>
        </p:txBody>
      </p:sp>
      <p:sp>
        <p:nvSpPr>
          <p:cNvPr id="4" name="Date Placeholder 3">
            <a:extLst>
              <a:ext uri="{FF2B5EF4-FFF2-40B4-BE49-F238E27FC236}">
                <a16:creationId xmlns:a16="http://schemas.microsoft.com/office/drawing/2014/main" id="{80E255E4-8EF8-B4F4-39BC-73FCBDA7AFDC}"/>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BDFD540F-8509-71AE-A052-83DE7C01D205}"/>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85E6D76B-8707-4C48-8EF8-BA17C6448965}"/>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64</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218730599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animBg="1" advAuto="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a:extLst>
              <a:ext uri="{FF2B5EF4-FFF2-40B4-BE49-F238E27FC236}">
                <a16:creationId xmlns:a16="http://schemas.microsoft.com/office/drawing/2014/main" id="{17DC00FC-C0E8-2693-A8D4-F40D8CB5E44A}"/>
              </a:ext>
            </a:extLst>
          </p:cNvPr>
          <p:cNvSpPr/>
          <p:nvPr/>
        </p:nvSpPr>
        <p:spPr>
          <a:xfrm flipV="1">
            <a:off x="-2652" y="981074"/>
            <a:ext cx="9144000" cy="1"/>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grpSp>
        <p:nvGrpSpPr>
          <p:cNvPr id="8" name="Group">
            <a:extLst>
              <a:ext uri="{FF2B5EF4-FFF2-40B4-BE49-F238E27FC236}">
                <a16:creationId xmlns:a16="http://schemas.microsoft.com/office/drawing/2014/main" id="{73039683-E13F-9485-A23B-20BF7F1636A9}"/>
              </a:ext>
            </a:extLst>
          </p:cNvPr>
          <p:cNvGrpSpPr/>
          <p:nvPr/>
        </p:nvGrpSpPr>
        <p:grpSpPr>
          <a:xfrm>
            <a:off x="-12700" y="1031778"/>
            <a:ext cx="9144000" cy="5826222"/>
            <a:chOff x="0" y="0"/>
            <a:chExt cx="10720960" cy="5866148"/>
          </a:xfrm>
        </p:grpSpPr>
        <p:sp>
          <p:nvSpPr>
            <p:cNvPr id="9" name="Rectangle">
              <a:extLst>
                <a:ext uri="{FF2B5EF4-FFF2-40B4-BE49-F238E27FC236}">
                  <a16:creationId xmlns:a16="http://schemas.microsoft.com/office/drawing/2014/main" id="{AE8D10D0-0EEA-04DA-9F05-36A6F4F4C6BE}"/>
                </a:ext>
              </a:extLst>
            </p:cNvPr>
            <p:cNvSpPr/>
            <p:nvPr/>
          </p:nvSpPr>
          <p:spPr>
            <a:xfrm>
              <a:off x="0" y="0"/>
              <a:ext cx="10720961" cy="5015982"/>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0" name="Rounded Rectangle">
              <a:extLst>
                <a:ext uri="{FF2B5EF4-FFF2-40B4-BE49-F238E27FC236}">
                  <a16:creationId xmlns:a16="http://schemas.microsoft.com/office/drawing/2014/main" id="{792D84E5-27E1-9B94-2190-C2151750F570}"/>
                </a:ext>
              </a:extLst>
            </p:cNvPr>
            <p:cNvSpPr/>
            <p:nvPr/>
          </p:nvSpPr>
          <p:spPr>
            <a:xfrm>
              <a:off x="3832239" y="3655715"/>
              <a:ext cx="6888722" cy="221043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11" name="Rectangle">
              <a:extLst>
                <a:ext uri="{FF2B5EF4-FFF2-40B4-BE49-F238E27FC236}">
                  <a16:creationId xmlns:a16="http://schemas.microsoft.com/office/drawing/2014/main" id="{75593E6A-0623-ED0A-724D-95A40A02895F}"/>
                </a:ext>
              </a:extLst>
            </p:cNvPr>
            <p:cNvSpPr/>
            <p:nvPr/>
          </p:nvSpPr>
          <p:spPr>
            <a:xfrm>
              <a:off x="0" y="1445282"/>
              <a:ext cx="4763148" cy="4420866"/>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2" name="Take home lessons">
            <a:extLst>
              <a:ext uri="{FF2B5EF4-FFF2-40B4-BE49-F238E27FC236}">
                <a16:creationId xmlns:a16="http://schemas.microsoft.com/office/drawing/2014/main" id="{57D65A82-1070-6B91-C1BB-E58F73A6362E}"/>
              </a:ext>
            </a:extLst>
          </p:cNvPr>
          <p:cNvSpPr txBox="1">
            <a:spLocks noGrp="1"/>
          </p:cNvSpPr>
          <p:nvPr>
            <p:ph type="title"/>
          </p:nvPr>
        </p:nvSpPr>
        <p:spPr>
          <a:xfrm>
            <a:off x="344487" y="-254001"/>
            <a:ext cx="8229601" cy="1535114"/>
          </a:xfrm>
          <a:prstGeom prst="rect">
            <a:avLst/>
          </a:prstGeom>
        </p:spPr>
        <p:txBody>
          <a:bodyPr>
            <a:normAutofit/>
          </a:bodyPr>
          <a:lstStyle>
            <a:lvl1pPr>
              <a:defRPr sz="4400">
                <a:latin typeface="Helvetica"/>
                <a:ea typeface="Helvetica"/>
                <a:cs typeface="Helvetica"/>
                <a:sym typeface="Helvetica"/>
              </a:defRPr>
            </a:lvl1pPr>
          </a:lstStyle>
          <a:p>
            <a:pPr marL="121602" marR="40639" indent="-80962" algn="l" defTabSz="914400"/>
            <a:r>
              <a:rPr lang="en-US" sz="3200" b="0" dirty="0">
                <a:uFill>
                  <a:solidFill>
                    <a:srgbClr val="000000"/>
                  </a:solidFill>
                </a:uFill>
                <a:latin typeface="+mn-lt"/>
                <a:ea typeface="+mn-ea"/>
                <a:cs typeface="+mn-cs"/>
                <a:sym typeface="Arial"/>
              </a:rPr>
              <a:t>Acknowledgments</a:t>
            </a:r>
            <a:endParaRPr sz="3200" b="0" dirty="0">
              <a:uFill>
                <a:solidFill>
                  <a:srgbClr val="000000"/>
                </a:solidFill>
              </a:uFill>
              <a:latin typeface="+mn-lt"/>
              <a:ea typeface="+mn-ea"/>
              <a:cs typeface="+mn-cs"/>
              <a:sym typeface="Arial"/>
            </a:endParaRPr>
          </a:p>
        </p:txBody>
      </p:sp>
      <p:sp>
        <p:nvSpPr>
          <p:cNvPr id="5" name="TextBox 4">
            <a:extLst>
              <a:ext uri="{FF2B5EF4-FFF2-40B4-BE49-F238E27FC236}">
                <a16:creationId xmlns:a16="http://schemas.microsoft.com/office/drawing/2014/main" id="{34BF768C-32D2-0C0E-04B7-54DD356B7413}"/>
              </a:ext>
            </a:extLst>
          </p:cNvPr>
          <p:cNvSpPr txBox="1"/>
          <p:nvPr/>
        </p:nvSpPr>
        <p:spPr>
          <a:xfrm>
            <a:off x="331788" y="2053079"/>
            <a:ext cx="8799513" cy="26776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t>This material includes content adapted from instructional resources made available by David Silver as part of his Reinforcement Learning course at UCL under CC-BY-NC 4.0. </a:t>
            </a:r>
          </a:p>
          <a:p>
            <a:endParaRPr lang="en-US" dirty="0"/>
          </a:p>
          <a:p>
            <a:r>
              <a:rPr lang="en-US" dirty="0"/>
              <a:t>Refer to </a:t>
            </a:r>
            <a:r>
              <a:rPr lang="en-US" dirty="0">
                <a:hlinkClick r:id="rId2"/>
              </a:rPr>
              <a:t>https://www.davidsilver.uk/teaching/ </a:t>
            </a:r>
            <a:r>
              <a:rPr lang="en-US" dirty="0"/>
              <a:t>for full details</a:t>
            </a:r>
          </a:p>
        </p:txBody>
      </p:sp>
      <p:sp>
        <p:nvSpPr>
          <p:cNvPr id="3" name="Slide Number Placeholder 2">
            <a:extLst>
              <a:ext uri="{FF2B5EF4-FFF2-40B4-BE49-F238E27FC236}">
                <a16:creationId xmlns:a16="http://schemas.microsoft.com/office/drawing/2014/main" id="{D96E6C31-FE07-9B34-FEEB-D9098C3CABF4}"/>
              </a:ext>
            </a:extLst>
          </p:cNvPr>
          <p:cNvSpPr>
            <a:spLocks noGrp="1"/>
          </p:cNvSpPr>
          <p:nvPr>
            <p:ph type="sldNum" sz="quarter" idx="2"/>
          </p:nvPr>
        </p:nvSpPr>
        <p:spPr/>
        <p:txBody>
          <a:bodyPr/>
          <a:lstStyle/>
          <a:p>
            <a:fld id="{86CB4B4D-7CA3-9044-876B-883B54F8677D}" type="slidenum">
              <a:rPr lang="en-US" smtClean="0"/>
              <a:t>65</a:t>
            </a:fld>
            <a:endParaRPr lang="en-US"/>
          </a:p>
        </p:txBody>
      </p:sp>
      <p:sp>
        <p:nvSpPr>
          <p:cNvPr id="4" name="Date Placeholder 3">
            <a:extLst>
              <a:ext uri="{FF2B5EF4-FFF2-40B4-BE49-F238E27FC236}">
                <a16:creationId xmlns:a16="http://schemas.microsoft.com/office/drawing/2014/main" id="{127CA0F2-9CB1-C255-5167-90E80F9F68AD}"/>
              </a:ext>
            </a:extLst>
          </p:cNvPr>
          <p:cNvSpPr txBox="1">
            <a:spLocks/>
          </p:cNvSpPr>
          <p:nvPr/>
        </p:nvSpPr>
        <p:spPr>
          <a:xfrm>
            <a:off x="31049" y="6596758"/>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8/7/2024</a:t>
            </a:fld>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Footer Placeholder 5">
            <a:extLst>
              <a:ext uri="{FF2B5EF4-FFF2-40B4-BE49-F238E27FC236}">
                <a16:creationId xmlns:a16="http://schemas.microsoft.com/office/drawing/2014/main" id="{25A0465D-6C74-5CCA-C7C8-24979E74DEC4}"/>
              </a:ext>
            </a:extLst>
          </p:cNvPr>
          <p:cNvSpPr txBox="1">
            <a:spLocks/>
          </p:cNvSpPr>
          <p:nvPr/>
        </p:nvSpPr>
        <p:spPr>
          <a:xfrm>
            <a:off x="3099053" y="6596757"/>
            <a:ext cx="2991536"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2" name="Slide Number Placeholder 7">
            <a:extLst>
              <a:ext uri="{FF2B5EF4-FFF2-40B4-BE49-F238E27FC236}">
                <a16:creationId xmlns:a16="http://schemas.microsoft.com/office/drawing/2014/main" id="{6825917F-7738-D3B8-E2A8-2A51B9526C3A}"/>
              </a:ext>
            </a:extLst>
          </p:cNvPr>
          <p:cNvSpPr txBox="1">
            <a:spLocks/>
          </p:cNvSpPr>
          <p:nvPr/>
        </p:nvSpPr>
        <p:spPr>
          <a:xfrm>
            <a:off x="6118773" y="6593115"/>
            <a:ext cx="3025227" cy="24622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16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65</a:t>
            </a:fld>
            <a:r>
              <a:rPr kumimoji="0" lang="en-US" sz="1600" b="0" i="0" u="none" strike="noStrike" kern="1200" cap="none" spc="0" normalizeH="0" baseline="0" noProof="0" dirty="0">
                <a:ln>
                  <a:noFill/>
                </a:ln>
                <a:solidFill>
                  <a:prstClr val="black"/>
                </a:solidFill>
                <a:effectLst/>
                <a:uLnTx/>
                <a:uFillTx/>
                <a:latin typeface="Calibri"/>
                <a:ea typeface="+mn-ea"/>
                <a:cs typeface="+mn-cs"/>
              </a:rPr>
              <a:t>/65</a:t>
            </a:r>
          </a:p>
        </p:txBody>
      </p:sp>
    </p:spTree>
    <p:extLst>
      <p:ext uri="{BB962C8B-B14F-4D97-AF65-F5344CB8AC3E}">
        <p14:creationId xmlns:p14="http://schemas.microsoft.com/office/powerpoint/2010/main" val="439530924"/>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_rels/theme3.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Gill Sans"/>
        <a:ea typeface="Gill Sans"/>
        <a:cs typeface="Gill Sans"/>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_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Gill Sans"/>
        <a:ea typeface="Gill Sans"/>
        <a:cs typeface="Gill Sans"/>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Gill Sans"/>
        <a:ea typeface="Gill Sans"/>
        <a:cs typeface="Gill Sans"/>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7722</TotalTime>
  <Words>5477</Words>
  <Application>Microsoft Office PowerPoint</Application>
  <PresentationFormat>On-screen Show (4:3)</PresentationFormat>
  <Paragraphs>989</Paragraphs>
  <Slides>65</Slides>
  <Notes>38</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65</vt:i4>
      </vt:variant>
    </vt:vector>
  </HeadingPairs>
  <TitlesOfParts>
    <vt:vector size="83" baseType="lpstr">
      <vt:lpstr>Arial</vt:lpstr>
      <vt:lpstr>Arial</vt:lpstr>
      <vt:lpstr>Arial Black</vt:lpstr>
      <vt:lpstr>Calibri</vt:lpstr>
      <vt:lpstr>Cambria Math</vt:lpstr>
      <vt:lpstr>Comic Sans MS</vt:lpstr>
      <vt:lpstr>Courier New</vt:lpstr>
      <vt:lpstr>Gill Sans</vt:lpstr>
      <vt:lpstr>Helvetica</vt:lpstr>
      <vt:lpstr>Helvetica Light</vt:lpstr>
      <vt:lpstr>Lucida Grande</vt:lpstr>
      <vt:lpstr>Symbol</vt:lpstr>
      <vt:lpstr>Tahoma</vt:lpstr>
      <vt:lpstr>Times New Roman</vt:lpstr>
      <vt:lpstr>Wingdings 2</vt:lpstr>
      <vt:lpstr>Wingdings 3</vt:lpstr>
      <vt:lpstr>White</vt:lpstr>
      <vt:lpstr>1_White</vt:lpstr>
      <vt:lpstr>PowerPoint Presentation</vt:lpstr>
      <vt:lpstr>Reinforcement Learning </vt:lpstr>
      <vt:lpstr>Reinforcement Learning </vt:lpstr>
      <vt:lpstr>RL: Learning by Trial &amp; Error</vt:lpstr>
      <vt:lpstr>Learning the Environment by Trial &amp; Error</vt:lpstr>
      <vt:lpstr>Action-Cycle</vt:lpstr>
      <vt:lpstr>Markov Property</vt:lpstr>
      <vt:lpstr>Goal of the Agents</vt:lpstr>
      <vt:lpstr>Exploration vs Exploitation</vt:lpstr>
      <vt:lpstr>Components of Agents</vt:lpstr>
      <vt:lpstr>A First Example: Navigating a Maze</vt:lpstr>
      <vt:lpstr>Policy</vt:lpstr>
      <vt:lpstr>Value Function</vt:lpstr>
      <vt:lpstr>Model</vt:lpstr>
      <vt:lpstr>RL Agent Types (Taxonomy)</vt:lpstr>
      <vt:lpstr>Markov Decision Process (MDP)</vt:lpstr>
      <vt:lpstr>Example: The 7 lives of cats (MC)</vt:lpstr>
      <vt:lpstr>Reminder: Markov Chain</vt:lpstr>
      <vt:lpstr>Example: The 7 lives of cats (MC)</vt:lpstr>
      <vt:lpstr>Example: The 7 lives of cats (MC)</vt:lpstr>
      <vt:lpstr>Markov Reward Process (MRP)</vt:lpstr>
      <vt:lpstr>Example: The 7 lives of cats (MRP)</vt:lpstr>
      <vt:lpstr>Return – don’t only look at the instantaneous reward</vt:lpstr>
      <vt:lpstr>Discount factors</vt:lpstr>
      <vt:lpstr>Value</vt:lpstr>
      <vt:lpstr>Example: The 7 lives of cats (state value)</vt:lpstr>
      <vt:lpstr>Example: The 7 lives of cats (state value)</vt:lpstr>
      <vt:lpstr>Example: The 7 lives of cats (state value)</vt:lpstr>
      <vt:lpstr>Markov Decision Process (MDP)</vt:lpstr>
      <vt:lpstr>Example: The 7 lives of cats (MDP)</vt:lpstr>
      <vt:lpstr>Take home lessons</vt:lpstr>
      <vt:lpstr>Acknowledgments</vt:lpstr>
      <vt:lpstr>PowerPoint Presentation</vt:lpstr>
      <vt:lpstr>Example: The 7 lives of cats (MDP)</vt:lpstr>
      <vt:lpstr>Reminder: Policy</vt:lpstr>
      <vt:lpstr>Reminder: Model</vt:lpstr>
      <vt:lpstr>From MDP back to MRP</vt:lpstr>
      <vt:lpstr>Value Functions</vt:lpstr>
      <vt:lpstr>Example: The 7 lives of cats (state-value)</vt:lpstr>
      <vt:lpstr>Reminder: Value</vt:lpstr>
      <vt:lpstr>Bellman Equation (Expectation)</vt:lpstr>
      <vt:lpstr>Bellman Equation (Expectation)</vt:lpstr>
      <vt:lpstr>Direct Solution for Bellman Equation</vt:lpstr>
      <vt:lpstr>Iterative Policy Evaluation</vt:lpstr>
      <vt:lpstr>Evaluating a Policy: Computing the Value Function</vt:lpstr>
      <vt:lpstr>Iterative Policy Evaluation for GridWorld</vt:lpstr>
      <vt:lpstr>Iterative Policy Evaluation for GridWorld</vt:lpstr>
      <vt:lpstr>Optimal Value Function</vt:lpstr>
      <vt:lpstr>Computing the Optimal Policy</vt:lpstr>
      <vt:lpstr>Optimal Policy for Cats</vt:lpstr>
      <vt:lpstr>Optimal Policy for Cats</vt:lpstr>
      <vt:lpstr>Reminder: Bellman Equation (Expectation)</vt:lpstr>
      <vt:lpstr>Bellman Optimality Equation for q_⋆</vt:lpstr>
      <vt:lpstr>Bellman Optimality Equation for v_⋆</vt:lpstr>
      <vt:lpstr>Solving the Bellman Optimality Equation</vt:lpstr>
      <vt:lpstr>Policy Iteration</vt:lpstr>
      <vt:lpstr>Policy Iteration</vt:lpstr>
      <vt:lpstr>Deterministic Value Iteration</vt:lpstr>
      <vt:lpstr>Value Iteration</vt:lpstr>
      <vt:lpstr>Example: Shortest Path</vt:lpstr>
      <vt:lpstr>Policy versus Value Iteration</vt:lpstr>
      <vt:lpstr>Principle of Optimality</vt:lpstr>
      <vt:lpstr>Summary: Dynamic Programming Algorithms</vt:lpstr>
      <vt:lpstr>Take home lessons</vt:lpstr>
      <vt:lpstr>Acknowledgments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Fuad Noman</dc:creator>
  <cp:lastModifiedBy>Fuad Noman</cp:lastModifiedBy>
  <cp:revision>78</cp:revision>
  <dcterms:modified xsi:type="dcterms:W3CDTF">2024-08-08T09:57:55Z</dcterms:modified>
</cp:coreProperties>
</file>