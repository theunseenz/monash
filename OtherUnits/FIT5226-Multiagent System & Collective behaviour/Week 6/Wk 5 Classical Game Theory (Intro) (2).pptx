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6" r:id="rId2"/>
    <p:sldMasterId id="2147483673" r:id="rId3"/>
  </p:sldMasterIdLst>
  <p:notesMasterIdLst>
    <p:notesMasterId r:id="rId37"/>
  </p:notesMasterIdLst>
  <p:sldIdLst>
    <p:sldId id="343" r:id="rId4"/>
    <p:sldId id="257" r:id="rId5"/>
    <p:sldId id="344" r:id="rId6"/>
    <p:sldId id="345" r:id="rId7"/>
    <p:sldId id="261" r:id="rId8"/>
    <p:sldId id="346" r:id="rId9"/>
    <p:sldId id="263" r:id="rId10"/>
    <p:sldId id="347" r:id="rId11"/>
    <p:sldId id="349" r:id="rId12"/>
    <p:sldId id="266" r:id="rId13"/>
    <p:sldId id="348" r:id="rId14"/>
    <p:sldId id="350" r:id="rId15"/>
    <p:sldId id="352" r:id="rId16"/>
    <p:sldId id="357" r:id="rId17"/>
    <p:sldId id="356" r:id="rId18"/>
    <p:sldId id="361" r:id="rId19"/>
    <p:sldId id="359" r:id="rId20"/>
    <p:sldId id="363" r:id="rId21"/>
    <p:sldId id="275" r:id="rId22"/>
    <p:sldId id="276" r:id="rId23"/>
    <p:sldId id="277" r:id="rId24"/>
    <p:sldId id="362" r:id="rId25"/>
    <p:sldId id="279" r:id="rId26"/>
    <p:sldId id="365" r:id="rId27"/>
    <p:sldId id="281" r:id="rId28"/>
    <p:sldId id="366" r:id="rId29"/>
    <p:sldId id="283" r:id="rId30"/>
    <p:sldId id="284" r:id="rId31"/>
    <p:sldId id="285" r:id="rId32"/>
    <p:sldId id="286" r:id="rId33"/>
    <p:sldId id="287" r:id="rId34"/>
    <p:sldId id="288" r:id="rId35"/>
    <p:sldId id="289" r:id="rId3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72571" autoAdjust="0"/>
  </p:normalViewPr>
  <p:slideViewPr>
    <p:cSldViewPr>
      <p:cViewPr varScale="1">
        <p:scale>
          <a:sx n="46" d="100"/>
          <a:sy n="46" d="100"/>
        </p:scale>
        <p:origin x="2237" y="14"/>
      </p:cViewPr>
      <p:guideLst>
        <p:guide orient="horz" pos="2880"/>
        <p:guide pos="216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4336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buFont typeface="+mj-lt"/>
              <a:buAutoNum type="arabicPeriod"/>
            </a:pPr>
            <a:r>
              <a:rPr lang="en-US" b="1" i="0" dirty="0">
                <a:solidFill>
                  <a:srgbClr val="D1D5DB"/>
                </a:solidFill>
                <a:effectLst/>
                <a:latin typeface="Söhne"/>
              </a:rPr>
              <a:t>Emile Borel and the Minimax Theorem (1921):</a:t>
            </a:r>
            <a:r>
              <a:rPr lang="en-US" b="0" i="0" dirty="0">
                <a:solidFill>
                  <a:srgbClr val="D1D5DB"/>
                </a:solidFill>
                <a:effectLst/>
                <a:latin typeface="Söhne"/>
              </a:rPr>
              <a:t> Emile Borel, a French mathematician, introduced the concept of mixed strategies and the minimax theorem in his work on two-player, zero-sum games. The minimax theorem states that in a zero-sum game (where one player's gain is another player's loss), under certain conditions, there exists an equilibrium strategy where each player's best response minimizes the maximum potential loss.</a:t>
            </a:r>
          </a:p>
          <a:p>
            <a:pPr algn="l">
              <a:buFont typeface="+mj-lt"/>
              <a:buAutoNum type="arabicPeriod"/>
            </a:pPr>
            <a:r>
              <a:rPr lang="en-US" b="1" i="0" dirty="0">
                <a:solidFill>
                  <a:srgbClr val="D1D5DB"/>
                </a:solidFill>
                <a:effectLst/>
                <a:latin typeface="Söhne"/>
              </a:rPr>
              <a:t>John von Neumann and Oskar Morgenstern's "Theory of Games and Economic Behavior" (1944):</a:t>
            </a:r>
            <a:r>
              <a:rPr lang="en-US" b="0" i="0" dirty="0">
                <a:solidFill>
                  <a:srgbClr val="D1D5DB"/>
                </a:solidFill>
                <a:effectLst/>
                <a:latin typeface="Söhne"/>
              </a:rPr>
              <a:t> Often considered the birth of classical game theory, von Neumann and Morgenstern's book laid out the fundamental concepts and mathematical foundations of game theory. They introduced concepts like utility theory, Nash equilibrium, and defined various types of games, such as cooperative and non-cooperative games.</a:t>
            </a:r>
          </a:p>
          <a:p>
            <a:pPr algn="l">
              <a:buFont typeface="+mj-lt"/>
              <a:buAutoNum type="arabicPeriod"/>
            </a:pPr>
            <a:r>
              <a:rPr lang="en-US" b="1" i="0" dirty="0">
                <a:solidFill>
                  <a:srgbClr val="D1D5DB"/>
                </a:solidFill>
                <a:effectLst/>
                <a:latin typeface="Söhne"/>
              </a:rPr>
              <a:t>Nash Equilibrium (1950):</a:t>
            </a:r>
            <a:r>
              <a:rPr lang="en-US" b="0" i="0" dirty="0">
                <a:solidFill>
                  <a:srgbClr val="D1D5DB"/>
                </a:solidFill>
                <a:effectLst/>
                <a:latin typeface="Söhne"/>
              </a:rPr>
              <a:t> John Nash, an American mathematician, introduced the concept of Nash equilibrium in a series of papers. A Nash equilibrium is a situation where each player's strategy is optimal given the strategies chosen by the other players. Nash's work provided a deeper understanding of non-cooperative games and their stable outcomes.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1697984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1" i="0" dirty="0">
                <a:solidFill>
                  <a:srgbClr val="D1D5DB"/>
                </a:solidFill>
                <a:effectLst/>
                <a:latin typeface="Söhne"/>
              </a:rPr>
              <a:t>Classical game theory </a:t>
            </a:r>
            <a:r>
              <a:rPr lang="en-US" b="0" i="0" dirty="0">
                <a:solidFill>
                  <a:srgbClr val="D1D5DB"/>
                </a:solidFill>
                <a:effectLst/>
                <a:latin typeface="Söhne"/>
              </a:rPr>
              <a:t>is a branch of mathematics and economics that deals with the analysis of strategic interactions among individuals or entities. It provides a framework for understanding decision-making in situations where the outcome of one participant's choice depends on the choices of others. </a:t>
            </a:r>
          </a:p>
          <a:p>
            <a:endParaRPr lang="en-US" b="0" i="0" dirty="0">
              <a:solidFill>
                <a:srgbClr val="D1D5DB"/>
              </a:solidFill>
              <a:effectLst/>
              <a:latin typeface="Söhne"/>
            </a:endParaRPr>
          </a:p>
          <a:p>
            <a:r>
              <a:rPr lang="en-US" b="1" i="0" dirty="0">
                <a:solidFill>
                  <a:srgbClr val="D1D5DB"/>
                </a:solidFill>
                <a:effectLst/>
                <a:latin typeface="Söhne"/>
              </a:rPr>
              <a:t>Noncooperative game theory </a:t>
            </a:r>
            <a:r>
              <a:rPr lang="en-US" b="0" i="0" dirty="0">
                <a:solidFill>
                  <a:srgbClr val="D1D5DB"/>
                </a:solidFill>
                <a:effectLst/>
                <a:latin typeface="Söhne"/>
              </a:rPr>
              <a:t>is a branch of game theory that focuses on analyzing strategic interactions among individuals or entities where cooperation is not explicitly assumed or enforced. In noncooperative games, players make decisions independently, aiming to maximize their own individual utilities without direct communication or coordination with other players. </a:t>
            </a:r>
          </a:p>
          <a:p>
            <a:endParaRPr lang="en-US" b="0" i="0" dirty="0">
              <a:solidFill>
                <a:srgbClr val="D1D5DB"/>
              </a:solidFill>
              <a:effectLst/>
              <a:latin typeface="Söhne"/>
            </a:endParaRPr>
          </a:p>
          <a:p>
            <a:r>
              <a:rPr lang="en-US" b="1" i="0" dirty="0">
                <a:solidFill>
                  <a:srgbClr val="D1D5DB"/>
                </a:solidFill>
                <a:effectLst/>
                <a:latin typeface="Söhne"/>
              </a:rPr>
              <a:t>Cooperative game theory </a:t>
            </a:r>
            <a:r>
              <a:rPr lang="en-US" b="0" i="0" dirty="0">
                <a:solidFill>
                  <a:srgbClr val="D1D5DB"/>
                </a:solidFill>
                <a:effectLst/>
                <a:latin typeface="Söhne"/>
              </a:rPr>
              <a:t>is a branch of game theory that focuses on studying situations where groups of players can form coalitions and collaborate to achieve joint outcomes. </a:t>
            </a:r>
          </a:p>
          <a:p>
            <a:endParaRPr lang="en-US" b="0" i="0" dirty="0">
              <a:solidFill>
                <a:srgbClr val="D1D5DB"/>
              </a:solidFill>
              <a:effectLst/>
              <a:latin typeface="Söhne"/>
            </a:endParaRPr>
          </a:p>
          <a:p>
            <a:pPr marL="12700" marR="5080">
              <a:lnSpc>
                <a:spcPct val="123800"/>
              </a:lnSpc>
            </a:pPr>
            <a:r>
              <a:rPr lang="en-US" sz="1200" spc="-20" dirty="0">
                <a:latin typeface="Arial"/>
                <a:cs typeface="Arial"/>
              </a:rPr>
              <a:t>In non-cooperative game theory, players make decisions independently, without any binding agreements or coordination. Each player aims to maximize their own individual </a:t>
            </a:r>
            <a:r>
              <a:rPr lang="en-US" sz="1200" spc="-20" dirty="0">
                <a:solidFill>
                  <a:srgbClr val="FF0000"/>
                </a:solidFill>
                <a:latin typeface="Arial"/>
                <a:cs typeface="Arial"/>
              </a:rPr>
              <a:t>utility</a:t>
            </a:r>
            <a:r>
              <a:rPr lang="en-US" sz="1200" spc="-20" dirty="0">
                <a:latin typeface="Arial"/>
                <a:cs typeface="Arial"/>
              </a:rPr>
              <a:t> without considering the collective benefits or the choices of other players.</a:t>
            </a:r>
          </a:p>
          <a:p>
            <a:pPr marL="12700" marR="5080">
              <a:lnSpc>
                <a:spcPct val="123800"/>
              </a:lnSpc>
            </a:pPr>
            <a:endParaRPr lang="en-US" sz="900" spc="-20" dirty="0">
              <a:latin typeface="Arial"/>
              <a:cs typeface="Arial"/>
            </a:endParaRPr>
          </a:p>
          <a:p>
            <a:pPr marL="12700" marR="5080">
              <a:lnSpc>
                <a:spcPct val="123800"/>
              </a:lnSpc>
            </a:pPr>
            <a:r>
              <a:rPr lang="en-US" sz="1200" spc="-20" dirty="0">
                <a:latin typeface="Arial"/>
                <a:cs typeface="Arial"/>
              </a:rPr>
              <a:t>Key characteristics of non-cooperative games include:</a:t>
            </a:r>
          </a:p>
          <a:p>
            <a:pPr marL="355600" marR="5080" indent="-342900">
              <a:lnSpc>
                <a:spcPct val="123800"/>
              </a:lnSpc>
              <a:buFont typeface="Arial" panose="020B0604020202020204" pitchFamily="34" charset="0"/>
              <a:buChar char="•"/>
            </a:pPr>
            <a:r>
              <a:rPr lang="en-US" sz="1200" spc="-20" dirty="0">
                <a:latin typeface="Arial"/>
                <a:cs typeface="Arial"/>
              </a:rPr>
              <a:t>Players act independently without forming coalitions.</a:t>
            </a:r>
          </a:p>
          <a:p>
            <a:pPr marL="355600" marR="5080" indent="-342900">
              <a:lnSpc>
                <a:spcPct val="123800"/>
              </a:lnSpc>
              <a:buFont typeface="Arial" panose="020B0604020202020204" pitchFamily="34" charset="0"/>
              <a:buChar char="•"/>
            </a:pPr>
            <a:r>
              <a:rPr lang="en-US" sz="1200" spc="-20" dirty="0">
                <a:latin typeface="Arial"/>
                <a:cs typeface="Arial"/>
              </a:rPr>
              <a:t>Focus on individual utility maximization.</a:t>
            </a:r>
          </a:p>
          <a:p>
            <a:pPr marL="355600" marR="5080" indent="-342900">
              <a:lnSpc>
                <a:spcPct val="123800"/>
              </a:lnSpc>
              <a:buFont typeface="Arial" panose="020B0604020202020204" pitchFamily="34" charset="0"/>
              <a:buChar char="•"/>
            </a:pPr>
            <a:r>
              <a:rPr lang="en-US" sz="1200" spc="-20" dirty="0">
                <a:latin typeface="Arial"/>
                <a:cs typeface="Arial"/>
              </a:rPr>
              <a:t>Analysis of strategic interactions among players, often resulting in equilibria such as Nash equilibrium.</a:t>
            </a:r>
          </a:p>
          <a:p>
            <a:pPr marL="12700" marR="5080">
              <a:lnSpc>
                <a:spcPct val="123800"/>
              </a:lnSpc>
              <a:buFont typeface="Arial" panose="020B0604020202020204" pitchFamily="34" charset="0"/>
              <a:buChar char="•"/>
            </a:pPr>
            <a:endParaRPr lang="en-US" sz="800" spc="-20" dirty="0">
              <a:latin typeface="Arial"/>
              <a:cs typeface="Arial"/>
            </a:endParaRPr>
          </a:p>
          <a:p>
            <a:pPr marL="12700" marR="5080">
              <a:lnSpc>
                <a:spcPct val="123800"/>
              </a:lnSpc>
            </a:pPr>
            <a:r>
              <a:rPr lang="en-US" sz="1200" spc="-20" dirty="0">
                <a:latin typeface="Arial"/>
                <a:cs typeface="Arial"/>
              </a:rPr>
              <a:t>In non-cooperative games, players are generally assumed to be self-interested and make decisions based on their preferences and strategic considerations.</a:t>
            </a:r>
          </a:p>
          <a:p>
            <a:endParaRPr dirty="0"/>
          </a:p>
        </p:txBody>
      </p:sp>
    </p:spTree>
    <p:extLst>
      <p:ext uri="{BB962C8B-B14F-4D97-AF65-F5344CB8AC3E}">
        <p14:creationId xmlns:p14="http://schemas.microsoft.com/office/powerpoint/2010/main" val="3129860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D1D5DB"/>
                </a:solidFill>
                <a:effectLst/>
                <a:latin typeface="Söhne"/>
              </a:rPr>
              <a:t>Biological and ecological games are a genre of video games that focus on simulating and exploring various aspects of the natural world, ecosystems, and the interactions between different species. These games often aim to provide players with insights into the complexities of biology, environmental science, and ecological relationships, while also offering an engaging and educational gameplay experience. Here are a few examples of biological and ecological games.</a:t>
            </a:r>
          </a:p>
          <a:p>
            <a:endParaRPr lang="en-US" b="0" i="0" dirty="0">
              <a:solidFill>
                <a:srgbClr val="D1D5DB"/>
              </a:solidFill>
              <a:effectLst/>
              <a:latin typeface="Söhne"/>
            </a:endParaRPr>
          </a:p>
          <a:p>
            <a:r>
              <a:rPr lang="en-US" b="0" i="0" dirty="0">
                <a:solidFill>
                  <a:srgbClr val="D1D5DB"/>
                </a:solidFill>
                <a:effectLst/>
                <a:latin typeface="Söhne"/>
              </a:rPr>
              <a:t>Beetles are a diverse group of insects that can be found in a wide range of ecosystems around the world. Competition for food is a common ecological phenomenon among beetles, as they often share habitats with other species that also require the same resources. </a:t>
            </a:r>
            <a:br>
              <a:rPr lang="en-US" b="0" i="0" dirty="0">
                <a:solidFill>
                  <a:srgbClr val="D1D5DB"/>
                </a:solidFill>
                <a:effectLst/>
                <a:latin typeface="Söhne"/>
              </a:rPr>
            </a:br>
            <a:br>
              <a:rPr lang="en-US" b="0" i="0" dirty="0">
                <a:solidFill>
                  <a:srgbClr val="D1D5DB"/>
                </a:solidFill>
                <a:effectLst/>
                <a:latin typeface="Söhne"/>
              </a:rPr>
            </a:br>
            <a:r>
              <a:rPr lang="en-US" b="0" i="0" dirty="0">
                <a:solidFill>
                  <a:srgbClr val="D1D5DB"/>
                </a:solidFill>
                <a:effectLst/>
                <a:latin typeface="Söhne"/>
              </a:rPr>
              <a:t>Understanding the dynamics of competition for food among beetles contributes to our broader understanding of ecological interactions and the intricate relationships that shape ecosystems. It also provides insights into the strategies beetles employ to survive and thrive in a competitive natural world.</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327554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D1D5DB"/>
                </a:solidFill>
                <a:effectLst/>
                <a:latin typeface="Söhne"/>
              </a:rPr>
              <a:t>The Prisoners' Dilemma is a classic concept in game theory that illustrates a situation in which two individuals, when faced with a decision to cooperate or betray each other, often make choices that are not individually optimal for both of them, leading to a suboptimal outcome for both parties.</a:t>
            </a:r>
          </a:p>
          <a:p>
            <a:endParaRPr lang="en-US" b="0" i="0" dirty="0">
              <a:solidFill>
                <a:srgbClr val="D1D5DB"/>
              </a:solidFill>
              <a:effectLst/>
              <a:latin typeface="Söhne"/>
            </a:endParaRPr>
          </a:p>
          <a:p>
            <a:pPr algn="l"/>
            <a:r>
              <a:rPr lang="en-US" b="0" i="0" dirty="0">
                <a:solidFill>
                  <a:srgbClr val="D1D5DB"/>
                </a:solidFill>
                <a:effectLst/>
                <a:latin typeface="Söhne"/>
              </a:rPr>
              <a:t>Two suspects, A and B, are arrested for a crime but are being held separately. The police don't have enough evidence to convict them of the main charge, but they suspect both suspects are guilty of a lesser offense. The police offer each suspect a deal:</a:t>
            </a:r>
          </a:p>
          <a:p>
            <a:pPr algn="l">
              <a:buFont typeface="+mj-lt"/>
              <a:buAutoNum type="arabicPeriod"/>
            </a:pPr>
            <a:r>
              <a:rPr lang="en-US" b="0" i="0" dirty="0">
                <a:solidFill>
                  <a:srgbClr val="D1D5DB"/>
                </a:solidFill>
                <a:effectLst/>
                <a:latin typeface="Söhne"/>
              </a:rPr>
              <a:t>If both A and B stay silent (cooperate), both will be convicted of the lesser offense, leading to a moderate sentence for each.</a:t>
            </a:r>
          </a:p>
          <a:p>
            <a:pPr algn="l">
              <a:buFont typeface="+mj-lt"/>
              <a:buAutoNum type="arabicPeriod"/>
            </a:pPr>
            <a:r>
              <a:rPr lang="en-US" b="0" i="0" dirty="0">
                <a:solidFill>
                  <a:srgbClr val="D1D5DB"/>
                </a:solidFill>
                <a:effectLst/>
                <a:latin typeface="Söhne"/>
              </a:rPr>
              <a:t>If A stays silent while B betrays (defects), A will receive a heavy sentence while B goes free.</a:t>
            </a:r>
          </a:p>
          <a:p>
            <a:pPr algn="l">
              <a:buFont typeface="+mj-lt"/>
              <a:buAutoNum type="arabicPeriod"/>
            </a:pPr>
            <a:r>
              <a:rPr lang="en-US" b="0" i="0" dirty="0">
                <a:solidFill>
                  <a:srgbClr val="D1D5DB"/>
                </a:solidFill>
                <a:effectLst/>
                <a:latin typeface="Söhne"/>
              </a:rPr>
              <a:t>If B stays silent while A betrays, B will receive a heavy sentence while A goes free.</a:t>
            </a:r>
          </a:p>
          <a:p>
            <a:pPr algn="l">
              <a:buFont typeface="+mj-lt"/>
              <a:buAutoNum type="arabicPeriod"/>
            </a:pPr>
            <a:r>
              <a:rPr lang="en-US" b="0" i="0" dirty="0">
                <a:solidFill>
                  <a:srgbClr val="D1D5DB"/>
                </a:solidFill>
                <a:effectLst/>
                <a:latin typeface="Söhne"/>
              </a:rPr>
              <a:t>If both A and B betray (defect), both will receive a moderately heavy sentence.</a:t>
            </a:r>
          </a:p>
          <a:p>
            <a:endParaRPr dirty="0"/>
          </a:p>
        </p:txBody>
      </p:sp>
    </p:spTree>
    <p:extLst>
      <p:ext uri="{BB962C8B-B14F-4D97-AF65-F5344CB8AC3E}">
        <p14:creationId xmlns:p14="http://schemas.microsoft.com/office/powerpoint/2010/main" val="1324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D1D5DB"/>
                </a:solidFill>
                <a:effectLst/>
                <a:latin typeface="Söhne"/>
              </a:rPr>
              <a:t>The Prisoners' Dilemma can also be applied to certain biological scenarios, and one example involves cleaning mutualism among fish, particularly in the context of cleaner fish and their interactions with client fish.</a:t>
            </a:r>
          </a:p>
          <a:p>
            <a:pPr algn="l"/>
            <a:r>
              <a:rPr lang="en-US" b="0" i="0" dirty="0">
                <a:solidFill>
                  <a:srgbClr val="D1D5DB"/>
                </a:solidFill>
                <a:effectLst/>
                <a:latin typeface="Söhne"/>
              </a:rPr>
              <a:t>Cleaner fish are species that have evolved to remove parasites and dead skin from other fish, known as client fish. This mutualistic interaction benefits both the cleaners (who get a meal) and the clients (who get rid of parasites). However, there's a potential for a Prisoners' Dilemma-like situation to arise:</a:t>
            </a:r>
          </a:p>
          <a:p>
            <a:pPr algn="l">
              <a:buFont typeface="+mj-lt"/>
              <a:buAutoNum type="arabicPeriod"/>
            </a:pPr>
            <a:r>
              <a:rPr lang="en-US" b="0" i="0" dirty="0">
                <a:solidFill>
                  <a:srgbClr val="FFFFFF"/>
                </a:solidFill>
                <a:effectLst/>
                <a:latin typeface="Söhne"/>
              </a:rPr>
              <a:t>If both the cleaner fish and the client fish cooperate, the cleaner benefits from a meal, and the client benefits from parasite removal.</a:t>
            </a:r>
          </a:p>
          <a:p>
            <a:pPr algn="l">
              <a:buFont typeface="+mj-lt"/>
              <a:buAutoNum type="arabicPeriod"/>
            </a:pPr>
            <a:r>
              <a:rPr lang="en-US" b="0" i="0" dirty="0">
                <a:solidFill>
                  <a:srgbClr val="FFFFFF"/>
                </a:solidFill>
                <a:effectLst/>
                <a:latin typeface="Söhne"/>
              </a:rPr>
              <a:t>If the cleaner fish cooperates by cleaning, but the client fish defects by not providing any food reward, the cleaner loses out on a meal without receiving any benefits.</a:t>
            </a:r>
          </a:p>
          <a:p>
            <a:pPr algn="l">
              <a:buFont typeface="+mj-lt"/>
              <a:buAutoNum type="arabicPeriod"/>
            </a:pPr>
            <a:r>
              <a:rPr lang="en-US" b="0" i="0" dirty="0">
                <a:solidFill>
                  <a:srgbClr val="FFFFFF"/>
                </a:solidFill>
                <a:effectLst/>
                <a:latin typeface="Söhne"/>
              </a:rPr>
              <a:t>If the cleaner fish defects by attempting to consume the client fish, it gains a meal, but the client fish loses out on parasite removal.</a:t>
            </a:r>
          </a:p>
          <a:p>
            <a:pPr algn="l"/>
            <a:r>
              <a:rPr lang="en-US" b="0" i="0" dirty="0">
                <a:solidFill>
                  <a:srgbClr val="FFFFFF"/>
                </a:solidFill>
                <a:effectLst/>
                <a:latin typeface="Söhne"/>
              </a:rPr>
              <a:t>In this scenario, both cleaner and client fish face a decision whether to cooperate (clean/feed) or defect (not clean or not provide food). The outcome matrix might look like this:</a:t>
            </a:r>
          </a:p>
          <a:p>
            <a:pPr algn="l"/>
            <a:endParaRPr lang="en-US" b="0" i="0" dirty="0">
              <a:solidFill>
                <a:srgbClr val="FFFFFF"/>
              </a:solidFill>
              <a:effectLst/>
              <a:latin typeface="Söhne"/>
            </a:endParaRPr>
          </a:p>
          <a:p>
            <a:pPr algn="l"/>
            <a:r>
              <a:rPr lang="en-US" b="0" i="0" dirty="0">
                <a:solidFill>
                  <a:srgbClr val="FFFFFF"/>
                </a:solidFill>
                <a:effectLst/>
                <a:latin typeface="Söhne"/>
              </a:rPr>
              <a:t>              | Client Cooperates | Client Defects </a:t>
            </a:r>
          </a:p>
          <a:p>
            <a:pPr algn="l"/>
            <a:r>
              <a:rPr lang="en-US" b="0" i="0" dirty="0">
                <a:solidFill>
                  <a:srgbClr val="FFFFFF"/>
                </a:solidFill>
                <a:effectLst/>
                <a:latin typeface="Söhne"/>
              </a:rPr>
              <a:t>------------------------------------------------- </a:t>
            </a:r>
          </a:p>
          <a:p>
            <a:pPr algn="l"/>
            <a:r>
              <a:rPr lang="en-US" b="0" i="0" dirty="0">
                <a:solidFill>
                  <a:srgbClr val="FFFFFF"/>
                </a:solidFill>
                <a:effectLst/>
                <a:latin typeface="Söhne"/>
              </a:rPr>
              <a:t>Cleaner  |        +3, +3            |      -1, +4 </a:t>
            </a:r>
          </a:p>
          <a:p>
            <a:pPr algn="l"/>
            <a:r>
              <a:rPr lang="en-US" b="0" i="0" dirty="0">
                <a:solidFill>
                  <a:srgbClr val="FFFFFF"/>
                </a:solidFill>
                <a:effectLst/>
                <a:latin typeface="Söhne"/>
              </a:rPr>
              <a:t>-------------------------------------------------</a:t>
            </a:r>
          </a:p>
          <a:p>
            <a:pPr algn="l"/>
            <a:r>
              <a:rPr lang="en-US" b="0" i="0" dirty="0">
                <a:solidFill>
                  <a:srgbClr val="FFFFFF"/>
                </a:solidFill>
                <a:effectLst/>
                <a:latin typeface="Söhne"/>
              </a:rPr>
              <a:t>Defect   |         +4, -1             |     +1, +1 </a:t>
            </a:r>
          </a:p>
          <a:p>
            <a:pPr algn="l"/>
            <a:endParaRPr lang="en-US" b="0" i="0" dirty="0">
              <a:solidFill>
                <a:srgbClr val="FFFFFF"/>
              </a:solidFill>
              <a:effectLst/>
              <a:latin typeface="Söhne"/>
            </a:endParaRPr>
          </a:p>
          <a:p>
            <a:pPr algn="l"/>
            <a:r>
              <a:rPr lang="en-US" b="0" i="0" dirty="0">
                <a:solidFill>
                  <a:srgbClr val="FFFFFF"/>
                </a:solidFill>
                <a:effectLst/>
                <a:latin typeface="Söhne"/>
              </a:rPr>
              <a:t>The numbers represent the benefits (or payoffs) for each outcome. Positive numbers indicate benefits, while negative numbers represent costs.</a:t>
            </a:r>
          </a:p>
          <a:p>
            <a:pPr algn="l"/>
            <a:r>
              <a:rPr lang="en-US" b="0" i="0" dirty="0">
                <a:solidFill>
                  <a:srgbClr val="FFFFFF"/>
                </a:solidFill>
                <a:effectLst/>
                <a:latin typeface="Söhne"/>
              </a:rPr>
              <a:t>Just as in the traditional Prisoners' Dilemma, the optimal strategy for an individual cleaner fish, regardless of what the client fish does, would be to defect (attempt to consume the client). This would provide a meal for the cleaner fish even if the client fish is harmed in the process. However, if both cleaner and client cooperate, the overall benefit is maximized for both parties.</a:t>
            </a:r>
          </a:p>
          <a:p>
            <a:pPr algn="l"/>
            <a:r>
              <a:rPr lang="en-US" b="0" i="0" dirty="0">
                <a:solidFill>
                  <a:srgbClr val="FFFFFF"/>
                </a:solidFill>
                <a:effectLst/>
                <a:latin typeface="Söhne"/>
              </a:rPr>
              <a:t>This scenario mirrors the Prisoners' Dilemma because the self-interested choices of both parties (cleaner and client) can lead to a suboptimal outcome where both parties lose out (as seen in the case of the cleaner fish defecting). It highlights the delicate balance between cooperation and self-interest in mutualistic relationships in the biological world.</a:t>
            </a:r>
          </a:p>
          <a:p>
            <a:br>
              <a:rPr lang="en-US" b="0" i="0" dirty="0">
                <a:solidFill>
                  <a:srgbClr val="FFFFFF"/>
                </a:solidFill>
                <a:effectLst/>
                <a:latin typeface="Söhne"/>
              </a:rPr>
            </a:b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D1D5DB"/>
                </a:solidFill>
                <a:effectLst/>
                <a:latin typeface="Söhne"/>
              </a:rPr>
              <a:t>Self-interested agents refer to individuals or entities that make decisions and take actions based on their own interests, often with the goal of maximizing their own benefits, gains, or well-being. These agents act rationally to achieve their own objectives, and their decisions are typically influenced by factors such as personal preferences, goals, constraints, and the perceived outcomes of their actions.</a:t>
            </a:r>
          </a:p>
          <a:p>
            <a:pPr algn="l"/>
            <a:endParaRPr lang="en-US" b="0" i="0" dirty="0">
              <a:solidFill>
                <a:srgbClr val="D1D5DB"/>
              </a:solidFill>
              <a:effectLst/>
              <a:latin typeface="Söhne"/>
            </a:endParaRPr>
          </a:p>
          <a:p>
            <a:pPr algn="l"/>
            <a:r>
              <a:rPr lang="en-US" b="0" i="0" dirty="0">
                <a:solidFill>
                  <a:srgbClr val="D1D5DB"/>
                </a:solidFill>
                <a:effectLst/>
                <a:latin typeface="Söhne"/>
              </a:rPr>
              <a:t>Self-interested behavior is a fundamental concept in various fields, including economics, game theory, sociology, and artificial intelligence. </a:t>
            </a:r>
          </a:p>
          <a:p>
            <a:endParaRPr dirty="0"/>
          </a:p>
        </p:txBody>
      </p:sp>
    </p:spTree>
    <p:extLst>
      <p:ext uri="{BB962C8B-B14F-4D97-AF65-F5344CB8AC3E}">
        <p14:creationId xmlns:p14="http://schemas.microsoft.com/office/powerpoint/2010/main" val="38686387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1" i="0" dirty="0">
                <a:solidFill>
                  <a:srgbClr val="D1D5DB"/>
                </a:solidFill>
                <a:effectLst/>
                <a:latin typeface="Söhne"/>
              </a:rPr>
              <a:t>Utility</a:t>
            </a:r>
            <a:r>
              <a:rPr lang="en-US" b="0" i="0" dirty="0">
                <a:solidFill>
                  <a:srgbClr val="D1D5DB"/>
                </a:solidFill>
                <a:effectLst/>
                <a:latin typeface="Söhne"/>
              </a:rPr>
              <a:t> represents the subjective value or satisfaction that individuals derive from different outcomes or choices. In game theory, utility functions are used to quantify the preferences of players in a game and help predict their decisions.</a:t>
            </a:r>
          </a:p>
          <a:p>
            <a:endParaRPr dirty="0"/>
          </a:p>
        </p:txBody>
      </p:sp>
    </p:spTree>
    <p:extLst>
      <p:ext uri="{BB962C8B-B14F-4D97-AF65-F5344CB8AC3E}">
        <p14:creationId xmlns:p14="http://schemas.microsoft.com/office/powerpoint/2010/main" val="30705286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Alice has three options: going to the club (c), going to the movies (m), or staying home (h). Her preferences for these options are as follows:</a:t>
            </a:r>
          </a:p>
          <a:p>
            <a:pPr algn="l"/>
            <a:endParaRPr lang="en-US" b="0" i="0" dirty="0">
              <a:solidFill>
                <a:srgbClr val="FFFFFF"/>
              </a:solidFill>
              <a:effectLst/>
              <a:latin typeface="Söhne"/>
            </a:endParaRPr>
          </a:p>
          <a:p>
            <a:pPr algn="l">
              <a:buFont typeface="Arial" panose="020B0604020202020204" pitchFamily="34" charset="0"/>
              <a:buChar char="•"/>
            </a:pPr>
            <a:r>
              <a:rPr lang="en-US" b="0" i="0" dirty="0">
                <a:solidFill>
                  <a:srgbClr val="FFFFFF"/>
                </a:solidFill>
                <a:effectLst/>
                <a:latin typeface="Söhne"/>
              </a:rPr>
              <a:t>Utility for club (c): 100</a:t>
            </a:r>
          </a:p>
          <a:p>
            <a:pPr algn="l">
              <a:buFont typeface="Arial" panose="020B0604020202020204" pitchFamily="34" charset="0"/>
              <a:buChar char="•"/>
            </a:pPr>
            <a:r>
              <a:rPr lang="en-US" b="0" i="0" dirty="0">
                <a:solidFill>
                  <a:srgbClr val="FFFFFF"/>
                </a:solidFill>
                <a:effectLst/>
                <a:latin typeface="Söhne"/>
              </a:rPr>
              <a:t>Utility for movies (m): 50</a:t>
            </a:r>
          </a:p>
          <a:p>
            <a:pPr algn="l">
              <a:buFont typeface="Arial" panose="020B0604020202020204" pitchFamily="34" charset="0"/>
              <a:buChar char="•"/>
            </a:pPr>
            <a:r>
              <a:rPr lang="en-US" b="0" i="0" dirty="0">
                <a:solidFill>
                  <a:srgbClr val="FFFFFF"/>
                </a:solidFill>
                <a:effectLst/>
                <a:latin typeface="Söhne"/>
              </a:rPr>
              <a:t>Utility for home (h): 50</a:t>
            </a:r>
          </a:p>
          <a:p>
            <a:pPr algn="l">
              <a:buFont typeface="Arial" panose="020B0604020202020204" pitchFamily="34" charset="0"/>
              <a:buChar char="•"/>
            </a:pPr>
            <a:endParaRPr lang="en-US" b="0" i="0" dirty="0">
              <a:solidFill>
                <a:srgbClr val="FFFFFF"/>
              </a:solidFill>
              <a:effectLst/>
              <a:latin typeface="Söhne"/>
            </a:endParaRPr>
          </a:p>
          <a:p>
            <a:pPr algn="l"/>
            <a:r>
              <a:rPr lang="en-US" b="0" i="0" dirty="0">
                <a:solidFill>
                  <a:srgbClr val="FFFFFF"/>
                </a:solidFill>
                <a:effectLst/>
                <a:latin typeface="Söhne"/>
              </a:rPr>
              <a:t>Alice's dislike for Bob and preference for Carol are considered in the expected utilities based on the probabilities of encountering them at the club or the movies.</a:t>
            </a:r>
          </a:p>
          <a:p>
            <a:pPr algn="l"/>
            <a:r>
              <a:rPr lang="en-US" b="0" i="0" dirty="0">
                <a:solidFill>
                  <a:srgbClr val="FFFFFF"/>
                </a:solidFill>
                <a:effectLst/>
                <a:latin typeface="Söhne"/>
              </a:rPr>
              <a:t>Probabilities of Bob and Carol's locations:</a:t>
            </a:r>
          </a:p>
          <a:p>
            <a:pPr algn="l"/>
            <a:endParaRPr lang="en-US" b="0" i="0" dirty="0">
              <a:solidFill>
                <a:srgbClr val="FFFFFF"/>
              </a:solidFill>
              <a:effectLst/>
              <a:latin typeface="Söhne"/>
            </a:endParaRPr>
          </a:p>
          <a:p>
            <a:pPr algn="l">
              <a:buFont typeface="Arial" panose="020B0604020202020204" pitchFamily="34" charset="0"/>
              <a:buChar char="•"/>
            </a:pPr>
            <a:r>
              <a:rPr lang="en-US" b="0" i="0" dirty="0">
                <a:solidFill>
                  <a:srgbClr val="FFFFFF"/>
                </a:solidFill>
                <a:effectLst/>
                <a:latin typeface="Söhne"/>
              </a:rPr>
              <a:t>Bob at the club: 60%</a:t>
            </a:r>
          </a:p>
          <a:p>
            <a:pPr algn="l">
              <a:buFont typeface="Arial" panose="020B0604020202020204" pitchFamily="34" charset="0"/>
              <a:buChar char="•"/>
            </a:pPr>
            <a:r>
              <a:rPr lang="en-US" b="0" i="0" dirty="0">
                <a:solidFill>
                  <a:srgbClr val="FFFFFF"/>
                </a:solidFill>
                <a:effectLst/>
                <a:latin typeface="Söhne"/>
              </a:rPr>
              <a:t>Bob at the movies: 40%</a:t>
            </a:r>
          </a:p>
          <a:p>
            <a:pPr algn="l">
              <a:buFont typeface="Arial" panose="020B0604020202020204" pitchFamily="34" charset="0"/>
              <a:buChar char="•"/>
            </a:pPr>
            <a:r>
              <a:rPr lang="en-US" b="0" i="0" dirty="0">
                <a:solidFill>
                  <a:srgbClr val="FFFFFF"/>
                </a:solidFill>
                <a:effectLst/>
                <a:latin typeface="Söhne"/>
              </a:rPr>
              <a:t>Carol at the movies: 75%</a:t>
            </a:r>
          </a:p>
          <a:p>
            <a:pPr algn="l">
              <a:buFont typeface="Arial" panose="020B0604020202020204" pitchFamily="34" charset="0"/>
              <a:buChar char="•"/>
            </a:pPr>
            <a:r>
              <a:rPr lang="en-US" b="0" i="0" dirty="0">
                <a:solidFill>
                  <a:srgbClr val="FFFFFF"/>
                </a:solidFill>
                <a:effectLst/>
                <a:latin typeface="Söhne"/>
              </a:rPr>
              <a:t>Carol at the club: 25%</a:t>
            </a:r>
          </a:p>
          <a:p>
            <a:pPr algn="l">
              <a:buFont typeface="Arial" panose="020B0604020202020204" pitchFamily="34" charset="0"/>
              <a:buChar char="•"/>
            </a:pPr>
            <a:endParaRPr lang="en-US" b="0" i="0" dirty="0">
              <a:solidFill>
                <a:srgbClr val="FFFFFF"/>
              </a:solidFill>
              <a:effectLst/>
              <a:latin typeface="Söhne"/>
            </a:endParaRPr>
          </a:p>
          <a:p>
            <a:pPr algn="l"/>
            <a:r>
              <a:rPr lang="en-US" b="0" i="0" dirty="0">
                <a:solidFill>
                  <a:srgbClr val="FFFFFF"/>
                </a:solidFill>
                <a:effectLst/>
                <a:latin typeface="Söhne"/>
              </a:rPr>
              <a:t>Utility adjustments based on encounters:</a:t>
            </a:r>
          </a:p>
          <a:p>
            <a:pPr algn="l"/>
            <a:endParaRPr lang="en-US" b="0" i="0" dirty="0">
              <a:solidFill>
                <a:srgbClr val="FFFFFF"/>
              </a:solidFill>
              <a:effectLst/>
              <a:latin typeface="Söhne"/>
            </a:endParaRPr>
          </a:p>
          <a:p>
            <a:pPr algn="l">
              <a:buFont typeface="Arial" panose="020B0604020202020204" pitchFamily="34" charset="0"/>
              <a:buChar char="•"/>
            </a:pPr>
            <a:r>
              <a:rPr lang="en-US" b="0" i="0" dirty="0">
                <a:solidFill>
                  <a:srgbClr val="FFFFFF"/>
                </a:solidFill>
                <a:effectLst/>
                <a:latin typeface="Söhne"/>
              </a:rPr>
              <a:t>Meeting Bob or Carol: -90 (utility reduces from 100 to 10)</a:t>
            </a:r>
          </a:p>
          <a:p>
            <a:pPr algn="l">
              <a:buFont typeface="Arial" panose="020B0604020202020204" pitchFamily="34" charset="0"/>
              <a:buChar char="•"/>
            </a:pPr>
            <a:r>
              <a:rPr lang="en-US" b="0" i="0" dirty="0">
                <a:solidFill>
                  <a:srgbClr val="FFFFFF"/>
                </a:solidFill>
                <a:effectLst/>
                <a:latin typeface="Söhne"/>
              </a:rPr>
              <a:t>Meeting Carol: *1.5 (increases utility by 50%)</a:t>
            </a:r>
          </a:p>
          <a:p>
            <a:pPr algn="l">
              <a:buFont typeface="Arial" panose="020B0604020202020204" pitchFamily="34" charset="0"/>
              <a:buChar char="•"/>
            </a:pPr>
            <a:endParaRPr lang="en-US" b="0" i="0" dirty="0">
              <a:solidFill>
                <a:srgbClr val="FFFFFF"/>
              </a:solidFill>
              <a:effectLst/>
              <a:latin typeface="Söhne"/>
            </a:endParaRPr>
          </a:p>
          <a:p>
            <a:pPr algn="l"/>
            <a:r>
              <a:rPr lang="en-US" b="0" i="0" dirty="0">
                <a:solidFill>
                  <a:srgbClr val="FFFFFF"/>
                </a:solidFill>
                <a:effectLst/>
                <a:latin typeface="Söhne"/>
              </a:rPr>
              <a:t>Now, let's calculate the expected utilities for each option:</a:t>
            </a:r>
          </a:p>
          <a:p>
            <a:pPr algn="l"/>
            <a:endParaRPr lang="en-US" b="0" i="0" dirty="0">
              <a:solidFill>
                <a:srgbClr val="FFFFFF"/>
              </a:solidFill>
              <a:effectLst/>
              <a:latin typeface="Söhne"/>
            </a:endParaRPr>
          </a:p>
          <a:p>
            <a:pPr algn="l">
              <a:buFont typeface="+mj-lt"/>
              <a:buAutoNum type="arabicPeriod"/>
            </a:pPr>
            <a:r>
              <a:rPr lang="en-US" b="1" i="0" dirty="0">
                <a:solidFill>
                  <a:srgbClr val="FFFFFF"/>
                </a:solidFill>
                <a:effectLst/>
                <a:latin typeface="Söhne"/>
              </a:rPr>
              <a:t>Going to the Club (c)</a:t>
            </a:r>
            <a:r>
              <a:rPr lang="en-US" b="0" i="0" dirty="0">
                <a:solidFill>
                  <a:srgbClr val="FFFFFF"/>
                </a:solidFill>
                <a:effectLst/>
                <a:latin typeface="Söhne"/>
              </a:rPr>
              <a:t>:</a:t>
            </a:r>
          </a:p>
          <a:p>
            <a:pPr marL="742950" lvl="1" indent="-285750" algn="l">
              <a:buFont typeface="+mj-lt"/>
              <a:buAutoNum type="arabicPeriod"/>
            </a:pPr>
            <a:r>
              <a:rPr lang="en-US" b="0" i="0" dirty="0">
                <a:solidFill>
                  <a:srgbClr val="FFFFFF"/>
                </a:solidFill>
                <a:effectLst/>
                <a:latin typeface="Söhne"/>
              </a:rPr>
              <a:t>Probability of Bob and Carol being at the club: 0.60 * 15 = 9</a:t>
            </a:r>
          </a:p>
          <a:p>
            <a:pPr marL="742950" lvl="1" indent="-285750" algn="l">
              <a:buFont typeface="+mj-lt"/>
              <a:buAutoNum type="arabicPeriod"/>
            </a:pPr>
            <a:r>
              <a:rPr lang="en-US" b="0" i="0" dirty="0">
                <a:solidFill>
                  <a:srgbClr val="FFFFFF"/>
                </a:solidFill>
                <a:effectLst/>
                <a:latin typeface="Söhne"/>
              </a:rPr>
              <a:t>Probability of Bob at movies when Carol at club: 0.40 * 150 = 60</a:t>
            </a:r>
          </a:p>
          <a:p>
            <a:pPr marL="742950" lvl="1" indent="-285750" algn="l">
              <a:buFont typeface="+mj-lt"/>
              <a:buAutoNum type="arabicPeriod"/>
            </a:pPr>
            <a:r>
              <a:rPr lang="en-US" b="0" i="0" dirty="0">
                <a:solidFill>
                  <a:srgbClr val="FFFFFF"/>
                </a:solidFill>
                <a:effectLst/>
                <a:latin typeface="Söhne"/>
              </a:rPr>
              <a:t>Probability of Bob at club and Carol at movies: 0.6 * 10 = 6</a:t>
            </a:r>
          </a:p>
          <a:p>
            <a:pPr marL="742950" lvl="1" indent="-285750" algn="l">
              <a:buFont typeface="+mj-lt"/>
              <a:buAutoNum type="arabicPeriod"/>
            </a:pPr>
            <a:r>
              <a:rPr lang="en-US" b="0" i="0" dirty="0">
                <a:solidFill>
                  <a:srgbClr val="FFFFFF"/>
                </a:solidFill>
                <a:effectLst/>
                <a:latin typeface="Söhne"/>
              </a:rPr>
              <a:t>Probability of Carol and Carol being at the movies: 0.4 * 100 = 40</a:t>
            </a:r>
          </a:p>
          <a:p>
            <a:pPr marL="742950" lvl="1" indent="-285750" algn="l">
              <a:buFont typeface="+mj-lt"/>
              <a:buAutoNum type="arabicPeriod"/>
            </a:pPr>
            <a:r>
              <a:rPr lang="en-US" b="0" i="0" dirty="0">
                <a:solidFill>
                  <a:srgbClr val="FFFFFF"/>
                </a:solidFill>
                <a:effectLst/>
                <a:latin typeface="Söhne"/>
              </a:rPr>
              <a:t>Expected utility for club: 0.25 * (9 + 60) + 0.75 * (6 + 40) = 51.75</a:t>
            </a:r>
          </a:p>
          <a:p>
            <a:pPr algn="l">
              <a:buFont typeface="+mj-lt"/>
              <a:buAutoNum type="arabicPeriod"/>
            </a:pPr>
            <a:r>
              <a:rPr lang="en-US" b="1" i="0" dirty="0">
                <a:solidFill>
                  <a:srgbClr val="FFFFFF"/>
                </a:solidFill>
                <a:effectLst/>
                <a:latin typeface="Söhne"/>
              </a:rPr>
              <a:t>Going to the Movies (m)</a:t>
            </a:r>
            <a:r>
              <a:rPr lang="en-US" b="0" i="0" dirty="0">
                <a:solidFill>
                  <a:srgbClr val="FFFFFF"/>
                </a:solidFill>
                <a:effectLst/>
                <a:latin typeface="Söhne"/>
              </a:rPr>
              <a:t>:</a:t>
            </a:r>
          </a:p>
          <a:p>
            <a:pPr marL="742950" lvl="1" indent="-285750" algn="l">
              <a:buFont typeface="+mj-lt"/>
              <a:buAutoNum type="arabicPeriod"/>
            </a:pPr>
            <a:r>
              <a:rPr lang="en-US" b="0" i="0" dirty="0">
                <a:solidFill>
                  <a:srgbClr val="FFFFFF"/>
                </a:solidFill>
                <a:effectLst/>
                <a:latin typeface="Söhne"/>
              </a:rPr>
              <a:t>Probability of Bob and Carol being at the club: 0.60 * 50 = 30</a:t>
            </a:r>
          </a:p>
          <a:p>
            <a:pPr marL="742950" lvl="1" indent="-285750" algn="l">
              <a:buFont typeface="+mj-lt"/>
              <a:buAutoNum type="arabicPeriod"/>
            </a:pPr>
            <a:r>
              <a:rPr lang="en-US" b="0" i="0" dirty="0">
                <a:solidFill>
                  <a:srgbClr val="FFFFFF"/>
                </a:solidFill>
                <a:effectLst/>
                <a:latin typeface="Söhne"/>
              </a:rPr>
              <a:t>Probability of Bob at movies when Carol at club: 0.40 * 10 = 4</a:t>
            </a:r>
          </a:p>
          <a:p>
            <a:pPr marL="742950" lvl="1" indent="-285750" algn="l">
              <a:buFont typeface="+mj-lt"/>
              <a:buAutoNum type="arabicPeriod"/>
            </a:pPr>
            <a:r>
              <a:rPr lang="en-US" b="0" i="0" dirty="0">
                <a:solidFill>
                  <a:srgbClr val="FFFFFF"/>
                </a:solidFill>
                <a:effectLst/>
                <a:latin typeface="Söhne"/>
              </a:rPr>
              <a:t>Probability of Bob at club and Carol at movies: 0.6 * 75 = 45</a:t>
            </a:r>
          </a:p>
          <a:p>
            <a:pPr marL="742950" lvl="1" indent="-285750" algn="l">
              <a:buFont typeface="+mj-lt"/>
              <a:buAutoNum type="arabicPeriod"/>
            </a:pPr>
            <a:r>
              <a:rPr lang="en-US" b="0" i="0" dirty="0">
                <a:solidFill>
                  <a:srgbClr val="FFFFFF"/>
                </a:solidFill>
                <a:effectLst/>
                <a:latin typeface="Söhne"/>
              </a:rPr>
              <a:t>Probability of Carol and Carol being at the movies: 0.4 * 15 = 6</a:t>
            </a:r>
          </a:p>
          <a:p>
            <a:pPr marL="742950" lvl="1" indent="-285750" algn="l">
              <a:buFont typeface="+mj-lt"/>
              <a:buAutoNum type="arabicPeriod"/>
            </a:pPr>
            <a:r>
              <a:rPr lang="en-US" b="0" i="0" dirty="0">
                <a:solidFill>
                  <a:srgbClr val="FFFFFF"/>
                </a:solidFill>
                <a:effectLst/>
                <a:latin typeface="Söhne"/>
              </a:rPr>
              <a:t>Expected utility for movies: 0.25 * (30 + 4) + 0.75 * (45 + 6) = 46.75</a:t>
            </a:r>
          </a:p>
          <a:p>
            <a:pPr algn="l">
              <a:buFont typeface="+mj-lt"/>
              <a:buAutoNum type="arabicPeriod"/>
            </a:pPr>
            <a:r>
              <a:rPr lang="en-US" b="1" i="0" dirty="0">
                <a:solidFill>
                  <a:srgbClr val="FFFFFF"/>
                </a:solidFill>
                <a:effectLst/>
                <a:latin typeface="Söhne"/>
              </a:rPr>
              <a:t>Staying Home (h)</a:t>
            </a:r>
            <a:r>
              <a:rPr lang="en-US" b="0" i="0" dirty="0">
                <a:solidFill>
                  <a:srgbClr val="FFFFFF"/>
                </a:solidFill>
                <a:effectLst/>
                <a:latin typeface="Söhne"/>
              </a:rPr>
              <a:t>:</a:t>
            </a:r>
          </a:p>
          <a:p>
            <a:pPr marL="742950" lvl="1" indent="-285750" algn="l">
              <a:buFont typeface="+mj-lt"/>
              <a:buAutoNum type="arabicPeriod"/>
            </a:pPr>
            <a:r>
              <a:rPr lang="en-US" b="0" i="0" dirty="0">
                <a:solidFill>
                  <a:srgbClr val="FFFFFF"/>
                </a:solidFill>
                <a:effectLst/>
                <a:latin typeface="Söhne"/>
              </a:rPr>
              <a:t>No encounters, so utility remains 50</a:t>
            </a:r>
          </a:p>
          <a:p>
            <a:pPr algn="l"/>
            <a:endParaRPr lang="en-US" b="0" i="0" dirty="0">
              <a:solidFill>
                <a:srgbClr val="FFFFFF"/>
              </a:solidFill>
              <a:effectLst/>
              <a:latin typeface="Söhne"/>
            </a:endParaRPr>
          </a:p>
          <a:p>
            <a:pPr algn="l"/>
            <a:r>
              <a:rPr lang="en-US" b="0" i="0" dirty="0">
                <a:solidFill>
                  <a:srgbClr val="FFFFFF"/>
                </a:solidFill>
                <a:effectLst/>
                <a:latin typeface="Söhne"/>
              </a:rPr>
              <a:t>Comparing the expected utilities:</a:t>
            </a:r>
          </a:p>
          <a:p>
            <a:pPr algn="l"/>
            <a:endParaRPr lang="en-US" b="0" i="0" dirty="0">
              <a:solidFill>
                <a:srgbClr val="FFFFFF"/>
              </a:solidFill>
              <a:effectLst/>
              <a:latin typeface="Söhne"/>
            </a:endParaRPr>
          </a:p>
          <a:p>
            <a:pPr algn="l">
              <a:buFont typeface="Arial" panose="020B0604020202020204" pitchFamily="34" charset="0"/>
              <a:buChar char="•"/>
            </a:pPr>
            <a:r>
              <a:rPr lang="en-US" b="0" i="0" dirty="0">
                <a:solidFill>
                  <a:srgbClr val="FFFFFF"/>
                </a:solidFill>
                <a:effectLst/>
                <a:latin typeface="Söhne"/>
              </a:rPr>
              <a:t>Club (c): 51.75</a:t>
            </a:r>
          </a:p>
          <a:p>
            <a:pPr algn="l">
              <a:buFont typeface="Arial" panose="020B0604020202020204" pitchFamily="34" charset="0"/>
              <a:buChar char="•"/>
            </a:pPr>
            <a:r>
              <a:rPr lang="en-US" b="0" i="0" dirty="0">
                <a:solidFill>
                  <a:srgbClr val="FFFFFF"/>
                </a:solidFill>
                <a:effectLst/>
                <a:latin typeface="Söhne"/>
              </a:rPr>
              <a:t>Movies (m): 46.75</a:t>
            </a:r>
          </a:p>
          <a:p>
            <a:pPr algn="l">
              <a:buFont typeface="Arial" panose="020B0604020202020204" pitchFamily="34" charset="0"/>
              <a:buChar char="•"/>
            </a:pPr>
            <a:r>
              <a:rPr lang="en-US" b="0" i="0" dirty="0">
                <a:solidFill>
                  <a:srgbClr val="FFFFFF"/>
                </a:solidFill>
                <a:effectLst/>
                <a:latin typeface="Söhne"/>
              </a:rPr>
              <a:t>Home (h): 50</a:t>
            </a:r>
          </a:p>
          <a:p>
            <a:pPr algn="l">
              <a:buFont typeface="Arial" panose="020B0604020202020204" pitchFamily="34" charset="0"/>
              <a:buChar char="•"/>
            </a:pPr>
            <a:endParaRPr lang="en-US" b="0" i="0" dirty="0">
              <a:solidFill>
                <a:srgbClr val="FFFFFF"/>
              </a:solidFill>
              <a:effectLst/>
              <a:latin typeface="Söhne"/>
            </a:endParaRPr>
          </a:p>
          <a:p>
            <a:pPr algn="l"/>
            <a:r>
              <a:rPr lang="en-US" b="0" i="0" dirty="0">
                <a:solidFill>
                  <a:srgbClr val="FFFFFF"/>
                </a:solidFill>
                <a:effectLst/>
                <a:latin typeface="Söhne"/>
              </a:rPr>
              <a:t>Based on these calculations, Alice's best option in terms of expected utility is to go to the club, as it provides the highest expected utility among the available choices. This analysis takes into account her preferences for different activities, her dislike for Bob, and her preference for Carol's company, along with the probabilities of encountering each of them.</a:t>
            </a:r>
          </a:p>
          <a:p>
            <a:br>
              <a:rPr lang="en-US" b="0" i="0" dirty="0">
                <a:solidFill>
                  <a:srgbClr val="FFFFFF"/>
                </a:solidFill>
                <a:effectLst/>
                <a:latin typeface="Söhne"/>
              </a:rPr>
            </a:br>
            <a:endParaRPr dirty="0"/>
          </a:p>
        </p:txBody>
      </p:sp>
    </p:spTree>
    <p:extLst>
      <p:ext uri="{BB962C8B-B14F-4D97-AF65-F5344CB8AC3E}">
        <p14:creationId xmlns:p14="http://schemas.microsoft.com/office/powerpoint/2010/main" val="3844830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1" i="0" dirty="0">
                <a:solidFill>
                  <a:srgbClr val="D1D5DB"/>
                </a:solidFill>
                <a:effectLst/>
                <a:latin typeface="Söhne"/>
              </a:rPr>
              <a:t>utility theory </a:t>
            </a:r>
            <a:r>
              <a:rPr lang="en-US" b="0" i="0" dirty="0">
                <a:solidFill>
                  <a:srgbClr val="D1D5DB"/>
                </a:solidFill>
                <a:effectLst/>
                <a:latin typeface="Söhne"/>
              </a:rPr>
              <a:t>is a concept that quantifies the preferences of individuals or players in a strategic interaction. It provides a way to assign numerical values, called utilities, to different outcomes in a game, reflecting the subjective satisfaction or desirability of those outcomes for each player. Utility theory is used to model and analyze decision-making processes in games where players make choices to maximize their own preferences.</a:t>
            </a:r>
            <a:endParaRPr dirty="0"/>
          </a:p>
        </p:txBody>
      </p:sp>
    </p:spTree>
    <p:extLst>
      <p:ext uri="{BB962C8B-B14F-4D97-AF65-F5344CB8AC3E}">
        <p14:creationId xmlns:p14="http://schemas.microsoft.com/office/powerpoint/2010/main" val="24351644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D1D5DB"/>
                </a:solidFill>
                <a:effectLst/>
                <a:latin typeface="Söhne"/>
              </a:rPr>
              <a:t>a "lottery" typically refers to a situation where players make choices among various uncertain outcomes, each with associated probabilities. Lotteries are used to model scenarios of risk and uncertainty, where players must decide how to allocate their choices to maximize their expected utility.</a:t>
            </a:r>
          </a:p>
          <a:p>
            <a:endParaRPr lang="en-US" b="0" i="0" dirty="0">
              <a:solidFill>
                <a:srgbClr val="D1D5DB"/>
              </a:solidFill>
              <a:effectLst/>
              <a:latin typeface="Söhne"/>
            </a:endParaRPr>
          </a:p>
          <a:p>
            <a:pPr algn="l">
              <a:buFont typeface="+mj-lt"/>
              <a:buAutoNum type="arabicPeriod"/>
            </a:pPr>
            <a:r>
              <a:rPr lang="en-US" b="1" i="0" dirty="0">
                <a:solidFill>
                  <a:srgbClr val="D1D5DB"/>
                </a:solidFill>
                <a:effectLst/>
                <a:latin typeface="Söhne"/>
              </a:rPr>
              <a:t>Outcome</a:t>
            </a:r>
            <a:r>
              <a:rPr lang="en-US" b="0" i="0" dirty="0">
                <a:solidFill>
                  <a:srgbClr val="D1D5DB"/>
                </a:solidFill>
                <a:effectLst/>
                <a:latin typeface="Söhne"/>
              </a:rPr>
              <a:t>: An outcome represents a possible result or consequence of a decision or event. It can be a tangible result or a state of the world that is uncertain. For example, winning a game, receiving a monetary payoff, or experiencing a particular event are all outcomes.</a:t>
            </a:r>
          </a:p>
          <a:p>
            <a:pPr algn="l">
              <a:buFont typeface="+mj-lt"/>
              <a:buAutoNum type="arabicPeriod"/>
            </a:pPr>
            <a:endParaRPr lang="en-US" b="0" i="0" dirty="0">
              <a:solidFill>
                <a:srgbClr val="D1D5DB"/>
              </a:solidFill>
              <a:effectLst/>
              <a:latin typeface="Söhne"/>
            </a:endParaRPr>
          </a:p>
          <a:p>
            <a:pPr algn="l">
              <a:buFont typeface="+mj-lt"/>
              <a:buAutoNum type="arabicPeriod"/>
            </a:pPr>
            <a:r>
              <a:rPr lang="en-US" b="1" i="0" dirty="0">
                <a:solidFill>
                  <a:srgbClr val="D1D5DB"/>
                </a:solidFill>
                <a:effectLst/>
                <a:latin typeface="Söhne"/>
              </a:rPr>
              <a:t>Utility</a:t>
            </a:r>
            <a:r>
              <a:rPr lang="en-US" b="0" i="0" dirty="0">
                <a:solidFill>
                  <a:srgbClr val="D1D5DB"/>
                </a:solidFill>
                <a:effectLst/>
                <a:latin typeface="Söhne"/>
              </a:rPr>
              <a:t>: Utility is a measure of the desirability or satisfaction that an individual derives from different outcomes. Each outcome is associated with a utility value that reflects the individual's preference for that outcome. Higher utility values correspond to more preferred outcomes.</a:t>
            </a:r>
          </a:p>
          <a:p>
            <a:pPr algn="l">
              <a:buFont typeface="+mj-lt"/>
              <a:buAutoNum type="arabicPeriod"/>
            </a:pPr>
            <a:endParaRPr lang="en-US" b="0" i="0" dirty="0">
              <a:solidFill>
                <a:srgbClr val="D1D5DB"/>
              </a:solidFill>
              <a:effectLst/>
              <a:latin typeface="Söhne"/>
            </a:endParaRPr>
          </a:p>
          <a:p>
            <a:pPr algn="l">
              <a:buFont typeface="+mj-lt"/>
              <a:buAutoNum type="arabicPeriod"/>
            </a:pPr>
            <a:r>
              <a:rPr lang="en-US" b="1" i="0" dirty="0">
                <a:solidFill>
                  <a:srgbClr val="D1D5DB"/>
                </a:solidFill>
                <a:effectLst/>
                <a:latin typeface="Söhne"/>
              </a:rPr>
              <a:t>Lottery</a:t>
            </a:r>
            <a:r>
              <a:rPr lang="en-US" b="0" i="0" dirty="0">
                <a:solidFill>
                  <a:srgbClr val="D1D5DB"/>
                </a:solidFill>
                <a:effectLst/>
                <a:latin typeface="Söhne"/>
              </a:rPr>
              <a:t>: A lottery is a collection of outcomes, each with an associated probability of occurring. Lotteries model situations of uncertainty where an individual faces different possible outcomes, each with a certain likelihood. A lottery represents a scenario where the individual is uncertain about which specific outcome will occur.</a:t>
            </a:r>
          </a:p>
          <a:p>
            <a:endParaRPr dirty="0"/>
          </a:p>
        </p:txBody>
      </p:sp>
    </p:spTree>
    <p:extLst>
      <p:ext uri="{BB962C8B-B14F-4D97-AF65-F5344CB8AC3E}">
        <p14:creationId xmlns:p14="http://schemas.microsoft.com/office/powerpoint/2010/main" val="33982213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In game theory and decision theory, </a:t>
            </a:r>
            <a:r>
              <a:rPr lang="en-US" b="1" i="0" dirty="0">
                <a:solidFill>
                  <a:srgbClr val="FFFFFF"/>
                </a:solidFill>
                <a:effectLst/>
                <a:latin typeface="Söhne"/>
              </a:rPr>
              <a:t>axioms</a:t>
            </a:r>
            <a:r>
              <a:rPr lang="en-US" b="0" i="0" dirty="0">
                <a:solidFill>
                  <a:srgbClr val="FFFFFF"/>
                </a:solidFill>
                <a:effectLst/>
                <a:latin typeface="Söhne"/>
              </a:rPr>
              <a:t> are fundamental principles or assumptions that guide the development and analysis of models for making decisions. When it comes to lotteries and outcomes, several axioms are commonly used to define rational decision-making under uncertainty. These axioms help establish the foundations for expected utility theory, which is a key framework in understanding how individuals make decisions involving risk and uncertainty. Here are some of the key axioms related to lotteries and outcomes: </a:t>
            </a:r>
          </a:p>
          <a:p>
            <a:pPr algn="l"/>
            <a:endParaRPr lang="en-US" b="0" i="0" dirty="0">
              <a:solidFill>
                <a:srgbClr val="FFFFFF"/>
              </a:solidFill>
              <a:effectLst/>
              <a:latin typeface="Söhne"/>
            </a:endParaRPr>
          </a:p>
          <a:p>
            <a:pPr algn="l">
              <a:buFont typeface="+mj-lt"/>
              <a:buAutoNum type="arabicPeriod"/>
            </a:pPr>
            <a:r>
              <a:rPr lang="en-US" b="1" i="0" dirty="0">
                <a:solidFill>
                  <a:srgbClr val="FFFFFF"/>
                </a:solidFill>
                <a:effectLst/>
                <a:latin typeface="Söhne"/>
              </a:rPr>
              <a:t>Completeness Axiom</a:t>
            </a:r>
            <a:r>
              <a:rPr lang="en-US" b="0" i="0" dirty="0">
                <a:solidFill>
                  <a:srgbClr val="FFFFFF"/>
                </a:solidFill>
                <a:effectLst/>
                <a:latin typeface="Söhne"/>
              </a:rPr>
              <a:t>: This axiom states that a decision-maker can compare and rank all possible outcomes. In other words, given any two outcomes, the decision-maker can determine their preferences or indicate that they are indifferent between the two.</a:t>
            </a:r>
          </a:p>
          <a:p>
            <a:pPr algn="l">
              <a:buFont typeface="+mj-lt"/>
              <a:buAutoNum type="arabicPeriod"/>
            </a:pPr>
            <a:endParaRPr lang="en-US" b="0" i="0" dirty="0">
              <a:solidFill>
                <a:srgbClr val="FFFFFF"/>
              </a:solidFill>
              <a:effectLst/>
              <a:latin typeface="Söhne"/>
            </a:endParaRPr>
          </a:p>
          <a:p>
            <a:pPr algn="l">
              <a:buFont typeface="+mj-lt"/>
              <a:buAutoNum type="arabicPeriod"/>
            </a:pPr>
            <a:r>
              <a:rPr lang="en-US" b="1" i="0" dirty="0">
                <a:solidFill>
                  <a:srgbClr val="FFFFFF"/>
                </a:solidFill>
                <a:effectLst/>
                <a:latin typeface="Söhne"/>
              </a:rPr>
              <a:t>Transitivity Axiom</a:t>
            </a:r>
            <a:r>
              <a:rPr lang="en-US" b="0" i="0" dirty="0">
                <a:solidFill>
                  <a:srgbClr val="FFFFFF"/>
                </a:solidFill>
                <a:effectLst/>
                <a:latin typeface="Söhne"/>
              </a:rPr>
              <a:t>: This axiom stipulates that if a decision-maker prefers outcome A to outcome B and prefers outcome B to outcome C, then they must also prefer outcome A to outcome C. It ensures that preferences are logically consistent and do not lead to cycles of contradictory choices.</a:t>
            </a:r>
          </a:p>
          <a:p>
            <a:pPr algn="l">
              <a:buFont typeface="+mj-lt"/>
              <a:buAutoNum type="arabicPeriod"/>
            </a:pPr>
            <a:endParaRPr lang="en-US" b="0" i="0" dirty="0">
              <a:solidFill>
                <a:srgbClr val="FFFFFF"/>
              </a:solidFill>
              <a:effectLst/>
              <a:latin typeface="Söhne"/>
            </a:endParaRPr>
          </a:p>
          <a:p>
            <a:pPr algn="l">
              <a:buFont typeface="+mj-lt"/>
              <a:buAutoNum type="arabicPeriod"/>
            </a:pPr>
            <a:r>
              <a:rPr lang="en-US" b="1" i="0" dirty="0">
                <a:solidFill>
                  <a:srgbClr val="FFFFFF"/>
                </a:solidFill>
                <a:effectLst/>
                <a:latin typeface="Söhne"/>
              </a:rPr>
              <a:t>Monotonicity Axiom</a:t>
            </a:r>
            <a:r>
              <a:rPr lang="en-US" b="0" i="0" dirty="0">
                <a:solidFill>
                  <a:srgbClr val="FFFFFF"/>
                </a:solidFill>
                <a:effectLst/>
                <a:latin typeface="Söhne"/>
              </a:rPr>
              <a:t>: Monotonicity asserts that more of a good is always better. If outcome A is preferred to outcome B, then receiving more of outcome A should be even more preferred.</a:t>
            </a:r>
          </a:p>
          <a:p>
            <a:pPr algn="l">
              <a:buFont typeface="+mj-lt"/>
              <a:buAutoNum type="arabicPeriod"/>
            </a:pPr>
            <a:endParaRPr lang="en-US" b="0" i="0" dirty="0">
              <a:solidFill>
                <a:srgbClr val="FFFFFF"/>
              </a:solidFill>
              <a:effectLst/>
              <a:latin typeface="Söhne"/>
            </a:endParaRPr>
          </a:p>
          <a:p>
            <a:pPr algn="l">
              <a:buFont typeface="+mj-lt"/>
              <a:buAutoNum type="arabicPeriod"/>
            </a:pPr>
            <a:r>
              <a:rPr lang="en-US" b="1" i="0" dirty="0">
                <a:effectLst/>
                <a:latin typeface="Söhne"/>
              </a:rPr>
              <a:t>Decomposability Axiom</a:t>
            </a:r>
            <a:r>
              <a:rPr lang="en-US" b="0" i="0" dirty="0">
                <a:solidFill>
                  <a:srgbClr val="D1D5DB"/>
                </a:solidFill>
                <a:effectLst/>
                <a:latin typeface="Söhne"/>
              </a:rPr>
              <a:t>: This axiom states that if a decision-maker is indifferent between two lotteries A and B, and they are also indifferent between two other lotteries C and D, then the decision-maker should also be indifferent between a compound lottery that combines A and C with the same probabilities and a compound lottery that combines B and D with the same probabilities. In other words, preferences for combined lotteries should be consistent with preferences for individual lotteries.</a:t>
            </a:r>
            <a:endParaRPr lang="en-US" b="0" i="0" dirty="0">
              <a:solidFill>
                <a:srgbClr val="FFFFFF"/>
              </a:solidFill>
              <a:effectLst/>
              <a:latin typeface="Söhne"/>
            </a:endParaRPr>
          </a:p>
          <a:p>
            <a:pPr algn="l"/>
            <a:endParaRPr lang="en-US" b="0" i="0" dirty="0">
              <a:solidFill>
                <a:srgbClr val="FFFFFF"/>
              </a:solidFill>
              <a:effectLst/>
              <a:latin typeface="Söhne"/>
            </a:endParaRPr>
          </a:p>
          <a:p>
            <a:br>
              <a:rPr lang="en-US" b="0" i="0" dirty="0">
                <a:solidFill>
                  <a:srgbClr val="FFFFFF"/>
                </a:solidFill>
                <a:effectLst/>
                <a:latin typeface="Söhne"/>
              </a:rPr>
            </a:br>
            <a:endParaRPr dirty="0"/>
          </a:p>
        </p:txBody>
      </p:sp>
    </p:spTree>
    <p:extLst>
      <p:ext uri="{BB962C8B-B14F-4D97-AF65-F5344CB8AC3E}">
        <p14:creationId xmlns:p14="http://schemas.microsoft.com/office/powerpoint/2010/main" val="7235555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marL="0" indent="0" algn="l">
              <a:buFont typeface="+mj-lt"/>
              <a:buNone/>
            </a:pPr>
            <a:r>
              <a:rPr lang="en-US" b="0" i="0" dirty="0">
                <a:solidFill>
                  <a:srgbClr val="E8EAED"/>
                </a:solidFill>
                <a:effectLst/>
                <a:latin typeface="Google Sans"/>
              </a:rPr>
              <a:t>∃, means </a:t>
            </a:r>
            <a:r>
              <a:rPr lang="en-US" b="0" i="0" dirty="0">
                <a:solidFill>
                  <a:srgbClr val="E2EEFF"/>
                </a:solidFill>
                <a:effectLst/>
                <a:latin typeface="Google Sans"/>
              </a:rPr>
              <a:t>there exists</a:t>
            </a:r>
          </a:p>
          <a:p>
            <a:pPr marL="0" indent="0" algn="l">
              <a:buFont typeface="+mj-lt"/>
              <a:buNone/>
            </a:pPr>
            <a:endParaRPr lang="en-US" b="1" i="0" dirty="0">
              <a:effectLst/>
              <a:latin typeface="Söhne"/>
            </a:endParaRPr>
          </a:p>
          <a:p>
            <a:pPr marL="228600" indent="-228600" algn="l">
              <a:buFont typeface="+mj-lt"/>
              <a:buAutoNum type="arabicPeriod" startAt="5"/>
            </a:pPr>
            <a:r>
              <a:rPr lang="en-US" b="1" i="0" dirty="0">
                <a:effectLst/>
                <a:latin typeface="Söhne"/>
              </a:rPr>
              <a:t>Substitutability Axiom</a:t>
            </a:r>
            <a:r>
              <a:rPr lang="en-US" b="0" i="0" dirty="0">
                <a:solidFill>
                  <a:srgbClr val="D1D5DB"/>
                </a:solidFill>
                <a:effectLst/>
                <a:latin typeface="Söhne"/>
              </a:rPr>
              <a:t>: The substitutability axiom asserts that if a decision-maker prefers one lottery A to another lottery B, and they also prefer a third lottery C to a fourth lottery D, then the decision-maker should prefer a compound lottery that combines A and C with the same probabilities to a compound lottery that combines B and D with the same probabilities. This axiom captures the idea that when two lotteries have preferred components, combining them in a compound lottery should also be preferred.</a:t>
            </a:r>
          </a:p>
          <a:p>
            <a:pPr marL="228600" indent="-228600" algn="l">
              <a:buFont typeface="+mj-lt"/>
              <a:buAutoNum type="arabicPeriod" startAt="5"/>
            </a:pPr>
            <a:endParaRPr lang="en-US" b="1" i="0" dirty="0">
              <a:solidFill>
                <a:srgbClr val="FFFFFF"/>
              </a:solidFill>
              <a:effectLst/>
              <a:latin typeface="Söhne"/>
            </a:endParaRPr>
          </a:p>
          <a:p>
            <a:pPr marL="228600" indent="-228600" algn="l">
              <a:buFont typeface="+mj-lt"/>
              <a:buAutoNum type="arabicPeriod" startAt="5"/>
            </a:pPr>
            <a:r>
              <a:rPr lang="en-US" b="1" i="0" dirty="0">
                <a:solidFill>
                  <a:srgbClr val="FFFFFF"/>
                </a:solidFill>
                <a:effectLst/>
                <a:latin typeface="Söhne"/>
              </a:rPr>
              <a:t>Continuity Axiom</a:t>
            </a:r>
            <a:r>
              <a:rPr lang="en-US" b="0" i="0" dirty="0">
                <a:solidFill>
                  <a:srgbClr val="FFFFFF"/>
                </a:solidFill>
                <a:effectLst/>
                <a:latin typeface="Söhne"/>
              </a:rPr>
              <a:t>: The continuity axiom states that if a decision-maker prefers outcome A to outcome B and outcome B to outcome C, there exists a probability p between 0 and 1 such that the decision-maker is indifferent between a lottery that gives outcome A with probability p and outcome C with probability 1-p, and outcome B.</a:t>
            </a:r>
          </a:p>
          <a:p>
            <a:pPr marL="228600" indent="-228600" algn="l">
              <a:buFont typeface="+mj-lt"/>
              <a:buAutoNum type="arabicPeriod" startAt="5"/>
            </a:pPr>
            <a:endParaRPr lang="en-US" b="0" i="0" dirty="0">
              <a:solidFill>
                <a:srgbClr val="FFFFFF"/>
              </a:solidFill>
              <a:effectLst/>
              <a:latin typeface="Söhne"/>
            </a:endParaRPr>
          </a:p>
          <a:p>
            <a:pPr algn="l"/>
            <a:r>
              <a:rPr lang="en-US" b="0" i="0" dirty="0">
                <a:solidFill>
                  <a:srgbClr val="FFFFFF"/>
                </a:solidFill>
                <a:effectLst/>
                <a:latin typeface="Söhne"/>
              </a:rPr>
              <a:t>These axioms collectively lay the foundation for expected utility theory, which quantifies preferences over lotteries and outcomes by assigning utilities to each possible outcome. By adhering to these axioms, decision-makers can make choices that are consistent, rational, and in line with their underlying preferences.</a:t>
            </a:r>
          </a:p>
          <a:p>
            <a:pPr algn="l"/>
            <a:endParaRPr lang="en-US" b="0" i="0" dirty="0">
              <a:solidFill>
                <a:srgbClr val="FFFFFF"/>
              </a:solidFill>
              <a:effectLst/>
              <a:latin typeface="Söhne"/>
            </a:endParaRPr>
          </a:p>
          <a:p>
            <a:pPr algn="l"/>
            <a:r>
              <a:rPr lang="en-US" b="0" i="0" dirty="0">
                <a:solidFill>
                  <a:srgbClr val="FFFFFF"/>
                </a:solidFill>
                <a:effectLst/>
                <a:latin typeface="Söhne"/>
              </a:rPr>
              <a:t>Expected utility theory, based on these axioms, is a powerful tool for analyzing decision-making under uncertainty and provides insights into how individuals weigh different outcomes and probabilities to make rational choices.</a:t>
            </a:r>
          </a:p>
          <a:p>
            <a:pPr marL="0" indent="0" algn="l">
              <a:buFont typeface="+mj-lt"/>
              <a:buNone/>
            </a:pPr>
            <a:endParaRPr lang="en-US" b="0" i="0" dirty="0">
              <a:solidFill>
                <a:srgbClr val="FFFFFF"/>
              </a:solidFill>
              <a:effectLst/>
              <a:latin typeface="Söhne"/>
            </a:endParaRPr>
          </a:p>
          <a:p>
            <a:endParaRPr dirty="0"/>
          </a:p>
        </p:txBody>
      </p:sp>
    </p:spTree>
    <p:extLst>
      <p:ext uri="{BB962C8B-B14F-4D97-AF65-F5344CB8AC3E}">
        <p14:creationId xmlns:p14="http://schemas.microsoft.com/office/powerpoint/2010/main" val="21459868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D1D5DB"/>
                </a:solidFill>
                <a:effectLst/>
                <a:latin typeface="Söhne"/>
              </a:rPr>
              <a:t>The Utility Theorem, proposed by John von Neumann and Oskar Morgenstern in their groundbreaking book "Theory of Games and Economic Behavior" in 1944, laid the foundation for modern decision theory and the study of </a:t>
            </a:r>
            <a:r>
              <a:rPr lang="en-US" b="1" i="0" dirty="0">
                <a:solidFill>
                  <a:srgbClr val="D1D5DB"/>
                </a:solidFill>
                <a:effectLst/>
                <a:latin typeface="Söhne"/>
              </a:rPr>
              <a:t>rational decision-making </a:t>
            </a:r>
            <a:r>
              <a:rPr lang="en-US" b="0" i="0" dirty="0">
                <a:solidFill>
                  <a:srgbClr val="D1D5DB"/>
                </a:solidFill>
                <a:effectLst/>
                <a:latin typeface="Söhne"/>
              </a:rPr>
              <a:t>under </a:t>
            </a:r>
            <a:r>
              <a:rPr lang="en-US" b="1" i="0" dirty="0">
                <a:solidFill>
                  <a:srgbClr val="D1D5DB"/>
                </a:solidFill>
                <a:effectLst/>
                <a:latin typeface="Söhne"/>
              </a:rPr>
              <a:t>uncertainty</a:t>
            </a:r>
            <a:r>
              <a:rPr lang="en-US" b="0" i="0" dirty="0">
                <a:solidFill>
                  <a:srgbClr val="D1D5DB"/>
                </a:solidFill>
                <a:effectLst/>
                <a:latin typeface="Söhne"/>
              </a:rPr>
              <a:t>. </a:t>
            </a:r>
          </a:p>
          <a:p>
            <a:endParaRPr lang="en-US" b="0" i="0" dirty="0">
              <a:solidFill>
                <a:srgbClr val="D1D5DB"/>
              </a:solidFill>
              <a:effectLst/>
              <a:latin typeface="Söhne"/>
            </a:endParaRPr>
          </a:p>
          <a:p>
            <a:r>
              <a:rPr lang="en-US" b="0" i="0" dirty="0">
                <a:solidFill>
                  <a:srgbClr val="D1D5DB"/>
                </a:solidFill>
                <a:effectLst/>
                <a:latin typeface="Söhne"/>
              </a:rPr>
              <a:t>This theorem established the mathematical framework for expected </a:t>
            </a:r>
            <a:r>
              <a:rPr lang="en-US" b="1" i="0" dirty="0">
                <a:solidFill>
                  <a:srgbClr val="D1D5DB"/>
                </a:solidFill>
                <a:effectLst/>
                <a:latin typeface="Söhne"/>
              </a:rPr>
              <a:t>utility</a:t>
            </a:r>
            <a:r>
              <a:rPr lang="en-US" b="0" i="0" dirty="0">
                <a:solidFill>
                  <a:srgbClr val="D1D5DB"/>
                </a:solidFill>
                <a:effectLst/>
                <a:latin typeface="Söhne"/>
              </a:rPr>
              <a:t> theory, which is a fundamental concept in </a:t>
            </a:r>
            <a:r>
              <a:rPr lang="en-US" b="1" i="0" dirty="0">
                <a:solidFill>
                  <a:srgbClr val="D1D5DB"/>
                </a:solidFill>
                <a:effectLst/>
                <a:latin typeface="Söhne"/>
              </a:rPr>
              <a:t>economics</a:t>
            </a:r>
            <a:r>
              <a:rPr lang="en-US" b="0" i="0" dirty="0">
                <a:solidFill>
                  <a:srgbClr val="D1D5DB"/>
                </a:solidFill>
                <a:effectLst/>
                <a:latin typeface="Söhne"/>
              </a:rPr>
              <a:t>, </a:t>
            </a:r>
            <a:r>
              <a:rPr lang="en-US" b="1" i="0" dirty="0">
                <a:solidFill>
                  <a:srgbClr val="D1D5DB"/>
                </a:solidFill>
                <a:effectLst/>
                <a:latin typeface="Söhne"/>
              </a:rPr>
              <a:t>game theory</a:t>
            </a:r>
            <a:r>
              <a:rPr lang="en-US" b="0" i="0" dirty="0">
                <a:solidFill>
                  <a:srgbClr val="D1D5DB"/>
                </a:solidFill>
                <a:effectLst/>
                <a:latin typeface="Söhne"/>
              </a:rPr>
              <a:t>, and various other fields. </a:t>
            </a:r>
          </a:p>
          <a:p>
            <a:endParaRPr lang="en-US" b="0" i="0" dirty="0">
              <a:solidFill>
                <a:srgbClr val="D1D5DB"/>
              </a:solidFill>
              <a:effectLst/>
              <a:latin typeface="Söhne"/>
            </a:endParaRPr>
          </a:p>
          <a:p>
            <a:r>
              <a:rPr lang="en-US" b="0" i="0" dirty="0">
                <a:solidFill>
                  <a:srgbClr val="D1D5DB"/>
                </a:solidFill>
                <a:effectLst/>
                <a:latin typeface="Söhne"/>
              </a:rPr>
              <a:t>The theorem addresses how individuals make choices when faced with uncertain outcomes and how they evaluate and compare different lotteries or uncertain scenarios.</a:t>
            </a:r>
            <a:endParaRPr dirty="0"/>
          </a:p>
        </p:txBody>
      </p:sp>
    </p:spTree>
    <p:extLst>
      <p:ext uri="{BB962C8B-B14F-4D97-AF65-F5344CB8AC3E}">
        <p14:creationId xmlns:p14="http://schemas.microsoft.com/office/powerpoint/2010/main" val="1776303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Pure competition in game theory refers to situations where the outcomes of players' actions are entirely determined by the strategies of other players, without any cooperative elements. In these games, the interests of players are directly opposed to each other, and each player's success comes at the expense of others. Here are a few examples of games that exhibit pure competition:</a:t>
            </a:r>
          </a:p>
          <a:p>
            <a:pPr algn="l">
              <a:buFont typeface="+mj-lt"/>
              <a:buAutoNum type="arabicPeriod"/>
            </a:pPr>
            <a:r>
              <a:rPr lang="en-US" b="1" i="0" dirty="0">
                <a:solidFill>
                  <a:srgbClr val="FFFFFF"/>
                </a:solidFill>
                <a:effectLst/>
                <a:latin typeface="Söhne"/>
              </a:rPr>
              <a:t>Zero-Sum Games:</a:t>
            </a:r>
            <a:endParaRPr lang="en-US" b="0" i="0" dirty="0">
              <a:solidFill>
                <a:srgbClr val="FFFFFF"/>
              </a:solidFill>
              <a:effectLst/>
              <a:latin typeface="Söhne"/>
            </a:endParaRPr>
          </a:p>
          <a:p>
            <a:pPr marL="742950" lvl="1" indent="-285750" algn="l">
              <a:buFont typeface="+mj-lt"/>
              <a:buAutoNum type="arabicPeriod"/>
            </a:pPr>
            <a:r>
              <a:rPr lang="en-US" b="1" i="0" dirty="0">
                <a:solidFill>
                  <a:srgbClr val="FFFFFF"/>
                </a:solidFill>
                <a:effectLst/>
                <a:latin typeface="Söhne"/>
              </a:rPr>
              <a:t>Chess:</a:t>
            </a:r>
            <a:r>
              <a:rPr lang="en-US" b="0" i="0" dirty="0">
                <a:solidFill>
                  <a:srgbClr val="FFFFFF"/>
                </a:solidFill>
                <a:effectLst/>
                <a:latin typeface="Söhne"/>
              </a:rPr>
              <a:t> In chess, players compete directly against each other. The gain of one player is the loss of the other. There is no possibility of cooperation, and the objective is to checkmate the opponent's king.</a:t>
            </a:r>
          </a:p>
          <a:p>
            <a:pPr marL="742950" lvl="1" indent="-285750" algn="l">
              <a:buFont typeface="+mj-lt"/>
              <a:buAutoNum type="arabicPeriod"/>
            </a:pPr>
            <a:r>
              <a:rPr lang="en-US" b="1" i="0" dirty="0">
                <a:solidFill>
                  <a:srgbClr val="FFFFFF"/>
                </a:solidFill>
                <a:effectLst/>
                <a:latin typeface="Söhne"/>
              </a:rPr>
              <a:t>Poker:</a:t>
            </a:r>
            <a:r>
              <a:rPr lang="en-US" b="0" i="0" dirty="0">
                <a:solidFill>
                  <a:srgbClr val="FFFFFF"/>
                </a:solidFill>
                <a:effectLst/>
                <a:latin typeface="Söhne"/>
              </a:rPr>
              <a:t> In poker, players compete for a finite pot of money or chips. One player's winnings come directly from the losses of other players. It's a classic example of a competitive game with incomplete information.</a:t>
            </a:r>
          </a:p>
          <a:p>
            <a:pPr algn="l">
              <a:buFont typeface="+mj-lt"/>
              <a:buAutoNum type="arabicPeriod"/>
            </a:pPr>
            <a:r>
              <a:rPr lang="en-US" b="1" i="0" dirty="0">
                <a:solidFill>
                  <a:srgbClr val="FFFFFF"/>
                </a:solidFill>
                <a:effectLst/>
                <a:latin typeface="Söhne"/>
              </a:rPr>
              <a:t>Sports Matches:</a:t>
            </a:r>
            <a:endParaRPr lang="en-US" b="0" i="0" dirty="0">
              <a:solidFill>
                <a:srgbClr val="FFFFFF"/>
              </a:solidFill>
              <a:effectLst/>
              <a:latin typeface="Söhne"/>
            </a:endParaRPr>
          </a:p>
          <a:p>
            <a:pPr marL="742950" lvl="1" indent="-285750" algn="l">
              <a:buFont typeface="+mj-lt"/>
              <a:buAutoNum type="arabicPeriod"/>
            </a:pPr>
            <a:r>
              <a:rPr lang="en-US" b="1" i="0" dirty="0">
                <a:solidFill>
                  <a:srgbClr val="FFFFFF"/>
                </a:solidFill>
                <a:effectLst/>
                <a:latin typeface="Söhne"/>
              </a:rPr>
              <a:t>Football (Soccer):</a:t>
            </a:r>
            <a:r>
              <a:rPr lang="en-US" b="0" i="0" dirty="0">
                <a:solidFill>
                  <a:srgbClr val="FFFFFF"/>
                </a:solidFill>
                <a:effectLst/>
                <a:latin typeface="Söhne"/>
              </a:rPr>
              <a:t> A football match is a pure competition where two teams compete to score more goals than the other. The team that scores more goals wins, and there is no cooperation between the teams during the match.</a:t>
            </a:r>
          </a:p>
          <a:p>
            <a:pPr marL="742950" lvl="1" indent="-285750" algn="l">
              <a:buFont typeface="+mj-lt"/>
              <a:buAutoNum type="arabicPeriod"/>
            </a:pPr>
            <a:r>
              <a:rPr lang="en-US" b="1" i="0" dirty="0">
                <a:solidFill>
                  <a:srgbClr val="FFFFFF"/>
                </a:solidFill>
                <a:effectLst/>
                <a:latin typeface="Söhne"/>
              </a:rPr>
              <a:t>Tennis:</a:t>
            </a:r>
            <a:r>
              <a:rPr lang="en-US" b="0" i="0" dirty="0">
                <a:solidFill>
                  <a:srgbClr val="FFFFFF"/>
                </a:solidFill>
                <a:effectLst/>
                <a:latin typeface="Söhne"/>
              </a:rPr>
              <a:t> In singles tennis, two players compete to win points and games. The winner of each point gains at the expense of the opponent, and the objective is to win more games and sets.</a:t>
            </a:r>
          </a:p>
          <a:p>
            <a:pPr algn="l">
              <a:buFont typeface="+mj-lt"/>
              <a:buAutoNum type="arabicPeriod"/>
            </a:pPr>
            <a:r>
              <a:rPr lang="en-US" b="1" i="0" dirty="0">
                <a:solidFill>
                  <a:srgbClr val="FFFFFF"/>
                </a:solidFill>
                <a:effectLst/>
                <a:latin typeface="Söhne"/>
              </a:rPr>
              <a:t>Economic Competition:</a:t>
            </a:r>
            <a:endParaRPr lang="en-US" b="0" i="0" dirty="0">
              <a:solidFill>
                <a:srgbClr val="FFFFFF"/>
              </a:solidFill>
              <a:effectLst/>
              <a:latin typeface="Söhne"/>
            </a:endParaRPr>
          </a:p>
          <a:p>
            <a:pPr marL="742950" lvl="1" indent="-285750" algn="l">
              <a:buFont typeface="+mj-lt"/>
              <a:buAutoNum type="arabicPeriod"/>
            </a:pPr>
            <a:r>
              <a:rPr lang="en-US" b="1" i="0" dirty="0">
                <a:solidFill>
                  <a:srgbClr val="FFFFFF"/>
                </a:solidFill>
                <a:effectLst/>
                <a:latin typeface="Söhne"/>
              </a:rPr>
              <a:t>Auction:</a:t>
            </a:r>
            <a:r>
              <a:rPr lang="en-US" b="0" i="0" dirty="0">
                <a:solidFill>
                  <a:srgbClr val="FFFFFF"/>
                </a:solidFill>
                <a:effectLst/>
                <a:latin typeface="Söhne"/>
              </a:rPr>
              <a:t> Auctions are competitive processes where participants bid against each other to acquire a specific item. The highest bidder wins, and their gain is at the cost of the other bidders.</a:t>
            </a:r>
          </a:p>
          <a:p>
            <a:pPr marL="742950" lvl="1" indent="-285750" algn="l">
              <a:buFont typeface="+mj-lt"/>
              <a:buAutoNum type="arabicPeriod"/>
            </a:pPr>
            <a:r>
              <a:rPr lang="en-US" b="1" i="0" dirty="0">
                <a:solidFill>
                  <a:srgbClr val="FFFFFF"/>
                </a:solidFill>
                <a:effectLst/>
                <a:latin typeface="Söhne"/>
              </a:rPr>
              <a:t>Cournot Duopoly:</a:t>
            </a:r>
            <a:r>
              <a:rPr lang="en-US" b="0" i="0" dirty="0">
                <a:solidFill>
                  <a:srgbClr val="FFFFFF"/>
                </a:solidFill>
                <a:effectLst/>
                <a:latin typeface="Söhne"/>
              </a:rPr>
              <a:t> In this economic model, two companies compete by setting quantities of output. The profit of one company depends on its own output and the output of the other company. Both companies aim to maximize their own profits, which can lead to competition and strategic decisions.</a:t>
            </a:r>
          </a:p>
          <a:p>
            <a:pPr algn="l">
              <a:buFont typeface="+mj-lt"/>
              <a:buAutoNum type="arabicPeriod"/>
            </a:pPr>
            <a:r>
              <a:rPr lang="en-US" b="1" i="0" dirty="0">
                <a:solidFill>
                  <a:srgbClr val="FFFFFF"/>
                </a:solidFill>
                <a:effectLst/>
                <a:latin typeface="Söhne"/>
              </a:rPr>
              <a:t>Resource Allocation:</a:t>
            </a:r>
            <a:endParaRPr lang="en-US" b="0" i="0" dirty="0">
              <a:solidFill>
                <a:srgbClr val="FFFFFF"/>
              </a:solidFill>
              <a:effectLst/>
              <a:latin typeface="Söhne"/>
            </a:endParaRPr>
          </a:p>
          <a:p>
            <a:pPr marL="742950" lvl="1" indent="-285750" algn="l">
              <a:buFont typeface="+mj-lt"/>
              <a:buAutoNum type="arabicPeriod"/>
            </a:pPr>
            <a:r>
              <a:rPr lang="en-US" b="1" i="0" dirty="0">
                <a:solidFill>
                  <a:srgbClr val="FFFFFF"/>
                </a:solidFill>
                <a:effectLst/>
                <a:latin typeface="Söhne"/>
              </a:rPr>
              <a:t>Tragedy of the Commons:</a:t>
            </a:r>
            <a:r>
              <a:rPr lang="en-US" b="0" i="0" dirty="0">
                <a:solidFill>
                  <a:srgbClr val="FFFFFF"/>
                </a:solidFill>
                <a:effectLst/>
                <a:latin typeface="Söhne"/>
              </a:rPr>
              <a:t> This scenario involves the competition for shared resources, such as grazing land or fishing grounds. Individuals may act in their own self-interest and deplete the resource, leading to negative outcomes for all.</a:t>
            </a:r>
          </a:p>
          <a:p>
            <a:pPr algn="l">
              <a:buFont typeface="+mj-lt"/>
              <a:buAutoNum type="arabicPeriod"/>
            </a:pPr>
            <a:r>
              <a:rPr lang="en-US" b="1" i="0" dirty="0">
                <a:solidFill>
                  <a:srgbClr val="FFFFFF"/>
                </a:solidFill>
                <a:effectLst/>
                <a:latin typeface="Söhne"/>
              </a:rPr>
              <a:t>Race or Contest:</a:t>
            </a:r>
            <a:endParaRPr lang="en-US" b="0" i="0" dirty="0">
              <a:solidFill>
                <a:srgbClr val="FFFFFF"/>
              </a:solidFill>
              <a:effectLst/>
              <a:latin typeface="Söhne"/>
            </a:endParaRPr>
          </a:p>
          <a:p>
            <a:pPr marL="742950" lvl="1" indent="-285750" algn="l">
              <a:buFont typeface="+mj-lt"/>
              <a:buAutoNum type="arabicPeriod"/>
            </a:pPr>
            <a:r>
              <a:rPr lang="en-US" b="1" i="0" dirty="0">
                <a:solidFill>
                  <a:srgbClr val="FFFFFF"/>
                </a:solidFill>
                <a:effectLst/>
                <a:latin typeface="Söhne"/>
              </a:rPr>
              <a:t>Sprint Race:</a:t>
            </a:r>
            <a:r>
              <a:rPr lang="en-US" b="0" i="0" dirty="0">
                <a:solidFill>
                  <a:srgbClr val="FFFFFF"/>
                </a:solidFill>
                <a:effectLst/>
                <a:latin typeface="Söhne"/>
              </a:rPr>
              <a:t> A sprint race involves individual participants racing against each other to reach a finish line. The first person to cross the line wins, and the objective is to be faster than the competition.</a:t>
            </a:r>
          </a:p>
          <a:p>
            <a:pPr algn="l"/>
            <a:r>
              <a:rPr lang="en-US" b="0" i="0" dirty="0">
                <a:solidFill>
                  <a:srgbClr val="FFFFFF"/>
                </a:solidFill>
                <a:effectLst/>
                <a:latin typeface="Söhne"/>
              </a:rPr>
              <a:t>These examples demonstrate situations where players' interests are directly opposed, and there is little to no room for cooperation or collaboration. In pure competition, success is achieved by outperforming others rather than by working together.</a:t>
            </a:r>
          </a:p>
          <a:p>
            <a:pPr algn="l"/>
            <a:endParaRPr lang="en-US" b="0" i="0" dirty="0">
              <a:solidFill>
                <a:srgbClr val="FFFFFF"/>
              </a:solidFill>
              <a:effectLst/>
              <a:latin typeface="Söhne"/>
            </a:endParaRPr>
          </a:p>
          <a:p>
            <a:pPr algn="l"/>
            <a:r>
              <a:rPr lang="en-US" b="0" i="0" dirty="0">
                <a:solidFill>
                  <a:srgbClr val="D1D5DB"/>
                </a:solidFill>
                <a:effectLst/>
                <a:latin typeface="Söhne"/>
              </a:rPr>
              <a:t>The equation u1(a) + u2(a) = c represents a situation where the sum of the utilities of the two players for a given action a is equal to a constant value c. This constant c indicates the total value that is being competed for or shared between the players in the game.</a:t>
            </a:r>
          </a:p>
          <a:p>
            <a:pPr algn="l"/>
            <a:r>
              <a:rPr lang="en-US" b="0" i="0" dirty="0">
                <a:solidFill>
                  <a:srgbClr val="D1D5DB"/>
                </a:solidFill>
                <a:effectLst/>
                <a:latin typeface="Söhne"/>
              </a:rPr>
              <a:t>In essence, this notation captures the idea that the combined utilities of both players for any given action must sum up to a fixed value, which could represent a limited resource, a prize, or a score in a competitive game. This aligns with the concept of pure competition, where players' interests are in direct opposition to each other, and their gains and losses are interdependent.</a:t>
            </a:r>
          </a:p>
          <a:p>
            <a:pPr algn="l"/>
            <a:endParaRPr lang="en-US" b="0" i="0" dirty="0">
              <a:solidFill>
                <a:srgbClr val="FFFFFF"/>
              </a:solidFill>
              <a:effectLst/>
              <a:latin typeface="Söhne"/>
            </a:endParaRPr>
          </a:p>
          <a:p>
            <a:br>
              <a:rPr lang="en-US" b="0" i="0" dirty="0">
                <a:solidFill>
                  <a:srgbClr val="FFFFFF"/>
                </a:solidFill>
                <a:effectLst/>
                <a:latin typeface="Söhne"/>
              </a:rPr>
            </a:b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D1D5DB"/>
                </a:solidFill>
                <a:effectLst/>
                <a:latin typeface="Söhne"/>
              </a:rPr>
              <a:t>The payoffs are assigned based on the following logic:</a:t>
            </a:r>
          </a:p>
          <a:p>
            <a:pPr marL="171450" indent="-171450" algn="l">
              <a:buFont typeface="Arial" panose="020B0604020202020204" pitchFamily="34" charset="0"/>
              <a:buChar char="•"/>
            </a:pPr>
            <a:r>
              <a:rPr lang="en-US" b="0" i="0" dirty="0">
                <a:solidFill>
                  <a:srgbClr val="D1D5DB"/>
                </a:solidFill>
                <a:effectLst/>
                <a:latin typeface="Söhne"/>
              </a:rPr>
              <a:t>If both players choose the same side (both heads or both tails), Player 1 wins, and Player 2 loses. The payoffs are (1, -1) for Player 1 and (-1, 1) for Player 2.</a:t>
            </a:r>
          </a:p>
          <a:p>
            <a:pPr marL="171450" indent="-171450" algn="l">
              <a:buFont typeface="Arial" panose="020B0604020202020204" pitchFamily="34" charset="0"/>
              <a:buChar char="•"/>
            </a:pPr>
            <a:r>
              <a:rPr lang="en-US" b="0" i="0" dirty="0">
                <a:solidFill>
                  <a:srgbClr val="D1D5DB"/>
                </a:solidFill>
                <a:effectLst/>
                <a:latin typeface="Söhne"/>
              </a:rPr>
              <a:t>If the players choose different sides, Player 2 wins, and Player 1 loses. The payoffs are (-1, 1) for Player 1 and (1, -1) for Player 2.</a:t>
            </a:r>
          </a:p>
          <a:p>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D1D5DB"/>
                </a:solidFill>
                <a:effectLst/>
                <a:latin typeface="Söhne"/>
              </a:rPr>
              <a:t>Like the matching pennies game, Rock-Paper-Scissors is a game of </a:t>
            </a:r>
            <a:r>
              <a:rPr lang="en-US" b="1" i="0" dirty="0">
                <a:solidFill>
                  <a:srgbClr val="D1D5DB"/>
                </a:solidFill>
                <a:effectLst/>
                <a:latin typeface="Söhne"/>
              </a:rPr>
              <a:t>pure competition</a:t>
            </a:r>
            <a:r>
              <a:rPr lang="en-US" b="0" i="0" dirty="0">
                <a:solidFill>
                  <a:srgbClr val="D1D5DB"/>
                </a:solidFill>
                <a:effectLst/>
                <a:latin typeface="Söhne"/>
              </a:rPr>
              <a:t>. Each player's success comes at the expense of the other player. The game is also interesting from a strategic perspective. There is no dominant strategy for either player, meaning that the best move for a player depends on what the opponent plays. In the absence of a clear dominant strategy, players often use mixed strategies (randomized choices) to create unpredictability and minimize the opponent's ability to predict their moves.</a:t>
            </a:r>
          </a:p>
          <a:p>
            <a:pPr algn="l"/>
            <a:endParaRPr lang="en-US" b="0" i="0" dirty="0">
              <a:solidFill>
                <a:srgbClr val="D1D5DB"/>
              </a:solidFill>
              <a:effectLst/>
              <a:latin typeface="Söhne"/>
            </a:endParaRPr>
          </a:p>
          <a:p>
            <a:pPr algn="l"/>
            <a:r>
              <a:rPr lang="en-US" b="0" i="0" dirty="0">
                <a:solidFill>
                  <a:srgbClr val="D1D5DB"/>
                </a:solidFill>
                <a:effectLst/>
                <a:latin typeface="Söhne"/>
              </a:rPr>
              <a:t>The Rock-Paper-Scissors game has become a common example in discussions of game theory due to its simplicity and the strategic considerations it presents. It's a classic example of a game where the outcome is determined solely by the choices of the players and their interactions.</a:t>
            </a:r>
          </a:p>
          <a:p>
            <a:endParaRPr dirty="0"/>
          </a:p>
        </p:txBody>
      </p:sp>
    </p:spTree>
    <p:extLst>
      <p:ext uri="{BB962C8B-B14F-4D97-AF65-F5344CB8AC3E}">
        <p14:creationId xmlns:p14="http://schemas.microsoft.com/office/powerpoint/2010/main" val="36951762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D1D5DB"/>
                </a:solidFill>
                <a:effectLst/>
                <a:latin typeface="Söhne"/>
              </a:rPr>
              <a:t>The key strategic element in this game is the decision to hide either one or two coins and the subsequent guess based on what the opponent might have done. Players need to consider their opponent's possible choices and use randomization to make their guesses less predictable.</a:t>
            </a:r>
          </a:p>
          <a:p>
            <a:pPr algn="l"/>
            <a:endParaRPr lang="en-US" b="0" i="0" dirty="0">
              <a:solidFill>
                <a:srgbClr val="D1D5DB"/>
              </a:solidFill>
              <a:effectLst/>
              <a:latin typeface="Söhne"/>
            </a:endParaRPr>
          </a:p>
          <a:p>
            <a:pPr algn="l"/>
            <a:r>
              <a:rPr lang="en-US" b="0" i="0" dirty="0">
                <a:solidFill>
                  <a:srgbClr val="D1D5DB"/>
                </a:solidFill>
                <a:effectLst/>
                <a:latin typeface="Söhne"/>
              </a:rPr>
              <a:t>For example, if a player always hid and guessed two coins, the opponent could exploit this by always hiding and guessing one coin. To counteract this, players might randomize their choices, such as hiding one coin half the time and two coins the other half, and making corresponding guesses.</a:t>
            </a:r>
          </a:p>
          <a:p>
            <a:pPr algn="l"/>
            <a:endParaRPr lang="en-US" b="0" i="0" dirty="0">
              <a:solidFill>
                <a:srgbClr val="D1D5DB"/>
              </a:solidFill>
              <a:effectLst/>
              <a:latin typeface="Söhne"/>
            </a:endParaRPr>
          </a:p>
          <a:p>
            <a:pPr algn="l"/>
            <a:r>
              <a:rPr lang="en-US" b="0" i="0" dirty="0">
                <a:solidFill>
                  <a:srgbClr val="D1D5DB"/>
                </a:solidFill>
                <a:effectLst/>
                <a:latin typeface="Söhne"/>
              </a:rPr>
              <a:t>The concept of </a:t>
            </a:r>
            <a:r>
              <a:rPr lang="en-US" b="1" i="0" dirty="0">
                <a:solidFill>
                  <a:srgbClr val="D1D5DB"/>
                </a:solidFill>
                <a:effectLst/>
                <a:latin typeface="Söhne"/>
              </a:rPr>
              <a:t>mixed strategy Nash equilibrium </a:t>
            </a:r>
            <a:r>
              <a:rPr lang="en-US" b="0" i="0" dirty="0">
                <a:solidFill>
                  <a:srgbClr val="D1D5DB"/>
                </a:solidFill>
                <a:effectLst/>
                <a:latin typeface="Söhne"/>
              </a:rPr>
              <a:t>comes into play when players choose to randomize their actions to make it difficult for the opponent to exploit a predictable pattern. In equilibrium, neither player has an incentive to unilaterally deviate from their strategy, given the strategy of the opponent.</a:t>
            </a:r>
          </a:p>
          <a:p>
            <a:pPr algn="l"/>
            <a:endParaRPr lang="en-US" b="0" i="0" dirty="0">
              <a:solidFill>
                <a:srgbClr val="D1D5DB"/>
              </a:solidFill>
              <a:effectLst/>
              <a:latin typeface="Söhne"/>
            </a:endParaRPr>
          </a:p>
          <a:p>
            <a:pPr algn="l"/>
            <a:r>
              <a:rPr lang="en-US" b="0" i="0" dirty="0">
                <a:solidFill>
                  <a:srgbClr val="D1D5DB"/>
                </a:solidFill>
                <a:effectLst/>
                <a:latin typeface="Söhne"/>
              </a:rPr>
              <a:t>This game highlights the strategic interplay between hiding, guessing, and randomizing choices. It's a simple yet illustrative example of the complexities that can arise in competitive decision-making when hidden information is involved.</a:t>
            </a:r>
          </a:p>
          <a:p>
            <a:endParaRPr lang="en-US" dirty="0"/>
          </a:p>
          <a:p>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D1D5DB"/>
                </a:solidFill>
                <a:effectLst/>
                <a:latin typeface="Söhne"/>
              </a:rPr>
              <a:t>The key strategic element in this game is the decision to hide either one or two coins and the subsequent guess based on what the opponent might have done. Players need to consider their opponent's possible choices and use randomization to make their guesses less predictable.</a:t>
            </a:r>
          </a:p>
          <a:p>
            <a:pPr algn="l"/>
            <a:endParaRPr lang="en-US" b="0" i="0" dirty="0">
              <a:solidFill>
                <a:srgbClr val="D1D5DB"/>
              </a:solidFill>
              <a:effectLst/>
              <a:latin typeface="Söhne"/>
            </a:endParaRPr>
          </a:p>
          <a:p>
            <a:pPr algn="l"/>
            <a:r>
              <a:rPr lang="en-US" b="0" i="0" dirty="0">
                <a:solidFill>
                  <a:srgbClr val="D1D5DB"/>
                </a:solidFill>
                <a:effectLst/>
                <a:latin typeface="Söhne"/>
              </a:rPr>
              <a:t>For example, if a player always hid and guessed two coins, the opponent could exploit this by always hiding and guessing one coin. To counteract this, players might randomize their choices, such as hiding one coin half the time and two coins the other half, and making corresponding guesses.</a:t>
            </a:r>
          </a:p>
          <a:p>
            <a:pPr algn="l"/>
            <a:endParaRPr lang="en-US" b="0" i="0" dirty="0">
              <a:solidFill>
                <a:srgbClr val="D1D5DB"/>
              </a:solidFill>
              <a:effectLst/>
              <a:latin typeface="Söhne"/>
            </a:endParaRPr>
          </a:p>
          <a:p>
            <a:pPr algn="l"/>
            <a:r>
              <a:rPr lang="en-US" b="0" i="0" dirty="0">
                <a:solidFill>
                  <a:srgbClr val="D1D5DB"/>
                </a:solidFill>
                <a:effectLst/>
                <a:latin typeface="Söhne"/>
              </a:rPr>
              <a:t>The concept of </a:t>
            </a:r>
            <a:r>
              <a:rPr lang="en-US" b="1" i="0" dirty="0">
                <a:solidFill>
                  <a:srgbClr val="D1D5DB"/>
                </a:solidFill>
                <a:effectLst/>
                <a:latin typeface="Söhne"/>
              </a:rPr>
              <a:t>mixed strategy Nash equilibrium </a:t>
            </a:r>
            <a:r>
              <a:rPr lang="en-US" b="0" i="0" dirty="0">
                <a:solidFill>
                  <a:srgbClr val="D1D5DB"/>
                </a:solidFill>
                <a:effectLst/>
                <a:latin typeface="Söhne"/>
              </a:rPr>
              <a:t>comes into play when players choose to randomize their actions to make it difficult for the opponent to exploit a predictable pattern. In equilibrium, neither player has an incentive to unilaterally deviate from their strategy, given the strategy of the opponent.</a:t>
            </a:r>
          </a:p>
          <a:p>
            <a:pPr algn="l"/>
            <a:endParaRPr lang="en-US" b="0" i="0" dirty="0">
              <a:solidFill>
                <a:srgbClr val="D1D5DB"/>
              </a:solidFill>
              <a:effectLst/>
              <a:latin typeface="Söhne"/>
            </a:endParaRPr>
          </a:p>
          <a:p>
            <a:pPr algn="l"/>
            <a:r>
              <a:rPr lang="en-US" b="0" i="0" dirty="0">
                <a:solidFill>
                  <a:srgbClr val="D1D5DB"/>
                </a:solidFill>
                <a:effectLst/>
                <a:latin typeface="Söhne"/>
              </a:rPr>
              <a:t>This game highlights the strategic interplay between hiding, guessing, and randomizing choices. It's a simple yet illustrative example of the complexities that can arise in competitive decision-making when hidden information is involved.</a:t>
            </a:r>
            <a:br>
              <a:rPr lang="en-US" b="0" i="0" dirty="0">
                <a:solidFill>
                  <a:srgbClr val="D1D5DB"/>
                </a:solidFill>
                <a:effectLst/>
                <a:latin typeface="Söhne"/>
              </a:rPr>
            </a:br>
            <a:br>
              <a:rPr lang="en-US" b="0" i="0" dirty="0">
                <a:solidFill>
                  <a:srgbClr val="D1D5DB"/>
                </a:solidFill>
                <a:effectLst/>
                <a:latin typeface="Söhne"/>
              </a:rPr>
            </a:br>
            <a:r>
              <a:rPr lang="en-US" b="0" i="0" dirty="0">
                <a:solidFill>
                  <a:srgbClr val="D1D5DB"/>
                </a:solidFill>
                <a:effectLst/>
                <a:latin typeface="Söhne"/>
              </a:rPr>
              <a:t>In this matrix:</a:t>
            </a:r>
          </a:p>
          <a:p>
            <a:pPr algn="l"/>
            <a:endParaRPr lang="en-US" b="0" i="0" dirty="0">
              <a:solidFill>
                <a:srgbClr val="D1D5DB"/>
              </a:solidFill>
              <a:effectLst/>
              <a:latin typeface="Söhne"/>
            </a:endParaRPr>
          </a:p>
          <a:p>
            <a:pPr algn="l">
              <a:buFont typeface="Arial" panose="020B0604020202020204" pitchFamily="34" charset="0"/>
              <a:buChar char="•"/>
            </a:pPr>
            <a:r>
              <a:rPr lang="en-US" b="0" i="0" dirty="0">
                <a:solidFill>
                  <a:srgbClr val="D1D5DB"/>
                </a:solidFill>
                <a:effectLst/>
                <a:latin typeface="Söhne"/>
              </a:rPr>
              <a:t>The rows represent the player's choices for hiding coins.</a:t>
            </a:r>
          </a:p>
          <a:p>
            <a:pPr algn="l">
              <a:buFont typeface="Arial" panose="020B0604020202020204" pitchFamily="34" charset="0"/>
              <a:buChar char="•"/>
            </a:pPr>
            <a:r>
              <a:rPr lang="en-US" b="0" i="0" dirty="0">
                <a:solidFill>
                  <a:srgbClr val="D1D5DB"/>
                </a:solidFill>
                <a:effectLst/>
                <a:latin typeface="Söhne"/>
              </a:rPr>
              <a:t>The columns represent the player's choices for guessing the opponent's hidden coins.</a:t>
            </a:r>
          </a:p>
          <a:p>
            <a:pPr algn="l">
              <a:buFont typeface="Arial" panose="020B0604020202020204" pitchFamily="34" charset="0"/>
              <a:buChar char="•"/>
            </a:pPr>
            <a:r>
              <a:rPr lang="en-US" b="0" i="0" dirty="0">
                <a:solidFill>
                  <a:srgbClr val="D1D5DB"/>
                </a:solidFill>
                <a:effectLst/>
                <a:latin typeface="Söhne"/>
              </a:rPr>
              <a:t>The values in the matrix represent the payoffs for the player who guesses.</a:t>
            </a:r>
          </a:p>
          <a:p>
            <a:pPr algn="l">
              <a:buFont typeface="Arial" panose="020B0604020202020204" pitchFamily="34" charset="0"/>
              <a:buChar char="•"/>
            </a:pPr>
            <a:endParaRPr lang="en-US" b="0" i="0" dirty="0">
              <a:solidFill>
                <a:srgbClr val="D1D5DB"/>
              </a:solidFill>
              <a:effectLst/>
              <a:latin typeface="Söhne"/>
            </a:endParaRPr>
          </a:p>
          <a:p>
            <a:pPr algn="l"/>
            <a:r>
              <a:rPr lang="en-US" b="0" i="0" dirty="0">
                <a:solidFill>
                  <a:srgbClr val="D1D5DB"/>
                </a:solidFill>
                <a:effectLst/>
                <a:latin typeface="Söhne"/>
              </a:rPr>
              <a:t>For example, if the player hides 1 coin and guesses that the opponent hides 2 coins, the payoff for the guessing player would be 3.</a:t>
            </a:r>
          </a:p>
          <a:p>
            <a:pPr algn="l"/>
            <a:endParaRPr lang="en-US" b="0" i="0" dirty="0">
              <a:solidFill>
                <a:srgbClr val="D1D5DB"/>
              </a:solidFill>
              <a:effectLst/>
              <a:latin typeface="Söhne"/>
            </a:endParaRPr>
          </a:p>
          <a:p>
            <a:pPr algn="l"/>
            <a:r>
              <a:rPr lang="en-US" b="0" i="0" dirty="0">
                <a:solidFill>
                  <a:srgbClr val="D1D5DB"/>
                </a:solidFill>
                <a:effectLst/>
                <a:latin typeface="Söhne"/>
              </a:rPr>
              <a:t>This matrix can be used to analyze the game using various game theory concepts, such as Nash equilibrium. Players will aim to choose strategies that maximize their expected payoffs while considering their opponent's possible actions. They might use mixed strategies (randomized choices) to create unpredictability and gain a strategic advantage.</a:t>
            </a:r>
          </a:p>
          <a:p>
            <a:pPr algn="l"/>
            <a:endParaRPr lang="en-US" b="0" i="0" dirty="0">
              <a:solidFill>
                <a:srgbClr val="D1D5DB"/>
              </a:solidFill>
              <a:effectLst/>
              <a:latin typeface="Söhne"/>
            </a:endParaRPr>
          </a:p>
          <a:p>
            <a:pPr algn="l"/>
            <a:r>
              <a:rPr lang="en-US" b="0" i="0" dirty="0">
                <a:solidFill>
                  <a:srgbClr val="D1D5DB"/>
                </a:solidFill>
                <a:effectLst/>
                <a:latin typeface="Söhne"/>
              </a:rPr>
              <a:t>In the provided matrix, the entry at the intersection of row (1/1) and column (1/1) indeed shows a payoff of 0. This indicates that when both players choose to hide 1 coin and both players guess that the opponent has hidden 1 coin, the game results in a tie, and neither player wins or loses any amount.</a:t>
            </a:r>
          </a:p>
          <a:p>
            <a:pPr algn="l"/>
            <a:endParaRPr lang="en-US" b="0" i="0" dirty="0">
              <a:solidFill>
                <a:srgbClr val="D1D5DB"/>
              </a:solidFill>
              <a:effectLst/>
              <a:latin typeface="Söhne"/>
            </a:endParaRPr>
          </a:p>
          <a:p>
            <a:pPr algn="l"/>
            <a:r>
              <a:rPr lang="en-US" b="0" i="0" dirty="0">
                <a:solidFill>
                  <a:srgbClr val="D1D5DB"/>
                </a:solidFill>
                <a:effectLst/>
                <a:latin typeface="Söhne"/>
              </a:rPr>
              <a:t>This makes sense in the context of the game. If both players have the same number of hidden coins and both players guess the same number of coins, then their guesses are correct, and there's no net payoff for either player. It's a situation where neither player gains an advantage over the other.</a:t>
            </a:r>
          </a:p>
          <a:p>
            <a:pPr algn="l"/>
            <a:endParaRPr lang="en-US" b="0" i="0" dirty="0">
              <a:solidFill>
                <a:srgbClr val="D1D5DB"/>
              </a:solidFill>
              <a:effectLst/>
              <a:latin typeface="Söhne"/>
            </a:endParaRPr>
          </a:p>
          <a:p>
            <a:pPr algn="l"/>
            <a:r>
              <a:rPr lang="en-US" b="0" i="0" dirty="0">
                <a:solidFill>
                  <a:srgbClr val="D1D5DB"/>
                </a:solidFill>
                <a:effectLst/>
                <a:latin typeface="Söhne"/>
              </a:rPr>
              <a:t>The 0 payoff in this case highlights the </a:t>
            </a:r>
            <a:r>
              <a:rPr lang="en-US" b="1" i="0" dirty="0">
                <a:solidFill>
                  <a:srgbClr val="D1D5DB"/>
                </a:solidFill>
                <a:effectLst/>
                <a:latin typeface="Söhne"/>
              </a:rPr>
              <a:t>equilibrium</a:t>
            </a:r>
            <a:r>
              <a:rPr lang="en-US" b="0" i="0" dirty="0">
                <a:solidFill>
                  <a:srgbClr val="D1D5DB"/>
                </a:solidFill>
                <a:effectLst/>
                <a:latin typeface="Söhne"/>
              </a:rPr>
              <a:t> between the choices made by both players. It's a reflection of the symmetric nature of the game, where both players have the same information and both have an equal chance of winning or losing based on their guesses.</a:t>
            </a:r>
          </a:p>
          <a:p>
            <a:pPr algn="l"/>
            <a:endParaRPr lang="en-US" b="0" i="0" dirty="0">
              <a:solidFill>
                <a:srgbClr val="D1D5DB"/>
              </a:solidFill>
              <a:effectLst/>
              <a:latin typeface="Söhne"/>
            </a:endParaRPr>
          </a:p>
          <a:p>
            <a:pPr algn="l"/>
            <a:endParaRPr lang="en-US" b="0" i="0" dirty="0">
              <a:solidFill>
                <a:srgbClr val="D1D5DB"/>
              </a:solidFill>
              <a:effectLst/>
              <a:latin typeface="Söhne"/>
            </a:endParaRPr>
          </a:p>
          <a:p>
            <a:endParaRPr lang="en-US" dirty="0"/>
          </a:p>
          <a:p>
            <a:endParaRPr dirty="0"/>
          </a:p>
        </p:txBody>
      </p:sp>
    </p:spTree>
    <p:extLst>
      <p:ext uri="{BB962C8B-B14F-4D97-AF65-F5344CB8AC3E}">
        <p14:creationId xmlns:p14="http://schemas.microsoft.com/office/powerpoint/2010/main" val="38856751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27355183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br>
              <a:rPr lang="en-US" b="0" i="0" dirty="0">
                <a:solidFill>
                  <a:srgbClr val="FFFFFF"/>
                </a:solidFill>
                <a:effectLst/>
                <a:latin typeface="Söhne"/>
              </a:rPr>
            </a:br>
            <a:r>
              <a:rPr lang="en-US" b="0" i="0" dirty="0">
                <a:solidFill>
                  <a:srgbClr val="FFFFFF"/>
                </a:solidFill>
                <a:effectLst/>
                <a:latin typeface="Söhne"/>
              </a:rPr>
              <a:t>Game Theory (GT) utility/payoff and Reinforcement Learning (RL) reward are both concepts used in different contexts to model decision-making and optimize outcomes. While they have similarities, they are used in distinct ways in their respective fields.</a:t>
            </a:r>
          </a:p>
          <a:p>
            <a:pPr algn="l"/>
            <a:endParaRPr lang="en-US" b="0" i="0" dirty="0">
              <a:solidFill>
                <a:srgbClr val="FFFFFF"/>
              </a:solidFill>
              <a:effectLst/>
              <a:latin typeface="Söhne"/>
            </a:endParaRPr>
          </a:p>
          <a:p>
            <a:pPr algn="l">
              <a:buFont typeface="+mj-lt"/>
              <a:buAutoNum type="arabicPeriod"/>
            </a:pPr>
            <a:r>
              <a:rPr lang="en-US" b="1" i="0" dirty="0">
                <a:solidFill>
                  <a:srgbClr val="FFFFFF"/>
                </a:solidFill>
                <a:effectLst/>
                <a:latin typeface="Söhne"/>
              </a:rPr>
              <a:t>Game Theory (GT) Utility/Payoff:</a:t>
            </a:r>
            <a:endParaRPr lang="en-US" b="0" i="0" dirty="0">
              <a:solidFill>
                <a:srgbClr val="FFFFFF"/>
              </a:solidFill>
              <a:effectLst/>
              <a:latin typeface="Söhne"/>
            </a:endParaRPr>
          </a:p>
          <a:p>
            <a:pPr marL="742950" lvl="1" indent="-285750" algn="l">
              <a:buFont typeface="+mj-lt"/>
              <a:buAutoNum type="arabicPeriod"/>
            </a:pPr>
            <a:r>
              <a:rPr lang="en-US" b="1" i="0" dirty="0">
                <a:solidFill>
                  <a:srgbClr val="FFFFFF"/>
                </a:solidFill>
                <a:effectLst/>
                <a:latin typeface="Söhne"/>
              </a:rPr>
              <a:t>Context:</a:t>
            </a:r>
            <a:r>
              <a:rPr lang="en-US" b="0" i="0" dirty="0">
                <a:solidFill>
                  <a:srgbClr val="FFFFFF"/>
                </a:solidFill>
                <a:effectLst/>
                <a:latin typeface="Söhne"/>
              </a:rPr>
              <a:t> Game theory studies strategic interactions among multiple decision-makers, often referred to as players or agents, who aim to maximize their own utilities (also known as payoffs) in a competitive or cooperative environment.</a:t>
            </a:r>
          </a:p>
          <a:p>
            <a:pPr marL="742950" lvl="1" indent="-285750" algn="l">
              <a:buFont typeface="+mj-lt"/>
              <a:buAutoNum type="arabicPeriod"/>
            </a:pPr>
            <a:r>
              <a:rPr lang="en-US" b="1" i="0" dirty="0">
                <a:solidFill>
                  <a:srgbClr val="FFFFFF"/>
                </a:solidFill>
                <a:effectLst/>
                <a:latin typeface="Söhne"/>
              </a:rPr>
              <a:t>Usage:</a:t>
            </a:r>
            <a:r>
              <a:rPr lang="en-US" b="0" i="0" dirty="0">
                <a:solidFill>
                  <a:srgbClr val="FFFFFF"/>
                </a:solidFill>
                <a:effectLst/>
                <a:latin typeface="Söhne"/>
              </a:rPr>
              <a:t> Utilities represent the preferences of players over the possible outcomes of the game. Each player's utility is typically quantified in terms of numerical values that capture their individual preferences, gains, or losses.</a:t>
            </a:r>
          </a:p>
          <a:p>
            <a:pPr marL="742950" lvl="1" indent="-285750" algn="l">
              <a:buFont typeface="+mj-lt"/>
              <a:buAutoNum type="arabicPeriod"/>
            </a:pPr>
            <a:r>
              <a:rPr lang="en-US" b="1" i="0" dirty="0">
                <a:solidFill>
                  <a:srgbClr val="FFFFFF"/>
                </a:solidFill>
                <a:effectLst/>
                <a:latin typeface="Söhne"/>
              </a:rPr>
              <a:t>Objective:</a:t>
            </a:r>
            <a:r>
              <a:rPr lang="en-US" b="0" i="0" dirty="0">
                <a:solidFill>
                  <a:srgbClr val="FFFFFF"/>
                </a:solidFill>
                <a:effectLst/>
                <a:latin typeface="Söhne"/>
              </a:rPr>
              <a:t> In non-cooperative games, players seek to optimize their individual utilities while considering the choices of other players. The interactions result in equilibrium points such as Nash equilibria, where no player has an incentive to unilaterally deviate from their strategy given the strategies of others.</a:t>
            </a:r>
          </a:p>
          <a:p>
            <a:pPr marL="742950" lvl="1" indent="-285750" algn="l">
              <a:buFont typeface="+mj-lt"/>
              <a:buAutoNum type="arabicPeriod"/>
            </a:pPr>
            <a:endParaRPr lang="en-US" b="0" i="0" dirty="0">
              <a:solidFill>
                <a:srgbClr val="FFFFFF"/>
              </a:solidFill>
              <a:effectLst/>
              <a:latin typeface="Söhne"/>
            </a:endParaRPr>
          </a:p>
          <a:p>
            <a:pPr algn="l">
              <a:buFont typeface="+mj-lt"/>
              <a:buAutoNum type="arabicPeriod"/>
            </a:pPr>
            <a:r>
              <a:rPr lang="en-US" b="1" i="0" dirty="0">
                <a:solidFill>
                  <a:srgbClr val="FFFFFF"/>
                </a:solidFill>
                <a:effectLst/>
                <a:latin typeface="Söhne"/>
              </a:rPr>
              <a:t>Reinforcement Learning (RL) Reward:</a:t>
            </a:r>
            <a:endParaRPr lang="en-US" b="0" i="0" dirty="0">
              <a:solidFill>
                <a:srgbClr val="FFFFFF"/>
              </a:solidFill>
              <a:effectLst/>
              <a:latin typeface="Söhne"/>
            </a:endParaRPr>
          </a:p>
          <a:p>
            <a:pPr marL="742950" lvl="1" indent="-285750" algn="l">
              <a:buFont typeface="+mj-lt"/>
              <a:buAutoNum type="arabicPeriod"/>
            </a:pPr>
            <a:r>
              <a:rPr lang="en-US" b="1" i="0" dirty="0">
                <a:solidFill>
                  <a:srgbClr val="FFFFFF"/>
                </a:solidFill>
                <a:effectLst/>
                <a:latin typeface="Söhne"/>
              </a:rPr>
              <a:t>Context:</a:t>
            </a:r>
            <a:r>
              <a:rPr lang="en-US" b="0" i="0" dirty="0">
                <a:solidFill>
                  <a:srgbClr val="FFFFFF"/>
                </a:solidFill>
                <a:effectLst/>
                <a:latin typeface="Söhne"/>
              </a:rPr>
              <a:t> Reinforcement Learning is a machine learning paradigm that involves an agent interacting with an environment to learn how to make sequential decisions in order to maximize a cumulative reward signal.</a:t>
            </a:r>
          </a:p>
          <a:p>
            <a:pPr marL="742950" lvl="1" indent="-285750" algn="l">
              <a:buFont typeface="+mj-lt"/>
              <a:buAutoNum type="arabicPeriod"/>
            </a:pPr>
            <a:r>
              <a:rPr lang="en-US" b="1" i="0" dirty="0">
                <a:solidFill>
                  <a:srgbClr val="FFFFFF"/>
                </a:solidFill>
                <a:effectLst/>
                <a:latin typeface="Söhne"/>
              </a:rPr>
              <a:t>Usage:</a:t>
            </a:r>
            <a:r>
              <a:rPr lang="en-US" b="0" i="0" dirty="0">
                <a:solidFill>
                  <a:srgbClr val="FFFFFF"/>
                </a:solidFill>
                <a:effectLst/>
                <a:latin typeface="Söhne"/>
              </a:rPr>
              <a:t> The agent receives rewards from the environment based on its actions. Rewards are scalar values that indicate the immediate benefit or desirability of the agent's action in a given state.</a:t>
            </a:r>
          </a:p>
          <a:p>
            <a:pPr marL="742950" lvl="1" indent="-285750" algn="l">
              <a:buFont typeface="+mj-lt"/>
              <a:buAutoNum type="arabicPeriod"/>
            </a:pPr>
            <a:r>
              <a:rPr lang="en-US" b="1" i="0" dirty="0">
                <a:solidFill>
                  <a:srgbClr val="FFFFFF"/>
                </a:solidFill>
                <a:effectLst/>
                <a:latin typeface="Söhne"/>
              </a:rPr>
              <a:t>Objective:</a:t>
            </a:r>
            <a:r>
              <a:rPr lang="en-US" b="0" i="0" dirty="0">
                <a:solidFill>
                  <a:srgbClr val="FFFFFF"/>
                </a:solidFill>
                <a:effectLst/>
                <a:latin typeface="Söhne"/>
              </a:rPr>
              <a:t> The agent's goal is to learn a policy (a strategy or mapping from states to actions) that maximizes the expected cumulative reward over time. This involves exploring the environment, learning from experience, and optimizing decision-making to achieve long-term goals.</a:t>
            </a:r>
          </a:p>
          <a:p>
            <a:pPr algn="l"/>
            <a:endParaRPr lang="en-US" b="1" i="0" dirty="0">
              <a:solidFill>
                <a:srgbClr val="FFFFFF"/>
              </a:solidFill>
              <a:effectLst/>
              <a:latin typeface="Söhne"/>
            </a:endParaRPr>
          </a:p>
          <a:p>
            <a:pPr algn="l"/>
            <a:r>
              <a:rPr lang="en-US" b="1" i="0" dirty="0">
                <a:solidFill>
                  <a:srgbClr val="FFFFFF"/>
                </a:solidFill>
                <a:effectLst/>
                <a:latin typeface="Söhne"/>
              </a:rPr>
              <a:t>Key Differences:</a:t>
            </a:r>
            <a:endParaRPr lang="en-US" b="0" i="0" dirty="0">
              <a:solidFill>
                <a:srgbClr val="FFFFFF"/>
              </a:solidFill>
              <a:effectLst/>
              <a:latin typeface="Söhne"/>
            </a:endParaRPr>
          </a:p>
          <a:p>
            <a:pPr algn="l">
              <a:buFont typeface="Arial" panose="020B0604020202020204" pitchFamily="34" charset="0"/>
              <a:buChar char="•"/>
            </a:pPr>
            <a:r>
              <a:rPr lang="en-US" b="1" i="0" dirty="0">
                <a:solidFill>
                  <a:srgbClr val="FFFFFF"/>
                </a:solidFill>
                <a:effectLst/>
                <a:latin typeface="Söhne"/>
              </a:rPr>
              <a:t>Scope:</a:t>
            </a:r>
            <a:r>
              <a:rPr lang="en-US" b="0" i="0" dirty="0">
                <a:solidFill>
                  <a:srgbClr val="FFFFFF"/>
                </a:solidFill>
                <a:effectLst/>
                <a:latin typeface="Söhne"/>
              </a:rPr>
              <a:t> Game theory typically considers interactions among multiple decision-makers in well-defined scenarios, while reinforcement learning often focuses on the decision-making of a single agent within a broader environment.</a:t>
            </a:r>
          </a:p>
          <a:p>
            <a:pPr algn="l">
              <a:buFont typeface="Arial" panose="020B0604020202020204" pitchFamily="34" charset="0"/>
              <a:buChar char="•"/>
            </a:pPr>
            <a:r>
              <a:rPr lang="en-US" b="1" i="0" dirty="0">
                <a:solidFill>
                  <a:srgbClr val="FFFFFF"/>
                </a:solidFill>
                <a:effectLst/>
                <a:latin typeface="Söhne"/>
              </a:rPr>
              <a:t>Representation:</a:t>
            </a:r>
            <a:r>
              <a:rPr lang="en-US" b="0" i="0" dirty="0">
                <a:solidFill>
                  <a:srgbClr val="FFFFFF"/>
                </a:solidFill>
                <a:effectLst/>
                <a:latin typeface="Söhne"/>
              </a:rPr>
              <a:t> In GT, utilities/payoffs are often defined based on players' preferences, and they guide players' strategic decisions. In RL, rewards are immediate numerical signals that guide the learning process of an agent.</a:t>
            </a:r>
          </a:p>
          <a:p>
            <a:pPr algn="l">
              <a:buFont typeface="Arial" panose="020B0604020202020204" pitchFamily="34" charset="0"/>
              <a:buChar char="•"/>
            </a:pPr>
            <a:r>
              <a:rPr lang="en-US" b="1" i="0" dirty="0">
                <a:solidFill>
                  <a:srgbClr val="FFFFFF"/>
                </a:solidFill>
                <a:effectLst/>
                <a:latin typeface="Söhne"/>
              </a:rPr>
              <a:t>Optimization:</a:t>
            </a:r>
            <a:r>
              <a:rPr lang="en-US" b="0" i="0" dirty="0">
                <a:solidFill>
                  <a:srgbClr val="FFFFFF"/>
                </a:solidFill>
                <a:effectLst/>
                <a:latin typeface="Söhne"/>
              </a:rPr>
              <a:t> GT often seeks equilibrium points where players' strategies are stable and unchanging. RL seeks to find policies that lead to long-term reward maximization, often involving exploration to learn optimal actions.</a:t>
            </a:r>
          </a:p>
          <a:p>
            <a:pPr algn="l">
              <a:buFont typeface="Arial" panose="020B0604020202020204" pitchFamily="34" charset="0"/>
              <a:buChar char="•"/>
            </a:pPr>
            <a:r>
              <a:rPr lang="en-US" b="1" i="0" dirty="0">
                <a:solidFill>
                  <a:srgbClr val="FFFFFF"/>
                </a:solidFill>
                <a:effectLst/>
                <a:latin typeface="Söhne"/>
              </a:rPr>
              <a:t>Collaboration vs. Competition:</a:t>
            </a:r>
            <a:r>
              <a:rPr lang="en-US" b="0" i="0" dirty="0">
                <a:solidFill>
                  <a:srgbClr val="FFFFFF"/>
                </a:solidFill>
                <a:effectLst/>
                <a:latin typeface="Söhne"/>
              </a:rPr>
              <a:t> GT models both collaborative and competitive scenarios. RL is commonly used in scenarios where an agent interacts with an environment and seeks to optimize its behavior.</a:t>
            </a:r>
          </a:p>
          <a:p>
            <a:pPr algn="l"/>
            <a:r>
              <a:rPr lang="en-US" b="0" i="0" dirty="0">
                <a:solidFill>
                  <a:srgbClr val="FFFFFF"/>
                </a:solidFill>
                <a:effectLst/>
                <a:latin typeface="Söhne"/>
              </a:rPr>
              <a:t>In summary, while GT utilities/payoffs and RL rewards both capture the concept of optimizing outcomes, they are applied in different contexts (strategic interactions vs. agent-environment interactions) and serve different purposes (equilibrium analysis vs. learning optimal behavior).</a:t>
            </a:r>
          </a:p>
          <a:p>
            <a:br>
              <a:rPr lang="en-US" b="0" i="0" dirty="0">
                <a:solidFill>
                  <a:srgbClr val="FFFFFF"/>
                </a:solidFill>
                <a:effectLst/>
                <a:latin typeface="Söhne"/>
              </a:rPr>
            </a:b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b="0" i="0" dirty="0">
                <a:solidFill>
                  <a:srgbClr val="D1D5DB"/>
                </a:solidFill>
                <a:effectLst/>
                <a:latin typeface="Söhne"/>
              </a:rPr>
              <a:t>TCP (Transmission Control Protocol) backoff refers to a mechanism used in computer networking, particularly in protocols like TCP, to manage congestion and prevent network overload. Congestion can occur when there's too much traffic on a network, causing delays, packet loss, and reduced performance. TCP backoff helps regulate the rate at which data is sent to the network to alleviate congestion and ensure reliable communication.</a:t>
            </a: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TCP game is Prisoners’ dilemma but it depends on the ordering of the payoff tuples </a:t>
            </a: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r>
              <a:rPr lang="en-US" dirty="0"/>
              <a:t>Another example of total coordination. </a:t>
            </a:r>
            <a:br>
              <a:rPr lang="en-US" dirty="0"/>
            </a:br>
            <a:r>
              <a:rPr lang="en-US" dirty="0"/>
              <a:t>Left hand driving vs Right hand driving. </a:t>
            </a: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pPr algn="l"/>
            <a:r>
              <a:rPr lang="en-US" b="0" i="0" dirty="0">
                <a:solidFill>
                  <a:srgbClr val="FFFFFF"/>
                </a:solidFill>
                <a:effectLst/>
                <a:latin typeface="Söhne"/>
              </a:rPr>
              <a:t>The "Battle of the Sexes" is a classic game in game theory that illustrates how individuals' preferences can lead to conflicts and coordination problems in situations that combine elements of cooperation and competition. It's often used to analyze scenarios where individuals have differing preferences but still need to coordinate their actions.</a:t>
            </a:r>
          </a:p>
          <a:p>
            <a:pPr algn="l"/>
            <a:endParaRPr lang="en-US" b="0" i="0" dirty="0">
              <a:solidFill>
                <a:srgbClr val="FFFFFF"/>
              </a:solidFill>
              <a:effectLst/>
              <a:latin typeface="Söhne"/>
            </a:endParaRPr>
          </a:p>
          <a:p>
            <a:pPr algn="l"/>
            <a:r>
              <a:rPr lang="en-US" b="0" i="0" dirty="0">
                <a:solidFill>
                  <a:srgbClr val="FFFFFF"/>
                </a:solidFill>
                <a:effectLst/>
                <a:latin typeface="Söhne"/>
              </a:rPr>
              <a:t>The game typically involves two players, often referred to as "Alice" and "Bob," who must independently choose between two options. The options are often labeled "A" and "B," and each player has a preference ranking for these options. The interesting aspect of the game is that the players have different preferences but still want to coordinate their choices to achieve a favorable outcome.</a:t>
            </a:r>
          </a:p>
          <a:p>
            <a:pPr algn="l"/>
            <a:r>
              <a:rPr lang="en-US" b="0" i="0" dirty="0">
                <a:solidFill>
                  <a:srgbClr val="FFFFFF"/>
                </a:solidFill>
                <a:effectLst/>
                <a:latin typeface="Söhne"/>
              </a:rPr>
              <a:t>Here's a common setup of the Battle of the Sexes game:</a:t>
            </a:r>
          </a:p>
          <a:p>
            <a:pPr algn="l"/>
            <a:endParaRPr lang="en-US" b="0" i="0" dirty="0">
              <a:solidFill>
                <a:srgbClr val="FFFFFF"/>
              </a:solidFill>
              <a:effectLst/>
              <a:latin typeface="Söhne"/>
            </a:endParaRPr>
          </a:p>
          <a:p>
            <a:pPr algn="l">
              <a:buFont typeface="Arial" panose="020B0604020202020204" pitchFamily="34" charset="0"/>
              <a:buChar char="•"/>
            </a:pPr>
            <a:r>
              <a:rPr lang="en-US" b="0" i="0" dirty="0">
                <a:solidFill>
                  <a:srgbClr val="FFFFFF"/>
                </a:solidFill>
                <a:effectLst/>
                <a:latin typeface="Söhne"/>
              </a:rPr>
              <a:t>Alice prefers option A and wants to go to event X.</a:t>
            </a:r>
          </a:p>
          <a:p>
            <a:pPr algn="l">
              <a:buFont typeface="Arial" panose="020B0604020202020204" pitchFamily="34" charset="0"/>
              <a:buChar char="•"/>
            </a:pPr>
            <a:r>
              <a:rPr lang="en-US" b="0" i="0" dirty="0">
                <a:solidFill>
                  <a:srgbClr val="FFFFFF"/>
                </a:solidFill>
                <a:effectLst/>
                <a:latin typeface="Söhne"/>
              </a:rPr>
              <a:t>Bob prefers option B and wants to go to event Y.</a:t>
            </a:r>
          </a:p>
          <a:p>
            <a:pPr algn="l">
              <a:buFont typeface="Arial" panose="020B0604020202020204" pitchFamily="34" charset="0"/>
              <a:buChar char="•"/>
            </a:pPr>
            <a:endParaRPr lang="en-US" b="0" i="0" dirty="0">
              <a:solidFill>
                <a:srgbClr val="FFFFFF"/>
              </a:solidFill>
              <a:effectLst/>
              <a:latin typeface="Söhne"/>
            </a:endParaRPr>
          </a:p>
          <a:p>
            <a:pPr algn="l"/>
            <a:r>
              <a:rPr lang="en-US" b="0" i="0" dirty="0">
                <a:solidFill>
                  <a:srgbClr val="FFFFFF"/>
                </a:solidFill>
                <a:effectLst/>
                <a:latin typeface="Söhne"/>
              </a:rPr>
              <a:t>The possible payoffs or utilities could be represented as follows:</a:t>
            </a:r>
          </a:p>
          <a:p>
            <a:pPr algn="l"/>
            <a:endParaRPr lang="en-US" b="0" i="0" dirty="0">
              <a:solidFill>
                <a:srgbClr val="FFFFFF"/>
              </a:solidFill>
              <a:effectLst/>
              <a:latin typeface="Söhne"/>
            </a:endParaRPr>
          </a:p>
          <a:p>
            <a:pPr algn="l">
              <a:buFont typeface="Arial" panose="020B0604020202020204" pitchFamily="34" charset="0"/>
              <a:buChar char="•"/>
            </a:pPr>
            <a:r>
              <a:rPr lang="en-US" b="0" i="0" dirty="0">
                <a:solidFill>
                  <a:srgbClr val="FFFFFF"/>
                </a:solidFill>
                <a:effectLst/>
                <a:latin typeface="Söhne"/>
              </a:rPr>
              <a:t>If both choose A (X), Alice gets a higher payoff (for example, 2) and Bob gets a lower payoff (for example, 1).</a:t>
            </a:r>
          </a:p>
          <a:p>
            <a:pPr algn="l">
              <a:buFont typeface="Arial" panose="020B0604020202020204" pitchFamily="34" charset="0"/>
              <a:buChar char="•"/>
            </a:pPr>
            <a:r>
              <a:rPr lang="en-US" b="0" i="0" dirty="0">
                <a:solidFill>
                  <a:srgbClr val="FFFFFF"/>
                </a:solidFill>
                <a:effectLst/>
                <a:latin typeface="Söhne"/>
              </a:rPr>
              <a:t>If both choose B (Y), Bob gets a higher payoff (for example, 2) and Alice gets a lower payoff (for example, 1).</a:t>
            </a:r>
          </a:p>
          <a:p>
            <a:pPr algn="l">
              <a:buFont typeface="Arial" panose="020B0604020202020204" pitchFamily="34" charset="0"/>
              <a:buChar char="•"/>
            </a:pPr>
            <a:r>
              <a:rPr lang="en-US" b="0" i="0" dirty="0">
                <a:solidFill>
                  <a:srgbClr val="FFFFFF"/>
                </a:solidFill>
                <a:effectLst/>
                <a:latin typeface="Söhne"/>
              </a:rPr>
              <a:t>If Alice chooses A (X) and Bob chooses B (Y), their payoffs are reversed (for example, Alice gets 1 and Bob gets 2).</a:t>
            </a:r>
          </a:p>
          <a:p>
            <a:pPr algn="l">
              <a:buFont typeface="Arial" panose="020B0604020202020204" pitchFamily="34" charset="0"/>
              <a:buChar char="•"/>
            </a:pPr>
            <a:r>
              <a:rPr lang="en-US" b="0" i="0" dirty="0">
                <a:solidFill>
                  <a:srgbClr val="FFFFFF"/>
                </a:solidFill>
                <a:effectLst/>
                <a:latin typeface="Söhne"/>
              </a:rPr>
              <a:t>If Alice chooses B (Y) and Bob chooses A (X), their payoffs are reversed (for example, Alice gets 2 and Bob gets 1).</a:t>
            </a:r>
          </a:p>
          <a:p>
            <a:pPr algn="l">
              <a:buFont typeface="Arial" panose="020B0604020202020204" pitchFamily="34" charset="0"/>
              <a:buChar char="•"/>
            </a:pPr>
            <a:endParaRPr lang="en-US" b="0" i="0" dirty="0">
              <a:solidFill>
                <a:srgbClr val="FFFFFF"/>
              </a:solidFill>
              <a:effectLst/>
              <a:latin typeface="Söhne"/>
            </a:endParaRPr>
          </a:p>
          <a:p>
            <a:pPr algn="l"/>
            <a:r>
              <a:rPr lang="en-US" b="0" i="0" dirty="0">
                <a:solidFill>
                  <a:srgbClr val="FFFFFF"/>
                </a:solidFill>
                <a:effectLst/>
                <a:latin typeface="Söhne"/>
              </a:rPr>
              <a:t>In this scenario, both players would like to attend the same event to be together, but they have conflicting preferences about which event to attend. The challenge is to reach a coordinated decision that maximizes their combined utility.</a:t>
            </a:r>
          </a:p>
          <a:p>
            <a:pPr algn="l"/>
            <a:r>
              <a:rPr lang="en-US" b="0" i="0" dirty="0">
                <a:solidFill>
                  <a:srgbClr val="FFFFFF"/>
                </a:solidFill>
                <a:effectLst/>
                <a:latin typeface="Söhne"/>
              </a:rPr>
              <a:t>The Battle of the Sexes game illustrates the tension between individual preferences and the desire to coordinate decisions to achieve a mutually favorable outcome. Depending on the specifics of the payoff values and players' preferences, different strategies can emerge. Nash equilibria and mixed strategies may also come into play as players seek to find the optimal balance between their preferences and coordination. The game highlights the complexities that arise when cooperation and competition are intertwined in decision-making scenarios.</a:t>
            </a:r>
          </a:p>
          <a:p>
            <a:br>
              <a:rPr lang="en-US" b="0" i="0" dirty="0">
                <a:solidFill>
                  <a:srgbClr val="FFFFFF"/>
                </a:solidFill>
                <a:effectLst/>
                <a:latin typeface="Söhne"/>
              </a:rPr>
            </a:b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7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799" cy="1714500"/>
          </a:xfrm>
          <a:prstGeom prst="rect">
            <a:avLst/>
          </a:prstGeom>
        </p:spPr>
        <p:txBody>
          <a:bodyPr wrap="square" lIns="0" tIns="0" rIns="0" bIns="0">
            <a:spAutoFit/>
          </a:bodyPr>
          <a:lstStyle>
            <a:lvl1pPr>
              <a:defRPr/>
            </a:lvl1pPr>
          </a:lstStyle>
          <a:p>
            <a:endParaRPr/>
          </a:p>
        </p:txBody>
      </p:sp>
      <p:sp>
        <p:nvSpPr>
          <p:cNvPr id="7" name="www.monash.edu.au">
            <a:extLst>
              <a:ext uri="{FF2B5EF4-FFF2-40B4-BE49-F238E27FC236}">
                <a16:creationId xmlns:a16="http://schemas.microsoft.com/office/drawing/2014/main" id="{AD16522A-2526-5D51-CD18-434515DB9D93}"/>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8" name="Slide Number">
            <a:extLst>
              <a:ext uri="{FF2B5EF4-FFF2-40B4-BE49-F238E27FC236}">
                <a16:creationId xmlns:a16="http://schemas.microsoft.com/office/drawing/2014/main" id="{37A2ECB7-F678-C6E2-82FD-9EEA16DA0337}"/>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9" name="Holder 5">
            <a:extLst>
              <a:ext uri="{FF2B5EF4-FFF2-40B4-BE49-F238E27FC236}">
                <a16:creationId xmlns:a16="http://schemas.microsoft.com/office/drawing/2014/main" id="{1B462EA2-D57E-3D55-040E-F9EB92A5CB42}"/>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7" name="www.monash.edu.au">
            <a:extLst>
              <a:ext uri="{FF2B5EF4-FFF2-40B4-BE49-F238E27FC236}">
                <a16:creationId xmlns:a16="http://schemas.microsoft.com/office/drawing/2014/main" id="{59F35EE0-E500-8A33-5671-6ABD09898BC1}"/>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8" name="Slide Number">
            <a:extLst>
              <a:ext uri="{FF2B5EF4-FFF2-40B4-BE49-F238E27FC236}">
                <a16:creationId xmlns:a16="http://schemas.microsoft.com/office/drawing/2014/main" id="{C83E8368-E40D-A970-122A-7B1808D962C2}"/>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9" name="Holder 5">
            <a:extLst>
              <a:ext uri="{FF2B5EF4-FFF2-40B4-BE49-F238E27FC236}">
                <a16:creationId xmlns:a16="http://schemas.microsoft.com/office/drawing/2014/main" id="{FBA917BA-F53E-60AE-9DE7-F017B509DE86}"/>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362075"/>
            <a:ext cx="8515350" cy="3984625"/>
          </a:xfrm>
          <a:custGeom>
            <a:avLst/>
            <a:gdLst/>
            <a:ahLst/>
            <a:cxnLst/>
            <a:rect l="l" t="t" r="r" b="b"/>
            <a:pathLst>
              <a:path w="8515350" h="3984625">
                <a:moveTo>
                  <a:pt x="0" y="3984049"/>
                </a:moveTo>
                <a:lnTo>
                  <a:pt x="8515350" y="3984049"/>
                </a:lnTo>
                <a:lnTo>
                  <a:pt x="8515350" y="0"/>
                </a:lnTo>
                <a:lnTo>
                  <a:pt x="0" y="0"/>
                </a:lnTo>
                <a:lnTo>
                  <a:pt x="0" y="3984049"/>
                </a:lnTo>
                <a:close/>
              </a:path>
            </a:pathLst>
          </a:custGeom>
          <a:solidFill>
            <a:srgbClr val="E7E7E7"/>
          </a:solidFill>
        </p:spPr>
        <p:txBody>
          <a:bodyPr wrap="square" lIns="0" tIns="0" rIns="0" bIns="0" rtlCol="0"/>
          <a:lstStyle/>
          <a:p>
            <a:endParaRPr/>
          </a:p>
        </p:txBody>
      </p:sp>
      <p:sp>
        <p:nvSpPr>
          <p:cNvPr id="17" name="bk object 17"/>
          <p:cNvSpPr/>
          <p:nvPr/>
        </p:nvSpPr>
        <p:spPr>
          <a:xfrm>
            <a:off x="3043836" y="4265705"/>
            <a:ext cx="5471795" cy="1755775"/>
          </a:xfrm>
          <a:custGeom>
            <a:avLst/>
            <a:gdLst/>
            <a:ahLst/>
            <a:cxnLst/>
            <a:rect l="l" t="t" r="r" b="b"/>
            <a:pathLst>
              <a:path w="5471795" h="1755775">
                <a:moveTo>
                  <a:pt x="5178899" y="0"/>
                </a:moveTo>
                <a:lnTo>
                  <a:pt x="292614" y="0"/>
                </a:lnTo>
                <a:lnTo>
                  <a:pt x="268615" y="970"/>
                </a:lnTo>
                <a:lnTo>
                  <a:pt x="222295" y="8504"/>
                </a:lnTo>
                <a:lnTo>
                  <a:pt x="178715" y="22994"/>
                </a:lnTo>
                <a:lnTo>
                  <a:pt x="138477" y="43840"/>
                </a:lnTo>
                <a:lnTo>
                  <a:pt x="102184" y="70437"/>
                </a:lnTo>
                <a:lnTo>
                  <a:pt x="70437" y="102183"/>
                </a:lnTo>
                <a:lnTo>
                  <a:pt x="43840" y="138476"/>
                </a:lnTo>
                <a:lnTo>
                  <a:pt x="22995" y="178714"/>
                </a:lnTo>
                <a:lnTo>
                  <a:pt x="8504" y="222294"/>
                </a:lnTo>
                <a:lnTo>
                  <a:pt x="970" y="268614"/>
                </a:lnTo>
                <a:lnTo>
                  <a:pt x="0" y="292613"/>
                </a:lnTo>
                <a:lnTo>
                  <a:pt x="0" y="1463068"/>
                </a:lnTo>
                <a:lnTo>
                  <a:pt x="3829" y="1510532"/>
                </a:lnTo>
                <a:lnTo>
                  <a:pt x="14917" y="1555557"/>
                </a:lnTo>
                <a:lnTo>
                  <a:pt x="32661" y="1597541"/>
                </a:lnTo>
                <a:lnTo>
                  <a:pt x="56457" y="1635882"/>
                </a:lnTo>
                <a:lnTo>
                  <a:pt x="85704" y="1669977"/>
                </a:lnTo>
                <a:lnTo>
                  <a:pt x="119800" y="1699225"/>
                </a:lnTo>
                <a:lnTo>
                  <a:pt x="158141" y="1723021"/>
                </a:lnTo>
                <a:lnTo>
                  <a:pt x="200125" y="1740764"/>
                </a:lnTo>
                <a:lnTo>
                  <a:pt x="245150" y="1751852"/>
                </a:lnTo>
                <a:lnTo>
                  <a:pt x="292614" y="1755682"/>
                </a:lnTo>
                <a:lnTo>
                  <a:pt x="5178899" y="1755682"/>
                </a:lnTo>
                <a:lnTo>
                  <a:pt x="5226363" y="1751852"/>
                </a:lnTo>
                <a:lnTo>
                  <a:pt x="5271388" y="1740764"/>
                </a:lnTo>
                <a:lnTo>
                  <a:pt x="5313372" y="1723021"/>
                </a:lnTo>
                <a:lnTo>
                  <a:pt x="5351713" y="1699225"/>
                </a:lnTo>
                <a:lnTo>
                  <a:pt x="5385808" y="1669977"/>
                </a:lnTo>
                <a:lnTo>
                  <a:pt x="5415055" y="1635882"/>
                </a:lnTo>
                <a:lnTo>
                  <a:pt x="5438852" y="1597541"/>
                </a:lnTo>
                <a:lnTo>
                  <a:pt x="5456595" y="1555557"/>
                </a:lnTo>
                <a:lnTo>
                  <a:pt x="5467683" y="1510532"/>
                </a:lnTo>
                <a:lnTo>
                  <a:pt x="5471513" y="1463068"/>
                </a:lnTo>
                <a:lnTo>
                  <a:pt x="5471513" y="292613"/>
                </a:lnTo>
                <a:lnTo>
                  <a:pt x="5467683" y="245149"/>
                </a:lnTo>
                <a:lnTo>
                  <a:pt x="5456595" y="200124"/>
                </a:lnTo>
                <a:lnTo>
                  <a:pt x="5438852" y="158140"/>
                </a:lnTo>
                <a:lnTo>
                  <a:pt x="5415055" y="119799"/>
                </a:lnTo>
                <a:lnTo>
                  <a:pt x="5385808" y="85704"/>
                </a:lnTo>
                <a:lnTo>
                  <a:pt x="5351713" y="56457"/>
                </a:lnTo>
                <a:lnTo>
                  <a:pt x="5313372" y="32660"/>
                </a:lnTo>
                <a:lnTo>
                  <a:pt x="5271388" y="14917"/>
                </a:lnTo>
                <a:lnTo>
                  <a:pt x="5226363" y="3829"/>
                </a:lnTo>
                <a:lnTo>
                  <a:pt x="5178899" y="0"/>
                </a:lnTo>
                <a:close/>
              </a:path>
            </a:pathLst>
          </a:custGeom>
          <a:solidFill>
            <a:srgbClr val="E7E7E7"/>
          </a:solidFill>
        </p:spPr>
        <p:txBody>
          <a:bodyPr wrap="square" lIns="0" tIns="0" rIns="0" bIns="0" rtlCol="0"/>
          <a:lstStyle/>
          <a:p>
            <a:endParaRPr/>
          </a:p>
        </p:txBody>
      </p:sp>
      <p:sp>
        <p:nvSpPr>
          <p:cNvPr id="18" name="bk object 18"/>
          <p:cNvSpPr/>
          <p:nvPr/>
        </p:nvSpPr>
        <p:spPr>
          <a:xfrm>
            <a:off x="0" y="2510021"/>
            <a:ext cx="3783329" cy="3511550"/>
          </a:xfrm>
          <a:custGeom>
            <a:avLst/>
            <a:gdLst/>
            <a:ahLst/>
            <a:cxnLst/>
            <a:rect l="l" t="t" r="r" b="b"/>
            <a:pathLst>
              <a:path w="3783329" h="3511550">
                <a:moveTo>
                  <a:pt x="0" y="3511365"/>
                </a:moveTo>
                <a:lnTo>
                  <a:pt x="3783230" y="3511365"/>
                </a:lnTo>
                <a:lnTo>
                  <a:pt x="3783230" y="0"/>
                </a:lnTo>
                <a:lnTo>
                  <a:pt x="0" y="0"/>
                </a:lnTo>
                <a:lnTo>
                  <a:pt x="0" y="3511365"/>
                </a:lnTo>
                <a:close/>
              </a:path>
            </a:pathLst>
          </a:custGeom>
          <a:solidFill>
            <a:srgbClr val="E7E7E7"/>
          </a:solidFill>
        </p:spPr>
        <p:txBody>
          <a:bodyPr wrap="square" lIns="0" tIns="0" rIns="0" bIns="0" rtlCol="0"/>
          <a:lstStyle/>
          <a:p>
            <a:endParaRPr/>
          </a:p>
        </p:txBody>
      </p:sp>
      <p:sp>
        <p:nvSpPr>
          <p:cNvPr id="19" name="bk object 19"/>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59" y="1577340"/>
            <a:ext cx="3977640" cy="4526280"/>
          </a:xfrm>
          <a:prstGeom prst="rect">
            <a:avLst/>
          </a:prstGeom>
        </p:spPr>
        <p:txBody>
          <a:bodyPr wrap="square" lIns="0" tIns="0" rIns="0" bIns="0">
            <a:spAutoFit/>
          </a:bodyPr>
          <a:lstStyle>
            <a:lvl1pPr>
              <a:defRPr/>
            </a:lvl1pPr>
          </a:lstStyle>
          <a:p>
            <a:endParaRPr/>
          </a:p>
        </p:txBody>
      </p:sp>
      <p:sp>
        <p:nvSpPr>
          <p:cNvPr id="8" name="www.monash.edu.au">
            <a:extLst>
              <a:ext uri="{FF2B5EF4-FFF2-40B4-BE49-F238E27FC236}">
                <a16:creationId xmlns:a16="http://schemas.microsoft.com/office/drawing/2014/main" id="{A0082AB9-212E-FAF0-817F-06CA920BCDA5}"/>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9" name="Slide Number">
            <a:extLst>
              <a:ext uri="{FF2B5EF4-FFF2-40B4-BE49-F238E27FC236}">
                <a16:creationId xmlns:a16="http://schemas.microsoft.com/office/drawing/2014/main" id="{38F8C476-61DF-6B41-9027-9B6A19531CB8}"/>
              </a:ext>
            </a:extLst>
          </p:cNvPr>
          <p:cNvSpPr txBox="1">
            <a:spLocks noGrp="1"/>
          </p:cNvSpPr>
          <p:nvPr>
            <p:ph type="sldNum" sz="quarter" idx="10"/>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10" name="Holder 5">
            <a:extLst>
              <a:ext uri="{FF2B5EF4-FFF2-40B4-BE49-F238E27FC236}">
                <a16:creationId xmlns:a16="http://schemas.microsoft.com/office/drawing/2014/main" id="{CAD90297-F6F6-5BD4-660A-39FC54239504}"/>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6858000"/>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5" name="www.monash.edu.au">
            <a:extLst>
              <a:ext uri="{FF2B5EF4-FFF2-40B4-BE49-F238E27FC236}">
                <a16:creationId xmlns:a16="http://schemas.microsoft.com/office/drawing/2014/main" id="{009856EF-78AA-DECA-5E17-E630FD468F0A}"/>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6" name="Slide Number">
            <a:extLst>
              <a:ext uri="{FF2B5EF4-FFF2-40B4-BE49-F238E27FC236}">
                <a16:creationId xmlns:a16="http://schemas.microsoft.com/office/drawing/2014/main" id="{EFC2CDB3-8F1D-4FE0-59EE-86A3635F60E0}"/>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7" name="Holder 5">
            <a:extLst>
              <a:ext uri="{FF2B5EF4-FFF2-40B4-BE49-F238E27FC236}">
                <a16:creationId xmlns:a16="http://schemas.microsoft.com/office/drawing/2014/main" id="{C69D92DD-A035-8F01-AEAE-595718D4B8E2}"/>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mall footer">
    <p:spTree>
      <p:nvGrpSpPr>
        <p:cNvPr id="1" name=""/>
        <p:cNvGrpSpPr/>
        <p:nvPr/>
      </p:nvGrpSpPr>
      <p:grpSpPr>
        <a:xfrm>
          <a:off x="0" y="0"/>
          <a:ext cx="0" cy="0"/>
          <a:chOff x="0" y="0"/>
          <a:chExt cx="0" cy="0"/>
        </a:xfrm>
      </p:grpSpPr>
      <p:grpSp>
        <p:nvGrpSpPr>
          <p:cNvPr id="30" name="Group"/>
          <p:cNvGrpSpPr/>
          <p:nvPr/>
        </p:nvGrpSpPr>
        <p:grpSpPr>
          <a:xfrm>
            <a:off x="0" y="2636837"/>
            <a:ext cx="8515351" cy="3744914"/>
            <a:chOff x="0" y="0"/>
            <a:chExt cx="8515350" cy="3744912"/>
          </a:xfrm>
        </p:grpSpPr>
        <p:sp>
          <p:nvSpPr>
            <p:cNvPr id="27"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8"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29"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31" name="www.monash.edu.au"/>
          <p:cNvSpPr txBox="1"/>
          <p:nvPr/>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32" name="Line"/>
          <p:cNvSpPr/>
          <p:nvPr/>
        </p:nvSpPr>
        <p:spPr>
          <a:xfrm>
            <a:off x="0" y="24542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pic>
        <p:nvPicPr>
          <p:cNvPr id="33" name="A4 Mast_IT.jpg" descr="A4 Mast_IT.jpg"/>
          <p:cNvPicPr>
            <a:picLocks/>
          </p:cNvPicPr>
          <p:nvPr/>
        </p:nvPicPr>
        <p:blipFill>
          <a:blip r:embed="rId2"/>
          <a:stretch>
            <a:fillRect/>
          </a:stretch>
        </p:blipFill>
        <p:spPr>
          <a:xfrm>
            <a:off x="0" y="0"/>
            <a:ext cx="8847138" cy="1177925"/>
          </a:xfrm>
          <a:prstGeom prst="rect">
            <a:avLst/>
          </a:prstGeom>
          <a:ln w="12700">
            <a:miter lim="400000"/>
          </a:ln>
        </p:spPr>
      </p:pic>
      <p:sp>
        <p:nvSpPr>
          <p:cNvPr id="35" name="Title Text"/>
          <p:cNvSpPr txBox="1">
            <a:spLocks noGrp="1"/>
          </p:cNvSpPr>
          <p:nvPr>
            <p:ph type="title"/>
          </p:nvPr>
        </p:nvSpPr>
        <p:spPr>
          <a:prstGeom prst="rect">
            <a:avLst/>
          </a:prstGeom>
        </p:spPr>
        <p:txBody>
          <a:bodyPr/>
          <a:lstStyle/>
          <a:p>
            <a:r>
              <a:t>Title Text</a:t>
            </a:r>
          </a:p>
        </p:txBody>
      </p:sp>
      <p:sp>
        <p:nvSpPr>
          <p:cNvPr id="36" name="Body Level One…"/>
          <p:cNvSpPr txBox="1">
            <a:spLocks noGrp="1"/>
          </p:cNvSpPr>
          <p:nvPr>
            <p:ph type="body" idx="1"/>
          </p:nvPr>
        </p:nvSpPr>
        <p:spPr>
          <a:prstGeom prst="rect">
            <a:avLst/>
          </a:prstGeom>
        </p:spPr>
        <p:txBody>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37" name="Slide Numbe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2" name="Holder 5">
            <a:extLst>
              <a:ext uri="{FF2B5EF4-FFF2-40B4-BE49-F238E27FC236}">
                <a16:creationId xmlns:a16="http://schemas.microsoft.com/office/drawing/2014/main" id="{DB3F787B-2650-FFBD-FD7A-E2A4210FA0F7}"/>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Tree>
    <p:extLst>
      <p:ext uri="{BB962C8B-B14F-4D97-AF65-F5344CB8AC3E}">
        <p14:creationId xmlns:p14="http://schemas.microsoft.com/office/powerpoint/2010/main" val="1252486352"/>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itle &amp; Subtitle">
    <p:spTree>
      <p:nvGrpSpPr>
        <p:cNvPr id="1" name=""/>
        <p:cNvGrpSpPr/>
        <p:nvPr/>
      </p:nvGrpSpPr>
      <p:grpSpPr>
        <a:xfrm>
          <a:off x="0" y="0"/>
          <a:ext cx="0" cy="0"/>
          <a:chOff x="0" y="0"/>
          <a:chExt cx="0" cy="0"/>
        </a:xfrm>
      </p:grpSpPr>
      <p:sp>
        <p:nvSpPr>
          <p:cNvPr id="44" name="Title Text"/>
          <p:cNvSpPr txBox="1">
            <a:spLocks noGrp="1"/>
          </p:cNvSpPr>
          <p:nvPr>
            <p:ph type="title"/>
          </p:nvPr>
        </p:nvSpPr>
        <p:spPr>
          <a:xfrm>
            <a:off x="889000" y="1155700"/>
            <a:ext cx="7353300" cy="2324100"/>
          </a:xfrm>
          <a:prstGeom prst="rect">
            <a:avLst/>
          </a:prstGeom>
        </p:spPr>
        <p:txBody>
          <a:bodyPr anchor="b"/>
          <a:lstStyle>
            <a:lvl1pPr marL="0" marR="0" indent="0" algn="ctr" defTabSz="406400">
              <a:defRPr sz="5800">
                <a:uFillTx/>
                <a:latin typeface="+mj-lt"/>
                <a:ea typeface="+mj-ea"/>
                <a:cs typeface="+mj-cs"/>
                <a:sym typeface="Gill Sans"/>
              </a:defRPr>
            </a:lvl1pPr>
          </a:lstStyle>
          <a:p>
            <a:r>
              <a:t>Title Text</a:t>
            </a:r>
          </a:p>
        </p:txBody>
      </p:sp>
      <p:sp>
        <p:nvSpPr>
          <p:cNvPr id="45" name="Body Level One…"/>
          <p:cNvSpPr txBox="1">
            <a:spLocks noGrp="1"/>
          </p:cNvSpPr>
          <p:nvPr>
            <p:ph type="body" sz="quarter" idx="1"/>
          </p:nvPr>
        </p:nvSpPr>
        <p:spPr>
          <a:xfrm>
            <a:off x="889000" y="3530600"/>
            <a:ext cx="7353300" cy="800100"/>
          </a:xfrm>
          <a:prstGeom prst="rect">
            <a:avLst/>
          </a:prstGeom>
        </p:spPr>
        <p:txBody>
          <a:bodyPr/>
          <a:lstStyle>
            <a:lvl1pPr marL="0" marR="0" indent="0" algn="ctr" defTabSz="406400">
              <a:spcBef>
                <a:spcPts val="0"/>
              </a:spcBef>
              <a:buSzTx/>
              <a:buNone/>
              <a:defRPr sz="2400" b="0">
                <a:solidFill>
                  <a:srgbClr val="000000"/>
                </a:solidFill>
                <a:uFillTx/>
                <a:latin typeface="+mj-lt"/>
                <a:ea typeface="+mj-ea"/>
                <a:cs typeface="+mj-cs"/>
                <a:sym typeface="Gill Sans"/>
              </a:defRPr>
            </a:lvl1pPr>
            <a:lvl2pPr marL="0" marR="0" indent="0" algn="ctr" defTabSz="406400">
              <a:spcBef>
                <a:spcPts val="0"/>
              </a:spcBef>
              <a:buSzTx/>
              <a:buNone/>
              <a:defRPr sz="2400">
                <a:uFillTx/>
                <a:latin typeface="+mj-lt"/>
                <a:ea typeface="+mj-ea"/>
                <a:cs typeface="+mj-cs"/>
                <a:sym typeface="Gill Sans"/>
              </a:defRPr>
            </a:lvl2pPr>
            <a:lvl3pPr marL="0" marR="0" indent="0" algn="ctr" defTabSz="406400">
              <a:spcBef>
                <a:spcPts val="0"/>
              </a:spcBef>
              <a:buClrTx/>
              <a:buSzTx/>
              <a:buFontTx/>
              <a:buNone/>
              <a:defRPr>
                <a:uFillTx/>
                <a:latin typeface="+mj-lt"/>
                <a:ea typeface="+mj-ea"/>
                <a:cs typeface="+mj-cs"/>
                <a:sym typeface="Gill Sans"/>
              </a:defRPr>
            </a:lvl3pPr>
            <a:lvl4pPr marL="0" marR="0" indent="0" algn="ctr" defTabSz="406400">
              <a:spcBef>
                <a:spcPts val="0"/>
              </a:spcBef>
              <a:buSzTx/>
              <a:buNone/>
              <a:defRPr sz="2400">
                <a:uFillTx/>
                <a:latin typeface="+mj-lt"/>
                <a:ea typeface="+mj-ea"/>
                <a:cs typeface="+mj-cs"/>
                <a:sym typeface="Gill Sans"/>
              </a:defRPr>
            </a:lvl4pPr>
            <a:lvl5pPr marL="0" marR="0" indent="0" algn="ctr" defTabSz="406400">
              <a:spcBef>
                <a:spcPts val="0"/>
              </a:spcBef>
              <a:buSzTx/>
              <a:buNone/>
              <a:defRPr sz="2400">
                <a:uFillTx/>
                <a:latin typeface="+mj-lt"/>
                <a:ea typeface="+mj-ea"/>
                <a:cs typeface="+mj-cs"/>
                <a:sym typeface="Gill Sans"/>
              </a:defRPr>
            </a:lvl5p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6594326C-47C8-765C-E1AB-3AD36B8A17A2}"/>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3" name="www.monash.edu.au">
            <a:extLst>
              <a:ext uri="{FF2B5EF4-FFF2-40B4-BE49-F238E27FC236}">
                <a16:creationId xmlns:a16="http://schemas.microsoft.com/office/drawing/2014/main" id="{FCE6EDA5-8335-59CD-BDAF-6052DC1B27AF}"/>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4" name="Holder 5">
            <a:extLst>
              <a:ext uri="{FF2B5EF4-FFF2-40B4-BE49-F238E27FC236}">
                <a16:creationId xmlns:a16="http://schemas.microsoft.com/office/drawing/2014/main" id="{0FE018A2-E707-EA9F-7709-1749F33DF0D6}"/>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Tree>
    <p:extLst>
      <p:ext uri="{BB962C8B-B14F-4D97-AF65-F5344CB8AC3E}">
        <p14:creationId xmlns:p14="http://schemas.microsoft.com/office/powerpoint/2010/main" val="4161839366"/>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normal - no footer">
    <p:spTree>
      <p:nvGrpSpPr>
        <p:cNvPr id="1" name=""/>
        <p:cNvGrpSpPr/>
        <p:nvPr/>
      </p:nvGrpSpPr>
      <p:grpSpPr>
        <a:xfrm>
          <a:off x="0" y="0"/>
          <a:ext cx="0" cy="0"/>
          <a:chOff x="0" y="0"/>
          <a:chExt cx="0" cy="0"/>
        </a:xfrm>
      </p:grpSpPr>
      <p:sp>
        <p:nvSpPr>
          <p:cNvPr id="53" name="Body Level One…"/>
          <p:cNvSpPr txBox="1">
            <a:spLocks noGrp="1"/>
          </p:cNvSpPr>
          <p:nvPr>
            <p:ph type="body" idx="1"/>
          </p:nvPr>
        </p:nvSpPr>
        <p:spPr>
          <a:xfrm>
            <a:off x="488156" y="1844675"/>
            <a:ext cx="7607301" cy="5013325"/>
          </a:xfrm>
          <a:prstGeom prst="rect">
            <a:avLst/>
          </a:prstGeom>
        </p:spPr>
        <p:txBody>
          <a:bodyPr/>
          <a:lstStyle>
            <a:lvl1pPr marL="457472" indent="-318407">
              <a:defRPr sz="2600">
                <a:solidFill>
                  <a:srgbClr val="000000"/>
                </a:solidFill>
              </a:defRPr>
            </a:lvl1pPr>
            <a:lvl2pPr marL="925121" indent="-263769">
              <a:defRPr sz="2400"/>
            </a:lvl2pPr>
            <a:lvl3pPr marL="1336039" indent="-209550">
              <a:defRPr sz="2200"/>
            </a:lvl3pPr>
            <a:lvl4pPr marL="1740217" indent="-205739">
              <a:defRPr sz="1800"/>
            </a:lvl4pPr>
            <a:lvl5pPr marL="2148204" indent="-205739">
              <a:defRPr sz="1800"/>
            </a:lvl5pPr>
          </a:lstStyle>
          <a:p>
            <a:r>
              <a:t>Body Level One</a:t>
            </a:r>
          </a:p>
          <a:p>
            <a:pPr lvl="1"/>
            <a:r>
              <a:t>Body Level Two</a:t>
            </a:r>
          </a:p>
          <a:p>
            <a:pPr lvl="2"/>
            <a:r>
              <a:t>Body Level Three</a:t>
            </a:r>
          </a:p>
          <a:p>
            <a:pPr lvl="3"/>
            <a:r>
              <a:t>Body Level Four</a:t>
            </a:r>
          </a:p>
          <a:p>
            <a:pPr lvl="4"/>
            <a:r>
              <a:t>Body Level Five</a:t>
            </a:r>
          </a:p>
        </p:txBody>
      </p:sp>
      <p:sp>
        <p:nvSpPr>
          <p:cNvPr id="54" name="Title Text"/>
          <p:cNvSpPr txBox="1">
            <a:spLocks noGrp="1"/>
          </p:cNvSpPr>
          <p:nvPr>
            <p:ph type="title"/>
          </p:nvPr>
        </p:nvSpPr>
        <p:spPr>
          <a:xfrm>
            <a:off x="455414" y="-1"/>
            <a:ext cx="8229601" cy="1535114"/>
          </a:xfrm>
          <a:prstGeom prst="rect">
            <a:avLst/>
          </a:prstGeom>
        </p:spPr>
        <p:txBody>
          <a:bodyPr/>
          <a:lstStyle>
            <a:lvl1pPr>
              <a:defRPr sz="3000"/>
            </a:lvl1pPr>
          </a:lstStyle>
          <a:p>
            <a:r>
              <a:t>Title Text</a:t>
            </a:r>
          </a:p>
        </p:txBody>
      </p:sp>
      <p:sp>
        <p:nvSpPr>
          <p:cNvPr id="55" name="Line"/>
          <p:cNvSpPr/>
          <p:nvPr/>
        </p:nvSpPr>
        <p:spPr>
          <a:xfrm>
            <a:off x="565397" y="1257795"/>
            <a:ext cx="8013205" cy="1"/>
          </a:xfrm>
          <a:prstGeom prst="line">
            <a:avLst/>
          </a:prstGeom>
          <a:ln w="3175">
            <a:solidFill>
              <a:srgbClr val="000000"/>
            </a:solidFill>
            <a:miter lim="400000"/>
          </a:ln>
        </p:spPr>
        <p:txBody>
          <a:bodyPr lIns="50800" tIns="50800" rIns="50800" bIns="50800" anchor="ctr"/>
          <a:lstStyle/>
          <a:p>
            <a:pPr>
              <a:defRPr sz="2600">
                <a:solidFill>
                  <a:srgbClr val="FFFFFF"/>
                </a:solidFill>
                <a:effectLst>
                  <a:outerShdw blurRad="38100" dist="12700" dir="5400000" rotWithShape="0">
                    <a:srgbClr val="000000">
                      <a:alpha val="50000"/>
                    </a:srgbClr>
                  </a:outerShdw>
                </a:effectLst>
              </a:defRPr>
            </a:pPr>
            <a:endParaRPr/>
          </a:p>
        </p:txBody>
      </p:sp>
      <p:sp>
        <p:nvSpPr>
          <p:cNvPr id="2" name="Slide Number">
            <a:extLst>
              <a:ext uri="{FF2B5EF4-FFF2-40B4-BE49-F238E27FC236}">
                <a16:creationId xmlns:a16="http://schemas.microsoft.com/office/drawing/2014/main" id="{C8178CCA-E30A-0142-22B4-297E197AF055}"/>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3" name="www.monash.edu.au">
            <a:extLst>
              <a:ext uri="{FF2B5EF4-FFF2-40B4-BE49-F238E27FC236}">
                <a16:creationId xmlns:a16="http://schemas.microsoft.com/office/drawing/2014/main" id="{3B37A0AE-1541-0B10-723C-7A027AF1E9EA}"/>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4" name="Holder 5">
            <a:extLst>
              <a:ext uri="{FF2B5EF4-FFF2-40B4-BE49-F238E27FC236}">
                <a16:creationId xmlns:a16="http://schemas.microsoft.com/office/drawing/2014/main" id="{0BF30A43-39AB-A9BC-E1CC-A2B13E699239}"/>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Tree>
    <p:extLst>
      <p:ext uri="{BB962C8B-B14F-4D97-AF65-F5344CB8AC3E}">
        <p14:creationId xmlns:p14="http://schemas.microsoft.com/office/powerpoint/2010/main" val="292602185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normal">
    <p:spTree>
      <p:nvGrpSpPr>
        <p:cNvPr id="1" name=""/>
        <p:cNvGrpSpPr/>
        <p:nvPr/>
      </p:nvGrpSpPr>
      <p:grpSpPr>
        <a:xfrm>
          <a:off x="0" y="0"/>
          <a:ext cx="0" cy="0"/>
          <a:chOff x="0" y="0"/>
          <a:chExt cx="0" cy="0"/>
        </a:xfrm>
      </p:grpSpPr>
      <p:grpSp>
        <p:nvGrpSpPr>
          <p:cNvPr id="66" name="Group"/>
          <p:cNvGrpSpPr/>
          <p:nvPr/>
        </p:nvGrpSpPr>
        <p:grpSpPr>
          <a:xfrm>
            <a:off x="0" y="1362075"/>
            <a:ext cx="8515351" cy="4659313"/>
            <a:chOff x="0" y="0"/>
            <a:chExt cx="8515350" cy="4659312"/>
          </a:xfrm>
        </p:grpSpPr>
        <p:sp>
          <p:nvSpPr>
            <p:cNvPr id="63" name="Rectangle"/>
            <p:cNvSpPr/>
            <p:nvPr/>
          </p:nvSpPr>
          <p:spPr>
            <a:xfrm>
              <a:off x="0" y="0"/>
              <a:ext cx="8515350" cy="3984050"/>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4"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65" name="Rectangle"/>
            <p:cNvSpPr/>
            <p:nvPr/>
          </p:nvSpPr>
          <p:spPr>
            <a:xfrm>
              <a:off x="0" y="1147946"/>
              <a:ext cx="3783231" cy="3511367"/>
            </a:xfrm>
            <a:prstGeom prst="rect">
              <a:avLst/>
            </a:prstGeom>
            <a:solidFill>
              <a:srgbClr val="E7E7E7"/>
            </a:solidFill>
            <a:ln w="9525"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68" name="Line"/>
          <p:cNvSpPr/>
          <p:nvPr/>
        </p:nvSpPr>
        <p:spPr>
          <a:xfrm>
            <a:off x="0" y="1323975"/>
            <a:ext cx="8515350" cy="1588"/>
          </a:xfrm>
          <a:prstGeom prst="line">
            <a:avLst/>
          </a:prstGeom>
          <a:ln w="101600">
            <a:solidFill>
              <a:srgbClr val="794A8C"/>
            </a:solidFill>
          </a:ln>
        </p:spPr>
        <p:txBody>
          <a:bodyPr lIns="0" tIns="0" rIns="0" bIns="0"/>
          <a:lstStyle/>
          <a:p>
            <a:pPr algn="l" defTabSz="457200">
              <a:defRPr sz="1200">
                <a:latin typeface="Helvetica"/>
                <a:ea typeface="Helvetica"/>
                <a:cs typeface="Helvetica"/>
                <a:sym typeface="Helvetica"/>
              </a:defRPr>
            </a:pPr>
            <a:endParaRPr/>
          </a:p>
        </p:txBody>
      </p:sp>
      <p:sp>
        <p:nvSpPr>
          <p:cNvPr id="70" name="Title Text"/>
          <p:cNvSpPr txBox="1">
            <a:spLocks noGrp="1"/>
          </p:cNvSpPr>
          <p:nvPr>
            <p:ph type="title"/>
          </p:nvPr>
        </p:nvSpPr>
        <p:spPr>
          <a:prstGeom prst="rect">
            <a:avLst/>
          </a:prstGeom>
        </p:spPr>
        <p:txBody>
          <a:bodyPr/>
          <a:lstStyle/>
          <a:p>
            <a:r>
              <a:t>Title Text</a:t>
            </a:r>
          </a:p>
        </p:txBody>
      </p:sp>
      <p:sp>
        <p:nvSpPr>
          <p:cNvPr id="7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 name="Slide Number">
            <a:extLst>
              <a:ext uri="{FF2B5EF4-FFF2-40B4-BE49-F238E27FC236}">
                <a16:creationId xmlns:a16="http://schemas.microsoft.com/office/drawing/2014/main" id="{3C45F9E4-5BEB-6948-F8CF-3C29115FC191}"/>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4" name="www.monash.edu.au">
            <a:extLst>
              <a:ext uri="{FF2B5EF4-FFF2-40B4-BE49-F238E27FC236}">
                <a16:creationId xmlns:a16="http://schemas.microsoft.com/office/drawing/2014/main" id="{B531494C-4EA5-CC74-0BC8-C86C213D04DD}"/>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5" name="Holder 5">
            <a:extLst>
              <a:ext uri="{FF2B5EF4-FFF2-40B4-BE49-F238E27FC236}">
                <a16:creationId xmlns:a16="http://schemas.microsoft.com/office/drawing/2014/main" id="{9F9C374D-EC99-6398-336B-7FAC80D65F18}"/>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Tree>
    <p:extLst>
      <p:ext uri="{BB962C8B-B14F-4D97-AF65-F5344CB8AC3E}">
        <p14:creationId xmlns:p14="http://schemas.microsoft.com/office/powerpoint/2010/main" val="1331321434"/>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itle - Center">
    <p:spTree>
      <p:nvGrpSpPr>
        <p:cNvPr id="1" name=""/>
        <p:cNvGrpSpPr/>
        <p:nvPr/>
      </p:nvGrpSpPr>
      <p:grpSpPr>
        <a:xfrm>
          <a:off x="0" y="0"/>
          <a:ext cx="0" cy="0"/>
          <a:chOff x="0" y="0"/>
          <a:chExt cx="0" cy="0"/>
        </a:xfrm>
      </p:grpSpPr>
      <p:sp>
        <p:nvSpPr>
          <p:cNvPr id="79" name="Title Text"/>
          <p:cNvSpPr txBox="1">
            <a:spLocks noGrp="1"/>
          </p:cNvSpPr>
          <p:nvPr>
            <p:ph type="title"/>
          </p:nvPr>
        </p:nvSpPr>
        <p:spPr>
          <a:xfrm>
            <a:off x="1812726" y="2558355"/>
            <a:ext cx="5518548" cy="1741290"/>
          </a:xfrm>
          <a:prstGeom prst="rect">
            <a:avLst/>
          </a:prstGeom>
        </p:spPr>
        <p:txBody>
          <a:bodyPr lIns="26789" tIns="26789" rIns="26789" bIns="26789">
            <a:normAutofit/>
          </a:bodyPr>
          <a:lstStyle>
            <a:lvl1pPr marL="0" marR="0" indent="0" algn="ctr" defTabSz="410765">
              <a:defRPr sz="5600">
                <a:uFillTx/>
                <a:latin typeface="Helvetica Light"/>
                <a:ea typeface="Helvetica Light"/>
                <a:cs typeface="Helvetica Light"/>
                <a:sym typeface="Helvetica Light"/>
              </a:defRPr>
            </a:lvl1pPr>
          </a:lstStyle>
          <a:p>
            <a:r>
              <a:t>Title Text</a:t>
            </a:r>
          </a:p>
        </p:txBody>
      </p:sp>
      <p:sp>
        <p:nvSpPr>
          <p:cNvPr id="2" name="Slide Number">
            <a:extLst>
              <a:ext uri="{FF2B5EF4-FFF2-40B4-BE49-F238E27FC236}">
                <a16:creationId xmlns:a16="http://schemas.microsoft.com/office/drawing/2014/main" id="{ADDC5FF1-A624-1E24-9ED8-5D93F35E60E3}"/>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3" name="www.monash.edu.au">
            <a:extLst>
              <a:ext uri="{FF2B5EF4-FFF2-40B4-BE49-F238E27FC236}">
                <a16:creationId xmlns:a16="http://schemas.microsoft.com/office/drawing/2014/main" id="{11A7D92C-6F1D-9843-664F-0C120FB19EB2}"/>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4" name="Holder 5">
            <a:extLst>
              <a:ext uri="{FF2B5EF4-FFF2-40B4-BE49-F238E27FC236}">
                <a16:creationId xmlns:a16="http://schemas.microsoft.com/office/drawing/2014/main" id="{F64EAD79-E313-A233-DB43-C97EEDEE63EF}"/>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Tree>
    <p:extLst>
      <p:ext uri="{BB962C8B-B14F-4D97-AF65-F5344CB8AC3E}">
        <p14:creationId xmlns:p14="http://schemas.microsoft.com/office/powerpoint/2010/main" val="699460173"/>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87" name="Title Text"/>
          <p:cNvSpPr txBox="1">
            <a:spLocks noGrp="1"/>
          </p:cNvSpPr>
          <p:nvPr>
            <p:ph type="title"/>
          </p:nvPr>
        </p:nvSpPr>
        <p:spPr>
          <a:xfrm>
            <a:off x="669726" y="26789"/>
            <a:ext cx="7804548" cy="1134838"/>
          </a:xfrm>
          <a:prstGeom prst="rect">
            <a:avLst/>
          </a:prstGeom>
        </p:spPr>
        <p:txBody>
          <a:bodyPr lIns="35718" tIns="35718" rIns="35718" bIns="35718">
            <a:normAutofit/>
          </a:bodyPr>
          <a:lstStyle>
            <a:lvl1pPr marL="0" marR="0" indent="0" algn="ctr" defTabSz="410765">
              <a:defRPr sz="4400" b="1">
                <a:uFillTx/>
                <a:latin typeface="Helvetica"/>
                <a:ea typeface="Helvetica"/>
                <a:cs typeface="Helvetica"/>
                <a:sym typeface="Helvetica"/>
              </a:defRPr>
            </a:lvl1pPr>
          </a:lstStyle>
          <a:p>
            <a:r>
              <a:t>Title Text</a:t>
            </a:r>
          </a:p>
        </p:txBody>
      </p:sp>
      <p:sp>
        <p:nvSpPr>
          <p:cNvPr id="2" name="Slide Number">
            <a:extLst>
              <a:ext uri="{FF2B5EF4-FFF2-40B4-BE49-F238E27FC236}">
                <a16:creationId xmlns:a16="http://schemas.microsoft.com/office/drawing/2014/main" id="{8D240F42-515F-7243-BFFE-63148E30BE96}"/>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3" name="www.monash.edu.au">
            <a:extLst>
              <a:ext uri="{FF2B5EF4-FFF2-40B4-BE49-F238E27FC236}">
                <a16:creationId xmlns:a16="http://schemas.microsoft.com/office/drawing/2014/main" id="{3B7C9770-2A48-6B16-CC9D-53795C67336B}"/>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4" name="Holder 5">
            <a:extLst>
              <a:ext uri="{FF2B5EF4-FFF2-40B4-BE49-F238E27FC236}">
                <a16:creationId xmlns:a16="http://schemas.microsoft.com/office/drawing/2014/main" id="{85B1ED07-1625-C101-2440-D9146E5DAD39}"/>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Tree>
    <p:extLst>
      <p:ext uri="{BB962C8B-B14F-4D97-AF65-F5344CB8AC3E}">
        <p14:creationId xmlns:p14="http://schemas.microsoft.com/office/powerpoint/2010/main" val="866492280"/>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7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799" cy="1714500"/>
          </a:xfrm>
          <a:prstGeom prst="rect">
            <a:avLst/>
          </a:prstGeom>
        </p:spPr>
        <p:txBody>
          <a:bodyPr wrap="square" lIns="0" tIns="0" rIns="0" bIns="0">
            <a:spAutoFit/>
          </a:bodyPr>
          <a:lstStyle>
            <a:lvl1pPr>
              <a:defRPr/>
            </a:lvl1pPr>
          </a:lstStyle>
          <a:p>
            <a:endParaRPr/>
          </a:p>
        </p:txBody>
      </p:sp>
      <p:sp>
        <p:nvSpPr>
          <p:cNvPr id="7" name="Slide Number">
            <a:extLst>
              <a:ext uri="{FF2B5EF4-FFF2-40B4-BE49-F238E27FC236}">
                <a16:creationId xmlns:a16="http://schemas.microsoft.com/office/drawing/2014/main" id="{B81FB4D5-70D6-0BD5-4EF3-7A2FFA22BE4E}"/>
              </a:ext>
            </a:extLst>
          </p:cNvPr>
          <p:cNvSpPr txBox="1">
            <a:spLocks noGrp="1"/>
          </p:cNvSpPr>
          <p:nvPr>
            <p:ph type="sldNum" sz="quarter" idx="2"/>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8" name="www.monash.edu.au">
            <a:extLst>
              <a:ext uri="{FF2B5EF4-FFF2-40B4-BE49-F238E27FC236}">
                <a16:creationId xmlns:a16="http://schemas.microsoft.com/office/drawing/2014/main" id="{C4F3C320-31E0-DC4D-0714-55A40EDAC951}"/>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9" name="Holder 5">
            <a:extLst>
              <a:ext uri="{FF2B5EF4-FFF2-40B4-BE49-F238E27FC236}">
                <a16:creationId xmlns:a16="http://schemas.microsoft.com/office/drawing/2014/main" id="{64C34F56-6337-432A-5BCC-D197997EEA01}"/>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Tree>
    <p:extLst>
      <p:ext uri="{BB962C8B-B14F-4D97-AF65-F5344CB8AC3E}">
        <p14:creationId xmlns:p14="http://schemas.microsoft.com/office/powerpoint/2010/main" val="43449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7" name="Slide Number">
            <a:extLst>
              <a:ext uri="{FF2B5EF4-FFF2-40B4-BE49-F238E27FC236}">
                <a16:creationId xmlns:a16="http://schemas.microsoft.com/office/drawing/2014/main" id="{5A48DB36-D2BB-489F-D2BA-3F04A525228C}"/>
              </a:ext>
            </a:extLst>
          </p:cNvPr>
          <p:cNvSpPr txBox="1">
            <a:spLocks noGrp="1"/>
          </p:cNvSpPr>
          <p:nvPr>
            <p:ph type="sldNum" sz="quarter" idx="2"/>
          </p:nvPr>
        </p:nvSpPr>
        <p:spPr>
          <a:xfrm>
            <a:off x="8077585" y="6523831"/>
            <a:ext cx="1222551"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8" name="www.monash.edu.au">
            <a:extLst>
              <a:ext uri="{FF2B5EF4-FFF2-40B4-BE49-F238E27FC236}">
                <a16:creationId xmlns:a16="http://schemas.microsoft.com/office/drawing/2014/main" id="{CB84B521-D71F-F15B-C8DC-EB831B05AD79}"/>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9" name="Holder 5">
            <a:extLst>
              <a:ext uri="{FF2B5EF4-FFF2-40B4-BE49-F238E27FC236}">
                <a16:creationId xmlns:a16="http://schemas.microsoft.com/office/drawing/2014/main" id="{8E135182-D152-7F67-D843-958607400310}"/>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Tree>
    <p:extLst>
      <p:ext uri="{BB962C8B-B14F-4D97-AF65-F5344CB8AC3E}">
        <p14:creationId xmlns:p14="http://schemas.microsoft.com/office/powerpoint/2010/main" val="25113316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59"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
        <p:nvSpPr>
          <p:cNvPr id="8" name="Slide Number">
            <a:extLst>
              <a:ext uri="{FF2B5EF4-FFF2-40B4-BE49-F238E27FC236}">
                <a16:creationId xmlns:a16="http://schemas.microsoft.com/office/drawing/2014/main" id="{DD3C566B-1BD9-2174-9566-6408923A939C}"/>
              </a:ext>
            </a:extLst>
          </p:cNvPr>
          <p:cNvSpPr txBox="1">
            <a:spLocks noGrp="1"/>
          </p:cNvSpPr>
          <p:nvPr>
            <p:ph type="sldNum" sz="quarter" idx="10"/>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9" name="www.monash.edu.au">
            <a:extLst>
              <a:ext uri="{FF2B5EF4-FFF2-40B4-BE49-F238E27FC236}">
                <a16:creationId xmlns:a16="http://schemas.microsoft.com/office/drawing/2014/main" id="{8096BE00-949D-D10B-A286-01E55E25E322}"/>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Tree>
    <p:extLst>
      <p:ext uri="{BB962C8B-B14F-4D97-AF65-F5344CB8AC3E}">
        <p14:creationId xmlns:p14="http://schemas.microsoft.com/office/powerpoint/2010/main" val="15894308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6" name="Holder 5">
            <a:extLst>
              <a:ext uri="{FF2B5EF4-FFF2-40B4-BE49-F238E27FC236}">
                <a16:creationId xmlns:a16="http://schemas.microsoft.com/office/drawing/2014/main" id="{6FF727C3-0E60-FD1E-A0A1-69AD010947E1}"/>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
        <p:nvSpPr>
          <p:cNvPr id="7" name="Slide Number">
            <a:extLst>
              <a:ext uri="{FF2B5EF4-FFF2-40B4-BE49-F238E27FC236}">
                <a16:creationId xmlns:a16="http://schemas.microsoft.com/office/drawing/2014/main" id="{5B436E4F-12FC-D789-6EF3-5FA589EF8A04}"/>
              </a:ext>
            </a:extLst>
          </p:cNvPr>
          <p:cNvSpPr txBox="1">
            <a:spLocks noGrp="1"/>
          </p:cNvSpPr>
          <p:nvPr>
            <p:ph type="sldNum" sz="quarter" idx="10"/>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8" name="www.monash.edu.au">
            <a:extLst>
              <a:ext uri="{FF2B5EF4-FFF2-40B4-BE49-F238E27FC236}">
                <a16:creationId xmlns:a16="http://schemas.microsoft.com/office/drawing/2014/main" id="{D0CD25EB-37FF-8BE6-F8A8-F2E8AEF17E52}"/>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Tree>
    <p:extLst>
      <p:ext uri="{BB962C8B-B14F-4D97-AF65-F5344CB8AC3E}">
        <p14:creationId xmlns:p14="http://schemas.microsoft.com/office/powerpoint/2010/main" val="35954258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837"/>
            <a:ext cx="8515350" cy="3202305"/>
          </a:xfrm>
          <a:custGeom>
            <a:avLst/>
            <a:gdLst/>
            <a:ahLst/>
            <a:cxnLst/>
            <a:rect l="l" t="t" r="r" b="b"/>
            <a:pathLst>
              <a:path w="8515350" h="3202304">
                <a:moveTo>
                  <a:pt x="0" y="3202171"/>
                </a:moveTo>
                <a:lnTo>
                  <a:pt x="8515350" y="3202171"/>
                </a:lnTo>
                <a:lnTo>
                  <a:pt x="8515350" y="0"/>
                </a:lnTo>
                <a:lnTo>
                  <a:pt x="0" y="0"/>
                </a:lnTo>
                <a:lnTo>
                  <a:pt x="0" y="3202171"/>
                </a:lnTo>
                <a:close/>
              </a:path>
            </a:pathLst>
          </a:custGeom>
          <a:solidFill>
            <a:srgbClr val="E7E7E7"/>
          </a:solidFill>
        </p:spPr>
        <p:txBody>
          <a:bodyPr wrap="square" lIns="0" tIns="0" rIns="0" bIns="0" rtlCol="0"/>
          <a:lstStyle/>
          <a:p>
            <a:endParaRPr/>
          </a:p>
        </p:txBody>
      </p:sp>
      <p:sp>
        <p:nvSpPr>
          <p:cNvPr id="17" name="bk object 17"/>
          <p:cNvSpPr/>
          <p:nvPr/>
        </p:nvSpPr>
        <p:spPr>
          <a:xfrm>
            <a:off x="3043836" y="4970623"/>
            <a:ext cx="5471795" cy="1411605"/>
          </a:xfrm>
          <a:custGeom>
            <a:avLst/>
            <a:gdLst/>
            <a:ahLst/>
            <a:cxnLst/>
            <a:rect l="l" t="t" r="r" b="b"/>
            <a:pathLst>
              <a:path w="5471795" h="1411604">
                <a:moveTo>
                  <a:pt x="5236325" y="0"/>
                </a:moveTo>
                <a:lnTo>
                  <a:pt x="235187" y="0"/>
                </a:lnTo>
                <a:lnTo>
                  <a:pt x="215898" y="779"/>
                </a:lnTo>
                <a:lnTo>
                  <a:pt x="160850" y="11990"/>
                </a:lnTo>
                <a:lnTo>
                  <a:pt x="111300" y="35236"/>
                </a:lnTo>
                <a:lnTo>
                  <a:pt x="68884" y="68884"/>
                </a:lnTo>
                <a:lnTo>
                  <a:pt x="35236" y="111300"/>
                </a:lnTo>
                <a:lnTo>
                  <a:pt x="11990" y="160850"/>
                </a:lnTo>
                <a:lnTo>
                  <a:pt x="779" y="215898"/>
                </a:lnTo>
                <a:lnTo>
                  <a:pt x="0" y="235187"/>
                </a:lnTo>
                <a:lnTo>
                  <a:pt x="0" y="1175938"/>
                </a:lnTo>
                <a:lnTo>
                  <a:pt x="3078" y="1214087"/>
                </a:lnTo>
                <a:lnTo>
                  <a:pt x="18482" y="1267484"/>
                </a:lnTo>
                <a:lnTo>
                  <a:pt x="45377" y="1314837"/>
                </a:lnTo>
                <a:lnTo>
                  <a:pt x="82129" y="1354512"/>
                </a:lnTo>
                <a:lnTo>
                  <a:pt x="127105" y="1384875"/>
                </a:lnTo>
                <a:lnTo>
                  <a:pt x="178669" y="1404291"/>
                </a:lnTo>
                <a:lnTo>
                  <a:pt x="235187" y="1411126"/>
                </a:lnTo>
                <a:lnTo>
                  <a:pt x="5236325" y="1411126"/>
                </a:lnTo>
                <a:lnTo>
                  <a:pt x="5274474" y="1408048"/>
                </a:lnTo>
                <a:lnTo>
                  <a:pt x="5327871" y="1392644"/>
                </a:lnTo>
                <a:lnTo>
                  <a:pt x="5375224" y="1365748"/>
                </a:lnTo>
                <a:lnTo>
                  <a:pt x="5414899" y="1328996"/>
                </a:lnTo>
                <a:lnTo>
                  <a:pt x="5445261" y="1284020"/>
                </a:lnTo>
                <a:lnTo>
                  <a:pt x="5464677" y="1232456"/>
                </a:lnTo>
                <a:lnTo>
                  <a:pt x="5471513" y="1175938"/>
                </a:lnTo>
                <a:lnTo>
                  <a:pt x="5471513" y="235187"/>
                </a:lnTo>
                <a:lnTo>
                  <a:pt x="5468434" y="197038"/>
                </a:lnTo>
                <a:lnTo>
                  <a:pt x="5453030" y="143641"/>
                </a:lnTo>
                <a:lnTo>
                  <a:pt x="5426135" y="96288"/>
                </a:lnTo>
                <a:lnTo>
                  <a:pt x="5389383" y="56613"/>
                </a:lnTo>
                <a:lnTo>
                  <a:pt x="5344407" y="26251"/>
                </a:lnTo>
                <a:lnTo>
                  <a:pt x="5292843" y="6835"/>
                </a:lnTo>
                <a:lnTo>
                  <a:pt x="5236325" y="0"/>
                </a:lnTo>
                <a:close/>
              </a:path>
            </a:pathLst>
          </a:custGeom>
          <a:solidFill>
            <a:srgbClr val="E7E7E7"/>
          </a:solidFill>
        </p:spPr>
        <p:txBody>
          <a:bodyPr wrap="square" lIns="0" tIns="0" rIns="0" bIns="0" rtlCol="0"/>
          <a:lstStyle/>
          <a:p>
            <a:endParaRPr/>
          </a:p>
        </p:txBody>
      </p:sp>
      <p:sp>
        <p:nvSpPr>
          <p:cNvPr id="18" name="bk object 18"/>
          <p:cNvSpPr/>
          <p:nvPr/>
        </p:nvSpPr>
        <p:spPr>
          <a:xfrm>
            <a:off x="0" y="3559497"/>
            <a:ext cx="3783329" cy="2822575"/>
          </a:xfrm>
          <a:custGeom>
            <a:avLst/>
            <a:gdLst/>
            <a:ahLst/>
            <a:cxnLst/>
            <a:rect l="l" t="t" r="r" b="b"/>
            <a:pathLst>
              <a:path w="3783329" h="2822575">
                <a:moveTo>
                  <a:pt x="0" y="2822252"/>
                </a:moveTo>
                <a:lnTo>
                  <a:pt x="3783230" y="2822252"/>
                </a:lnTo>
                <a:lnTo>
                  <a:pt x="3783230" y="0"/>
                </a:lnTo>
                <a:lnTo>
                  <a:pt x="0" y="0"/>
                </a:lnTo>
                <a:lnTo>
                  <a:pt x="0" y="2822252"/>
                </a:lnTo>
                <a:close/>
              </a:path>
            </a:pathLst>
          </a:custGeom>
          <a:solidFill>
            <a:srgbClr val="E7E7E7"/>
          </a:solidFill>
        </p:spPr>
        <p:txBody>
          <a:bodyPr wrap="square" lIns="0" tIns="0" rIns="0" bIns="0" rtlCol="0"/>
          <a:lstStyle/>
          <a:p>
            <a:endParaRPr/>
          </a:p>
        </p:txBody>
      </p:sp>
      <p:sp>
        <p:nvSpPr>
          <p:cNvPr id="5" name="Holder 5">
            <a:extLst>
              <a:ext uri="{FF2B5EF4-FFF2-40B4-BE49-F238E27FC236}">
                <a16:creationId xmlns:a16="http://schemas.microsoft.com/office/drawing/2014/main" id="{5E9AAD46-FAE4-CA0C-C8D6-F75B248C12B5}"/>
              </a:ext>
            </a:extLst>
          </p:cNvPr>
          <p:cNvSpPr>
            <a:spLocks noGrp="1"/>
          </p:cNvSpPr>
          <p:nvPr>
            <p:ph type="ftr" sz="quarter" idx="5"/>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
        <p:nvSpPr>
          <p:cNvPr id="6" name="Slide Number">
            <a:extLst>
              <a:ext uri="{FF2B5EF4-FFF2-40B4-BE49-F238E27FC236}">
                <a16:creationId xmlns:a16="http://schemas.microsoft.com/office/drawing/2014/main" id="{1D6BE6B6-946D-20DB-9F20-2E1274F5EB76}"/>
              </a:ext>
            </a:extLst>
          </p:cNvPr>
          <p:cNvSpPr txBox="1">
            <a:spLocks noGrp="1"/>
          </p:cNvSpPr>
          <p:nvPr>
            <p:ph type="sldNum" sz="quarter" idx="10"/>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7" name="www.monash.edu.au">
            <a:extLst>
              <a:ext uri="{FF2B5EF4-FFF2-40B4-BE49-F238E27FC236}">
                <a16:creationId xmlns:a16="http://schemas.microsoft.com/office/drawing/2014/main" id="{B47F0D60-0347-EA89-71FF-D30E82D52B1C}"/>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Tree>
    <p:extLst>
      <p:ext uri="{BB962C8B-B14F-4D97-AF65-F5344CB8AC3E}">
        <p14:creationId xmlns:p14="http://schemas.microsoft.com/office/powerpoint/2010/main" val="17958149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362075"/>
            <a:ext cx="8515350" cy="3984625"/>
          </a:xfrm>
          <a:custGeom>
            <a:avLst/>
            <a:gdLst/>
            <a:ahLst/>
            <a:cxnLst/>
            <a:rect l="l" t="t" r="r" b="b"/>
            <a:pathLst>
              <a:path w="8515350" h="3984625">
                <a:moveTo>
                  <a:pt x="0" y="3984049"/>
                </a:moveTo>
                <a:lnTo>
                  <a:pt x="8515350" y="3984049"/>
                </a:lnTo>
                <a:lnTo>
                  <a:pt x="8515350" y="0"/>
                </a:lnTo>
                <a:lnTo>
                  <a:pt x="0" y="0"/>
                </a:lnTo>
                <a:lnTo>
                  <a:pt x="0" y="3984049"/>
                </a:lnTo>
                <a:close/>
              </a:path>
            </a:pathLst>
          </a:custGeom>
          <a:solidFill>
            <a:srgbClr val="E7E7E7"/>
          </a:solidFill>
        </p:spPr>
        <p:txBody>
          <a:bodyPr wrap="square" lIns="0" tIns="0" rIns="0" bIns="0" rtlCol="0"/>
          <a:lstStyle/>
          <a:p>
            <a:endParaRPr/>
          </a:p>
        </p:txBody>
      </p:sp>
      <p:sp>
        <p:nvSpPr>
          <p:cNvPr id="17" name="bk object 17"/>
          <p:cNvSpPr/>
          <p:nvPr/>
        </p:nvSpPr>
        <p:spPr>
          <a:xfrm>
            <a:off x="3043836" y="4265705"/>
            <a:ext cx="5471795" cy="1755775"/>
          </a:xfrm>
          <a:custGeom>
            <a:avLst/>
            <a:gdLst/>
            <a:ahLst/>
            <a:cxnLst/>
            <a:rect l="l" t="t" r="r" b="b"/>
            <a:pathLst>
              <a:path w="5471795" h="1755775">
                <a:moveTo>
                  <a:pt x="5178899" y="0"/>
                </a:moveTo>
                <a:lnTo>
                  <a:pt x="292614" y="0"/>
                </a:lnTo>
                <a:lnTo>
                  <a:pt x="268615" y="970"/>
                </a:lnTo>
                <a:lnTo>
                  <a:pt x="222295" y="8504"/>
                </a:lnTo>
                <a:lnTo>
                  <a:pt x="178715" y="22994"/>
                </a:lnTo>
                <a:lnTo>
                  <a:pt x="138477" y="43840"/>
                </a:lnTo>
                <a:lnTo>
                  <a:pt x="102184" y="70437"/>
                </a:lnTo>
                <a:lnTo>
                  <a:pt x="70437" y="102183"/>
                </a:lnTo>
                <a:lnTo>
                  <a:pt x="43840" y="138476"/>
                </a:lnTo>
                <a:lnTo>
                  <a:pt x="22995" y="178714"/>
                </a:lnTo>
                <a:lnTo>
                  <a:pt x="8504" y="222294"/>
                </a:lnTo>
                <a:lnTo>
                  <a:pt x="970" y="268614"/>
                </a:lnTo>
                <a:lnTo>
                  <a:pt x="0" y="292613"/>
                </a:lnTo>
                <a:lnTo>
                  <a:pt x="0" y="1463068"/>
                </a:lnTo>
                <a:lnTo>
                  <a:pt x="3829" y="1510532"/>
                </a:lnTo>
                <a:lnTo>
                  <a:pt x="14917" y="1555557"/>
                </a:lnTo>
                <a:lnTo>
                  <a:pt x="32661" y="1597541"/>
                </a:lnTo>
                <a:lnTo>
                  <a:pt x="56457" y="1635882"/>
                </a:lnTo>
                <a:lnTo>
                  <a:pt x="85704" y="1669977"/>
                </a:lnTo>
                <a:lnTo>
                  <a:pt x="119800" y="1699225"/>
                </a:lnTo>
                <a:lnTo>
                  <a:pt x="158141" y="1723021"/>
                </a:lnTo>
                <a:lnTo>
                  <a:pt x="200125" y="1740764"/>
                </a:lnTo>
                <a:lnTo>
                  <a:pt x="245150" y="1751852"/>
                </a:lnTo>
                <a:lnTo>
                  <a:pt x="292614" y="1755682"/>
                </a:lnTo>
                <a:lnTo>
                  <a:pt x="5178899" y="1755682"/>
                </a:lnTo>
                <a:lnTo>
                  <a:pt x="5226363" y="1751852"/>
                </a:lnTo>
                <a:lnTo>
                  <a:pt x="5271388" y="1740764"/>
                </a:lnTo>
                <a:lnTo>
                  <a:pt x="5313372" y="1723021"/>
                </a:lnTo>
                <a:lnTo>
                  <a:pt x="5351713" y="1699225"/>
                </a:lnTo>
                <a:lnTo>
                  <a:pt x="5385808" y="1669977"/>
                </a:lnTo>
                <a:lnTo>
                  <a:pt x="5415055" y="1635882"/>
                </a:lnTo>
                <a:lnTo>
                  <a:pt x="5438852" y="1597541"/>
                </a:lnTo>
                <a:lnTo>
                  <a:pt x="5456595" y="1555557"/>
                </a:lnTo>
                <a:lnTo>
                  <a:pt x="5467683" y="1510532"/>
                </a:lnTo>
                <a:lnTo>
                  <a:pt x="5471513" y="1463068"/>
                </a:lnTo>
                <a:lnTo>
                  <a:pt x="5471513" y="292613"/>
                </a:lnTo>
                <a:lnTo>
                  <a:pt x="5467683" y="245149"/>
                </a:lnTo>
                <a:lnTo>
                  <a:pt x="5456595" y="200124"/>
                </a:lnTo>
                <a:lnTo>
                  <a:pt x="5438852" y="158140"/>
                </a:lnTo>
                <a:lnTo>
                  <a:pt x="5415055" y="119799"/>
                </a:lnTo>
                <a:lnTo>
                  <a:pt x="5385808" y="85704"/>
                </a:lnTo>
                <a:lnTo>
                  <a:pt x="5351713" y="56457"/>
                </a:lnTo>
                <a:lnTo>
                  <a:pt x="5313372" y="32660"/>
                </a:lnTo>
                <a:lnTo>
                  <a:pt x="5271388" y="14917"/>
                </a:lnTo>
                <a:lnTo>
                  <a:pt x="5226363" y="3829"/>
                </a:lnTo>
                <a:lnTo>
                  <a:pt x="5178899" y="0"/>
                </a:lnTo>
                <a:close/>
              </a:path>
            </a:pathLst>
          </a:custGeom>
          <a:solidFill>
            <a:srgbClr val="E7E7E7"/>
          </a:solidFill>
        </p:spPr>
        <p:txBody>
          <a:bodyPr wrap="square" lIns="0" tIns="0" rIns="0" bIns="0" rtlCol="0"/>
          <a:lstStyle/>
          <a:p>
            <a:endParaRPr/>
          </a:p>
        </p:txBody>
      </p:sp>
      <p:sp>
        <p:nvSpPr>
          <p:cNvPr id="18" name="bk object 18"/>
          <p:cNvSpPr/>
          <p:nvPr/>
        </p:nvSpPr>
        <p:spPr>
          <a:xfrm>
            <a:off x="0" y="2510021"/>
            <a:ext cx="3783329" cy="3511550"/>
          </a:xfrm>
          <a:custGeom>
            <a:avLst/>
            <a:gdLst/>
            <a:ahLst/>
            <a:cxnLst/>
            <a:rect l="l" t="t" r="r" b="b"/>
            <a:pathLst>
              <a:path w="3783329" h="3511550">
                <a:moveTo>
                  <a:pt x="0" y="3511365"/>
                </a:moveTo>
                <a:lnTo>
                  <a:pt x="3783230" y="3511365"/>
                </a:lnTo>
                <a:lnTo>
                  <a:pt x="3783230" y="0"/>
                </a:lnTo>
                <a:lnTo>
                  <a:pt x="0" y="0"/>
                </a:lnTo>
                <a:lnTo>
                  <a:pt x="0" y="3511365"/>
                </a:lnTo>
                <a:close/>
              </a:path>
            </a:pathLst>
          </a:custGeom>
          <a:solidFill>
            <a:srgbClr val="E7E7E7"/>
          </a:solidFill>
        </p:spPr>
        <p:txBody>
          <a:bodyPr wrap="square" lIns="0" tIns="0" rIns="0" bIns="0" rtlCol="0"/>
          <a:lstStyle/>
          <a:p>
            <a:endParaRPr/>
          </a:p>
        </p:txBody>
      </p:sp>
      <p:sp>
        <p:nvSpPr>
          <p:cNvPr id="2" name="Holder 2"/>
          <p:cNvSpPr>
            <a:spLocks noGrp="1"/>
          </p:cNvSpPr>
          <p:nvPr>
            <p:ph type="title"/>
          </p:nvPr>
        </p:nvSpPr>
        <p:spPr>
          <a:xfrm>
            <a:off x="461327" y="574571"/>
            <a:ext cx="8221344" cy="431800"/>
          </a:xfrm>
          <a:prstGeom prst="rect">
            <a:avLst/>
          </a:prstGeom>
        </p:spPr>
        <p:txBody>
          <a:bodyPr wrap="square" lIns="0" tIns="0" rIns="0" bIns="0">
            <a:spAutoFit/>
          </a:bodyPr>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a:xfrm>
            <a:off x="380792" y="1913585"/>
            <a:ext cx="8382415" cy="3348354"/>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7" name="www.monash.edu.au">
            <a:extLst>
              <a:ext uri="{FF2B5EF4-FFF2-40B4-BE49-F238E27FC236}">
                <a16:creationId xmlns:a16="http://schemas.microsoft.com/office/drawing/2014/main" id="{53D50042-3E49-1DC5-6750-795D905ADDCE}"/>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8" name="Slide Number">
            <a:extLst>
              <a:ext uri="{FF2B5EF4-FFF2-40B4-BE49-F238E27FC236}">
                <a16:creationId xmlns:a16="http://schemas.microsoft.com/office/drawing/2014/main" id="{00FDC4CC-0E55-B75E-0FDC-9F2ED32660A8}"/>
              </a:ext>
            </a:extLst>
          </p:cNvPr>
          <p:cNvSpPr txBox="1">
            <a:spLocks noGrp="1"/>
          </p:cNvSpPr>
          <p:nvPr>
            <p:ph type="sldNum" sz="quarter" idx="4"/>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9" name="Holder 5">
            <a:extLst>
              <a:ext uri="{FF2B5EF4-FFF2-40B4-BE49-F238E27FC236}">
                <a16:creationId xmlns:a16="http://schemas.microsoft.com/office/drawing/2014/main" id="{34BDD84F-0BCD-E357-A74A-9696F6211C85}"/>
              </a:ext>
            </a:extLst>
          </p:cNvPr>
          <p:cNvSpPr>
            <a:spLocks noGrp="1"/>
          </p:cNvSpPr>
          <p:nvPr>
            <p:ph type="ftr" sz="quarter" idx="3"/>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 name="Group"/>
          <p:cNvGrpSpPr/>
          <p:nvPr/>
        </p:nvGrpSpPr>
        <p:grpSpPr>
          <a:xfrm>
            <a:off x="0" y="1362075"/>
            <a:ext cx="8515351" cy="4659313"/>
            <a:chOff x="0" y="0"/>
            <a:chExt cx="8515350" cy="4659312"/>
          </a:xfrm>
        </p:grpSpPr>
        <p:sp>
          <p:nvSpPr>
            <p:cNvPr id="2" name="Rectangle"/>
            <p:cNvSpPr/>
            <p:nvPr/>
          </p:nvSpPr>
          <p:spPr>
            <a:xfrm>
              <a:off x="0" y="0"/>
              <a:ext cx="8515350" cy="3984050"/>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3" name="Rounded Rectangle"/>
            <p:cNvSpPr/>
            <p:nvPr/>
          </p:nvSpPr>
          <p:spPr>
            <a:xfrm>
              <a:off x="3043837" y="2903629"/>
              <a:ext cx="5471514" cy="1755684"/>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sp>
          <p:nvSpPr>
            <p:cNvPr id="4" name="Rectangle"/>
            <p:cNvSpPr/>
            <p:nvPr/>
          </p:nvSpPr>
          <p:spPr>
            <a:xfrm>
              <a:off x="0" y="1147946"/>
              <a:ext cx="3783231" cy="3511367"/>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algn="l" defTabSz="914400">
                <a:defRPr sz="1600">
                  <a:uFill>
                    <a:solidFill>
                      <a:srgbClr val="000000"/>
                    </a:solidFill>
                  </a:uFill>
                  <a:latin typeface="Comic Sans MS"/>
                  <a:ea typeface="Comic Sans MS"/>
                  <a:cs typeface="Comic Sans MS"/>
                  <a:sym typeface="Comic Sans MS"/>
                </a:defRPr>
              </a:pPr>
              <a:endParaRPr/>
            </a:p>
          </p:txBody>
        </p:sp>
      </p:grpSp>
      <p:sp>
        <p:nvSpPr>
          <p:cNvPr id="7" name="Line"/>
          <p:cNvSpPr/>
          <p:nvPr/>
        </p:nvSpPr>
        <p:spPr>
          <a:xfrm>
            <a:off x="0" y="1323975"/>
            <a:ext cx="8515350" cy="1588"/>
          </a:xfrm>
          <a:prstGeom prst="line">
            <a:avLst/>
          </a:prstGeom>
          <a:ln w="101600">
            <a:solidFill>
              <a:srgbClr val="794A8C"/>
            </a:solidFill>
          </a:ln>
        </p:spPr>
        <p:txBody>
          <a:bodyPr lIns="50800" tIns="50800" rIns="50800" bIns="50800" anchor="ctr"/>
          <a:lstStyle/>
          <a:p>
            <a:pPr algn="l" defTabSz="457200">
              <a:defRPr sz="1200">
                <a:latin typeface="Helvetica"/>
                <a:ea typeface="Helvetica"/>
                <a:cs typeface="Helvetica"/>
                <a:sym typeface="Helvetica"/>
              </a:defRPr>
            </a:pPr>
            <a:endParaRPr/>
          </a:p>
        </p:txBody>
      </p:sp>
      <p:sp>
        <p:nvSpPr>
          <p:cNvPr id="9" name="Title Text"/>
          <p:cNvSpPr txBox="1">
            <a:spLocks noGrp="1"/>
          </p:cNvSpPr>
          <p:nvPr>
            <p:ph type="title"/>
          </p:nvPr>
        </p:nvSpPr>
        <p:spPr>
          <a:xfrm>
            <a:off x="382587" y="0"/>
            <a:ext cx="8229601" cy="15351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lstStyle/>
          <a:p>
            <a:r>
              <a:t>Title Text</a:t>
            </a:r>
          </a:p>
        </p:txBody>
      </p:sp>
      <p:sp>
        <p:nvSpPr>
          <p:cNvPr id="10" name="Body Level One…"/>
          <p:cNvSpPr txBox="1">
            <a:spLocks noGrp="1"/>
          </p:cNvSpPr>
          <p:nvPr>
            <p:ph type="body" idx="1"/>
          </p:nvPr>
        </p:nvSpPr>
        <p:spPr>
          <a:xfrm>
            <a:off x="381000" y="1844675"/>
            <a:ext cx="7607300" cy="50133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lstStyle>
            <a:lvl2pPr marL="947102" indent="-285749">
              <a:buChar char="–"/>
              <a:defRPr sz="2600" b="0">
                <a:solidFill>
                  <a:srgbClr val="000000"/>
                </a:solidFill>
                <a:uFill>
                  <a:solidFill>
                    <a:srgbClr val="000000"/>
                  </a:solidFill>
                </a:uFill>
              </a:defRPr>
            </a:lvl2pPr>
            <a:lvl3pPr marL="1355089" indent="-228600">
              <a:spcBef>
                <a:spcPts val="500"/>
              </a:spcBef>
              <a:buClr>
                <a:srgbClr val="000000"/>
              </a:buClr>
              <a:buFont typeface="Arial"/>
              <a:buChar char="&gt;"/>
              <a:defRPr sz="2400" b="0">
                <a:solidFill>
                  <a:srgbClr val="000000"/>
                </a:solidFill>
                <a:uFill>
                  <a:solidFill>
                    <a:srgbClr val="000000"/>
                  </a:solidFill>
                </a:uFill>
              </a:defRPr>
            </a:lvl3pPr>
            <a:lvl4pPr marL="1763077" indent="-228600">
              <a:spcBef>
                <a:spcPts val="400"/>
              </a:spcBef>
              <a:buChar char="–"/>
              <a:defRPr sz="2000" b="0">
                <a:solidFill>
                  <a:srgbClr val="000000"/>
                </a:solidFill>
                <a:uFill>
                  <a:solidFill>
                    <a:srgbClr val="000000"/>
                  </a:solidFill>
                </a:uFill>
              </a:defRPr>
            </a:lvl4pPr>
            <a:lvl5pPr marL="2171064" indent="-228600">
              <a:spcBef>
                <a:spcPts val="400"/>
              </a:spcBef>
              <a:buChar char="»"/>
              <a:defRPr sz="2000" b="0">
                <a:solidFill>
                  <a:srgbClr val="000000"/>
                </a:solidFill>
                <a:uFill>
                  <a:solidFill>
                    <a:srgbClr val="000000"/>
                  </a:solidFill>
                </a:uFill>
              </a:defRPr>
            </a:lvl5pPr>
          </a:lstStyle>
          <a:p>
            <a:r>
              <a:t>Body Level One</a:t>
            </a:r>
          </a:p>
          <a:p>
            <a:pPr lvl="1"/>
            <a:r>
              <a:t>Body Level Two</a:t>
            </a:r>
          </a:p>
          <a:p>
            <a:pPr lvl="2"/>
            <a:r>
              <a:t>Body Level Three</a:t>
            </a:r>
          </a:p>
          <a:p>
            <a:pPr lvl="3"/>
            <a:r>
              <a:t>Body Level Four</a:t>
            </a:r>
          </a:p>
          <a:p>
            <a:pPr lvl="4"/>
            <a:r>
              <a:t>Body Level Five</a:t>
            </a:r>
          </a:p>
        </p:txBody>
      </p:sp>
      <p:sp>
        <p:nvSpPr>
          <p:cNvPr id="12" name="www.monash.edu.au">
            <a:extLst>
              <a:ext uri="{FF2B5EF4-FFF2-40B4-BE49-F238E27FC236}">
                <a16:creationId xmlns:a16="http://schemas.microsoft.com/office/drawing/2014/main" id="{6C5A1932-339F-2B59-AA68-9DC6C40F9AA6}"/>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13" name="Slide Number">
            <a:extLst>
              <a:ext uri="{FF2B5EF4-FFF2-40B4-BE49-F238E27FC236}">
                <a16:creationId xmlns:a16="http://schemas.microsoft.com/office/drawing/2014/main" id="{670A58DF-E724-EC06-E22C-E44FE03E2DB5}"/>
              </a:ext>
            </a:extLst>
          </p:cNvPr>
          <p:cNvSpPr txBox="1">
            <a:spLocks noGrp="1"/>
          </p:cNvSpPr>
          <p:nvPr>
            <p:ph type="sldNum" sz="quarter" idx="4"/>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14" name="Holder 5">
            <a:extLst>
              <a:ext uri="{FF2B5EF4-FFF2-40B4-BE49-F238E27FC236}">
                <a16:creationId xmlns:a16="http://schemas.microsoft.com/office/drawing/2014/main" id="{5DE556A7-82F5-38D7-3AE7-A005596FBCDD}"/>
              </a:ext>
            </a:extLst>
          </p:cNvPr>
          <p:cNvSpPr>
            <a:spLocks noGrp="1"/>
          </p:cNvSpPr>
          <p:nvPr>
            <p:ph type="ftr" sz="quarter" idx="3"/>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Tree>
    <p:extLst>
      <p:ext uri="{BB962C8B-B14F-4D97-AF65-F5344CB8AC3E}">
        <p14:creationId xmlns:p14="http://schemas.microsoft.com/office/powerpoint/2010/main" val="8755648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Lst>
  <p:transition spd="med"/>
  <p:hf hdr="0" dt="0"/>
  <p:txStyles>
    <p:titleStyle>
      <a:lvl1pPr marL="121602" marR="40639" indent="-80962"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1pPr>
      <a:lvl2pPr marL="121602" marR="40639" indent="147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2pPr>
      <a:lvl3pPr marL="121602" marR="40639" indent="376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3pPr>
      <a:lvl4pPr marL="121602" marR="40639" indent="604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4pPr>
      <a:lvl5pPr marL="121602" marR="40639" indent="8334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5pPr>
      <a:lvl6pPr marL="121602" marR="40639" indent="10620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6pPr>
      <a:lvl7pPr marL="121602" marR="40639" indent="12906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7pPr>
      <a:lvl8pPr marL="121602" marR="40639" indent="15192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8pPr>
      <a:lvl9pPr marL="121602" marR="40639" indent="1747837" algn="l" defTabSz="914400" rtl="0" latinLnBrk="0">
        <a:lnSpc>
          <a:spcPct val="100000"/>
        </a:lnSpc>
        <a:spcBef>
          <a:spcPts val="0"/>
        </a:spcBef>
        <a:spcAft>
          <a:spcPts val="0"/>
        </a:spcAft>
        <a:buClrTx/>
        <a:buSzTx/>
        <a:buFontTx/>
        <a:buNone/>
        <a:tabLst/>
        <a:defRPr sz="3200" b="0" i="0" u="none" strike="noStrike" cap="none" spc="0" baseline="0">
          <a:solidFill>
            <a:srgbClr val="000000"/>
          </a:solidFill>
          <a:uFill>
            <a:solidFill>
              <a:srgbClr val="000000"/>
            </a:solidFill>
          </a:uFill>
          <a:latin typeface="+mn-lt"/>
          <a:ea typeface="+mn-ea"/>
          <a:cs typeface="+mn-cs"/>
          <a:sym typeface="Arial"/>
        </a:defRPr>
      </a:lvl9pPr>
    </p:titleStyle>
    <p:bodyStyle>
      <a:lvl1pPr marL="481965" marR="40639" indent="-3429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1pPr>
      <a:lvl2pPr marL="969083" marR="40639" indent="-30773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2pPr>
      <a:lvl3pPr marL="1393189" marR="40639" indent="-266700"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3pPr>
      <a:lvl4pPr marL="1854517"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4pPr>
      <a:lvl5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5pPr>
      <a:lvl6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6pPr>
      <a:lvl7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7pPr>
      <a:lvl8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8pPr>
      <a:lvl9pPr marL="2262504" marR="40639" indent="-320039" algn="l" defTabSz="914400" rtl="0" latinLnBrk="0">
        <a:lnSpc>
          <a:spcPct val="100000"/>
        </a:lnSpc>
        <a:spcBef>
          <a:spcPts val="600"/>
        </a:spcBef>
        <a:spcAft>
          <a:spcPts val="0"/>
        </a:spcAft>
        <a:buClrTx/>
        <a:buSzPct val="100000"/>
        <a:buFontTx/>
        <a:buChar char="•"/>
        <a:tabLst/>
        <a:defRPr sz="2800" b="1" i="0" u="none" strike="noStrike" cap="none" spc="0" baseline="0">
          <a:solidFill>
            <a:srgbClr val="00669D"/>
          </a:solidFill>
          <a:uFill>
            <a:solidFill>
              <a:srgbClr val="00669D"/>
            </a:solidFill>
          </a:uFill>
          <a:latin typeface="+mn-lt"/>
          <a:ea typeface="+mn-ea"/>
          <a:cs typeface="+mn-cs"/>
          <a:sym typeface="Arial"/>
        </a:defRPr>
      </a:lvl9pPr>
    </p:bodyStyle>
    <p:otherStyle>
      <a:lvl1pPr marL="0" marR="0" indent="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1pPr>
      <a:lvl2pPr marL="0" marR="0" indent="228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2pPr>
      <a:lvl3pPr marL="0" marR="0" indent="457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3pPr>
      <a:lvl4pPr marL="0" marR="0" indent="685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4pPr>
      <a:lvl5pPr marL="0" marR="0" indent="9144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5pPr>
      <a:lvl6pPr marL="0" marR="0" indent="11430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6pPr>
      <a:lvl7pPr marL="0" marR="0" indent="13716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7pPr>
      <a:lvl8pPr marL="0" marR="0" indent="16002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8pPr>
      <a:lvl9pPr marL="0" marR="0" indent="1828800" algn="ctr" defTabSz="584200" latinLnBrk="0">
        <a:lnSpc>
          <a:spcPct val="100000"/>
        </a:lnSpc>
        <a:spcBef>
          <a:spcPts val="0"/>
        </a:spcBef>
        <a:spcAft>
          <a:spcPts val="0"/>
        </a:spcAft>
        <a:buClrTx/>
        <a:buSzTx/>
        <a:buFontTx/>
        <a:buNone/>
        <a:tabLst/>
        <a:defRPr sz="1000" b="0" i="0" u="none" strike="noStrike" cap="none" spc="0" baseline="0">
          <a:solidFill>
            <a:schemeClr val="tx1"/>
          </a:solidFill>
          <a:uFill>
            <a:solidFill>
              <a:srgbClr val="000000"/>
            </a:solidFill>
          </a:uFill>
          <a:latin typeface="+mn-lt"/>
          <a:ea typeface="+mn-ea"/>
          <a:cs typeface="+mn-cs"/>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1031776"/>
            <a:ext cx="9144000" cy="5016500"/>
          </a:xfrm>
          <a:custGeom>
            <a:avLst/>
            <a:gdLst/>
            <a:ahLst/>
            <a:cxnLst/>
            <a:rect l="l" t="t" r="r" b="b"/>
            <a:pathLst>
              <a:path w="9144000" h="5016500">
                <a:moveTo>
                  <a:pt x="0" y="0"/>
                </a:moveTo>
                <a:lnTo>
                  <a:pt x="0" y="5015981"/>
                </a:lnTo>
                <a:lnTo>
                  <a:pt x="9144000" y="5015981"/>
                </a:lnTo>
                <a:lnTo>
                  <a:pt x="9144000" y="0"/>
                </a:lnTo>
                <a:lnTo>
                  <a:pt x="0" y="0"/>
                </a:lnTo>
              </a:path>
            </a:pathLst>
          </a:custGeom>
          <a:solidFill>
            <a:srgbClr val="E7E7E7"/>
          </a:solidFill>
        </p:spPr>
        <p:txBody>
          <a:bodyPr wrap="square" lIns="0" tIns="0" rIns="0" bIns="0" rtlCol="0"/>
          <a:lstStyle/>
          <a:p>
            <a:endParaRPr/>
          </a:p>
        </p:txBody>
      </p:sp>
      <p:sp>
        <p:nvSpPr>
          <p:cNvPr id="17" name="bk object 17"/>
          <p:cNvSpPr/>
          <p:nvPr/>
        </p:nvSpPr>
        <p:spPr>
          <a:xfrm>
            <a:off x="3043759" y="4687493"/>
            <a:ext cx="6100445" cy="2171065"/>
          </a:xfrm>
          <a:custGeom>
            <a:avLst/>
            <a:gdLst/>
            <a:ahLst/>
            <a:cxnLst/>
            <a:rect l="l" t="t" r="r" b="b"/>
            <a:pathLst>
              <a:path w="6100445" h="2171065">
                <a:moveTo>
                  <a:pt x="6100240" y="0"/>
                </a:moveTo>
                <a:lnTo>
                  <a:pt x="368405" y="0"/>
                </a:lnTo>
                <a:lnTo>
                  <a:pt x="338190" y="1221"/>
                </a:lnTo>
                <a:lnTo>
                  <a:pt x="279873" y="10706"/>
                </a:lnTo>
                <a:lnTo>
                  <a:pt x="225005" y="28951"/>
                </a:lnTo>
                <a:lnTo>
                  <a:pt x="174344" y="55195"/>
                </a:lnTo>
                <a:lnTo>
                  <a:pt x="128650" y="88681"/>
                </a:lnTo>
                <a:lnTo>
                  <a:pt x="88681" y="128650"/>
                </a:lnTo>
                <a:lnTo>
                  <a:pt x="55195" y="174344"/>
                </a:lnTo>
                <a:lnTo>
                  <a:pt x="28951" y="225005"/>
                </a:lnTo>
                <a:lnTo>
                  <a:pt x="10706" y="279873"/>
                </a:lnTo>
                <a:lnTo>
                  <a:pt x="1221" y="338190"/>
                </a:lnTo>
                <a:lnTo>
                  <a:pt x="0" y="368405"/>
                </a:lnTo>
                <a:lnTo>
                  <a:pt x="0" y="1842026"/>
                </a:lnTo>
                <a:lnTo>
                  <a:pt x="4821" y="1901783"/>
                </a:lnTo>
                <a:lnTo>
                  <a:pt x="18781" y="1958471"/>
                </a:lnTo>
                <a:lnTo>
                  <a:pt x="41120" y="2011330"/>
                </a:lnTo>
                <a:lnTo>
                  <a:pt x="71080" y="2059601"/>
                </a:lnTo>
                <a:lnTo>
                  <a:pt x="107903" y="2102528"/>
                </a:lnTo>
                <a:lnTo>
                  <a:pt x="150829" y="2139351"/>
                </a:lnTo>
                <a:lnTo>
                  <a:pt x="199101" y="2169311"/>
                </a:lnTo>
                <a:lnTo>
                  <a:pt x="201645" y="2170506"/>
                </a:lnTo>
                <a:lnTo>
                  <a:pt x="6100240" y="2170506"/>
                </a:lnTo>
                <a:lnTo>
                  <a:pt x="6100240" y="0"/>
                </a:lnTo>
                <a:close/>
              </a:path>
            </a:pathLst>
          </a:custGeom>
          <a:solidFill>
            <a:srgbClr val="E7E7E7"/>
          </a:solidFill>
        </p:spPr>
        <p:txBody>
          <a:bodyPr wrap="square" lIns="0" tIns="0" rIns="0" bIns="0" rtlCol="0"/>
          <a:lstStyle/>
          <a:p>
            <a:endParaRPr/>
          </a:p>
        </p:txBody>
      </p:sp>
      <p:sp>
        <p:nvSpPr>
          <p:cNvPr id="18" name="bk object 18"/>
          <p:cNvSpPr/>
          <p:nvPr userDrawn="1"/>
        </p:nvSpPr>
        <p:spPr>
          <a:xfrm>
            <a:off x="0" y="2477060"/>
            <a:ext cx="3975100" cy="4381500"/>
          </a:xfrm>
          <a:custGeom>
            <a:avLst/>
            <a:gdLst/>
            <a:ahLst/>
            <a:cxnLst/>
            <a:rect l="l" t="t" r="r" b="b"/>
            <a:pathLst>
              <a:path w="3975100" h="4381500">
                <a:moveTo>
                  <a:pt x="0" y="4380939"/>
                </a:moveTo>
                <a:lnTo>
                  <a:pt x="3974667" y="4380939"/>
                </a:lnTo>
                <a:lnTo>
                  <a:pt x="3974667" y="0"/>
                </a:lnTo>
                <a:lnTo>
                  <a:pt x="0" y="0"/>
                </a:lnTo>
                <a:lnTo>
                  <a:pt x="0" y="4380939"/>
                </a:lnTo>
                <a:close/>
              </a:path>
            </a:pathLst>
          </a:custGeom>
          <a:solidFill>
            <a:srgbClr val="E7E7E7"/>
          </a:solidFill>
        </p:spPr>
        <p:txBody>
          <a:bodyPr wrap="square" lIns="0" tIns="0" rIns="0" bIns="0" rtlCol="0"/>
          <a:lstStyle/>
          <a:p>
            <a:endParaRPr/>
          </a:p>
        </p:txBody>
      </p:sp>
      <p:sp>
        <p:nvSpPr>
          <p:cNvPr id="2" name="Holder 2"/>
          <p:cNvSpPr>
            <a:spLocks noGrp="1"/>
          </p:cNvSpPr>
          <p:nvPr>
            <p:ph type="title"/>
          </p:nvPr>
        </p:nvSpPr>
        <p:spPr>
          <a:xfrm>
            <a:off x="205422" y="321268"/>
            <a:ext cx="8733155" cy="419100"/>
          </a:xfrm>
          <a:prstGeom prst="rect">
            <a:avLst/>
          </a:prstGeom>
        </p:spPr>
        <p:txBody>
          <a:bodyPr wrap="square" lIns="0" tIns="0" rIns="0" bIns="0">
            <a:spAutoFit/>
          </a:bodyPr>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a:xfrm>
            <a:off x="537527" y="2257080"/>
            <a:ext cx="8068944" cy="3146425"/>
          </a:xfrm>
          <a:prstGeom prst="rect">
            <a:avLst/>
          </a:prstGeom>
        </p:spPr>
        <p:txBody>
          <a:bodyPr wrap="square" lIns="0" tIns="0" rIns="0" bIns="0">
            <a:spAutoFit/>
          </a:bodyPr>
          <a:lstStyle>
            <a:lvl1pPr>
              <a:defRPr b="0" i="0">
                <a:solidFill>
                  <a:schemeClr val="tx1"/>
                </a:solidFill>
              </a:defRPr>
            </a:lvl1pPr>
          </a:lstStyle>
          <a:p>
            <a:endParaRPr/>
          </a:p>
        </p:txBody>
      </p:sp>
      <p:sp>
        <p:nvSpPr>
          <p:cNvPr id="7" name="Slide Number">
            <a:extLst>
              <a:ext uri="{FF2B5EF4-FFF2-40B4-BE49-F238E27FC236}">
                <a16:creationId xmlns:a16="http://schemas.microsoft.com/office/drawing/2014/main" id="{6AF57F92-91EC-1293-01D2-8A252937387E}"/>
              </a:ext>
            </a:extLst>
          </p:cNvPr>
          <p:cNvSpPr txBox="1">
            <a:spLocks noGrp="1"/>
          </p:cNvSpPr>
          <p:nvPr>
            <p:ph type="sldNum" sz="quarter" idx="4"/>
          </p:nvPr>
        </p:nvSpPr>
        <p:spPr>
          <a:xfrm>
            <a:off x="8133155" y="6523831"/>
            <a:ext cx="1111410" cy="410369"/>
          </a:xfrm>
          <a:prstGeom prst="rect">
            <a:avLst/>
          </a:prstGeom>
        </p:spPr>
        <p:txBody>
          <a:bodyPr/>
          <a:lstStyle>
            <a:lvl1pPr>
              <a:defRPr sz="2000">
                <a:solidFill>
                  <a:schemeClr val="tx1"/>
                </a:solidFill>
                <a:latin typeface="Comic Sans MS"/>
                <a:ea typeface="Comic Sans MS"/>
                <a:cs typeface="Comic Sans MS"/>
                <a:sym typeface="Comic Sans MS"/>
              </a:defRPr>
            </a:lvl1pPr>
          </a:lstStyle>
          <a:p>
            <a:fld id="{86CB4B4D-7CA3-9044-876B-883B54F8677D}" type="slidenum">
              <a:rPr lang="en-US" smtClean="0"/>
              <a:pPr/>
              <a:t>‹#›</a:t>
            </a:fld>
            <a:r>
              <a:rPr lang="en-US" dirty="0"/>
              <a:t>/33</a:t>
            </a:r>
          </a:p>
        </p:txBody>
      </p:sp>
      <p:sp>
        <p:nvSpPr>
          <p:cNvPr id="8" name="www.monash.edu.au">
            <a:extLst>
              <a:ext uri="{FF2B5EF4-FFF2-40B4-BE49-F238E27FC236}">
                <a16:creationId xmlns:a16="http://schemas.microsoft.com/office/drawing/2014/main" id="{19734120-63A6-2178-955A-F3D0EB3D81BD}"/>
              </a:ext>
            </a:extLst>
          </p:cNvPr>
          <p:cNvSpPr txBox="1"/>
          <p:nvPr userDrawn="1"/>
        </p:nvSpPr>
        <p:spPr>
          <a:xfrm>
            <a:off x="248562" y="6429772"/>
            <a:ext cx="1854675"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20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
        <p:nvSpPr>
          <p:cNvPr id="9" name="Holder 5">
            <a:extLst>
              <a:ext uri="{FF2B5EF4-FFF2-40B4-BE49-F238E27FC236}">
                <a16:creationId xmlns:a16="http://schemas.microsoft.com/office/drawing/2014/main" id="{0A4D69EA-9F05-3ABA-0960-31254A1E4640}"/>
              </a:ext>
            </a:extLst>
          </p:cNvPr>
          <p:cNvSpPr>
            <a:spLocks noGrp="1"/>
          </p:cNvSpPr>
          <p:nvPr>
            <p:ph type="ftr" sz="quarter" idx="3"/>
          </p:nvPr>
        </p:nvSpPr>
        <p:spPr>
          <a:xfrm>
            <a:off x="3108960" y="6515100"/>
            <a:ext cx="2926079" cy="342900"/>
          </a:xfrm>
          <a:prstGeom prst="rect">
            <a:avLst/>
          </a:prstGeom>
        </p:spPr>
        <p:txBody>
          <a:bodyPr lIns="0" tIns="0" rIns="0" bIns="0"/>
          <a:lstStyle>
            <a:lvl1pPr algn="ctr">
              <a:defRPr kumimoji="0" lang="en-US" sz="2000" b="0" i="0" u="none" strike="noStrike" kern="0" cap="none" spc="0" normalizeH="0" baseline="0" smtClean="0">
                <a:ln>
                  <a:noFill/>
                </a:ln>
                <a:solidFill>
                  <a:sysClr val="windowText" lastClr="000000"/>
                </a:solidFill>
                <a:effectLst>
                  <a:outerShdw blurRad="38100" dist="12700" dir="5400000" rotWithShape="0">
                    <a:srgbClr val="000000">
                      <a:alpha val="50000"/>
                    </a:srgbClr>
                  </a:outerShdw>
                </a:effectLst>
                <a:uLnTx/>
                <a:uFillTx/>
                <a:latin typeface="Gill Sans"/>
                <a:ea typeface="+mn-ea"/>
                <a:cs typeface="Arial"/>
                <a:sym typeface="Arial"/>
              </a:defRPr>
            </a:lvl1pPr>
          </a:lstStyle>
          <a:p>
            <a:pPr defTabSz="406400" hangingPunct="0">
              <a:defRPr/>
            </a:pPr>
            <a:r>
              <a:rPr lang="en-US" dirty="0"/>
              <a:t>Week-6</a:t>
            </a:r>
          </a:p>
        </p:txBody>
      </p:sp>
    </p:spTree>
    <p:extLst>
      <p:ext uri="{BB962C8B-B14F-4D97-AF65-F5344CB8AC3E}">
        <p14:creationId xmlns:p14="http://schemas.microsoft.com/office/powerpoint/2010/main" val="390167299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 name="Group"/>
          <p:cNvGrpSpPr/>
          <p:nvPr/>
        </p:nvGrpSpPr>
        <p:grpSpPr>
          <a:xfrm>
            <a:off x="0" y="2636837"/>
            <a:ext cx="8515351" cy="3744914"/>
            <a:chOff x="0" y="0"/>
            <a:chExt cx="8515350" cy="3744912"/>
          </a:xfrm>
        </p:grpSpPr>
        <p:sp>
          <p:nvSpPr>
            <p:cNvPr id="112" name="Rectangle"/>
            <p:cNvSpPr/>
            <p:nvPr/>
          </p:nvSpPr>
          <p:spPr>
            <a:xfrm>
              <a:off x="0" y="0"/>
              <a:ext cx="8515350" cy="3202172"/>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3" name="Rounded Rectangle"/>
            <p:cNvSpPr/>
            <p:nvPr/>
          </p:nvSpPr>
          <p:spPr>
            <a:xfrm>
              <a:off x="3043837" y="2333786"/>
              <a:ext cx="5471514" cy="1411127"/>
            </a:xfrm>
            <a:prstGeom prst="roundRect">
              <a:avLst>
                <a:gd name="adj" fmla="val 16667"/>
              </a:avLst>
            </a:prstGeom>
            <a:solidFill>
              <a:srgbClr val="E7E7E7"/>
            </a:solidFill>
            <a:ln w="9525" cap="flat">
              <a:noFill/>
              <a:round/>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sp>
          <p:nvSpPr>
            <p:cNvPr id="114" name="Rectangle"/>
            <p:cNvSpPr/>
            <p:nvPr/>
          </p:nvSpPr>
          <p:spPr>
            <a:xfrm>
              <a:off x="0" y="922659"/>
              <a:ext cx="3783231" cy="2822254"/>
            </a:xfrm>
            <a:prstGeom prst="rect">
              <a:avLst/>
            </a:prstGeom>
            <a:solidFill>
              <a:srgbClr val="E7E7E7"/>
            </a:solidFill>
            <a:ln w="12700" cap="flat">
              <a:noFill/>
              <a:miter lim="400000"/>
            </a:ln>
            <a:effectLst/>
          </p:spPr>
          <p:txBody>
            <a:bodyPr wrap="square" lIns="50800" tIns="50800" rIns="50800" bIns="50800" numCol="1" anchor="ctr">
              <a:noAutofit/>
            </a:bodyPr>
            <a:lstStyle/>
            <a:p>
              <a:pPr marL="40639" marR="40639" lvl="0" indent="0" algn="l" defTabSz="914400" rtl="0" eaLnBrk="1" fontAlgn="auto" latinLnBrk="0" hangingPunct="0">
                <a:lnSpc>
                  <a:spcPct val="100000"/>
                </a:lnSpc>
                <a:spcBef>
                  <a:spcPts val="0"/>
                </a:spcBef>
                <a:spcAft>
                  <a:spcPts val="0"/>
                </a:spcAft>
                <a:buClrTx/>
                <a:buSzTx/>
                <a:buFontTx/>
                <a:buNone/>
                <a:tabLst/>
                <a:defRPr sz="1600">
                  <a:uFill>
                    <a:solidFill>
                      <a:srgbClr val="000000"/>
                    </a:solidFill>
                  </a:uFill>
                  <a:latin typeface="Comic Sans MS"/>
                  <a:ea typeface="Comic Sans MS"/>
                  <a:cs typeface="Comic Sans MS"/>
                  <a:sym typeface="Comic Sans MS"/>
                </a:defRPr>
              </a:pPr>
              <a:endParaRPr kumimoji="0" sz="1600" b="0" i="0" u="none" strike="noStrike" kern="0" cap="none" spc="0" normalizeH="0" baseline="0" noProof="0">
                <a:ln>
                  <a:noFill/>
                </a:ln>
                <a:solidFill>
                  <a:srgbClr val="000000"/>
                </a:solidFill>
                <a:effectLst/>
                <a:uLnTx/>
                <a:uFill>
                  <a:solidFill>
                    <a:srgbClr val="000000"/>
                  </a:solidFill>
                </a:uFill>
                <a:latin typeface="Comic Sans MS"/>
                <a:sym typeface="Comic Sans MS"/>
              </a:endParaRPr>
            </a:p>
          </p:txBody>
        </p:sp>
      </p:grpSp>
      <p:sp>
        <p:nvSpPr>
          <p:cNvPr id="116" name="www.monash.edu.au"/>
          <p:cNvSpPr txBox="1"/>
          <p:nvPr/>
        </p:nvSpPr>
        <p:spPr>
          <a:xfrm>
            <a:off x="248562" y="6473180"/>
            <a:ext cx="2041288" cy="323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40639" marR="40639" lvl="0" indent="0" algn="ctr" defTabSz="914400" rtl="0" eaLnBrk="1" fontAlgn="auto" latinLnBrk="0" hangingPunct="0">
              <a:lnSpc>
                <a:spcPct val="100000"/>
              </a:lnSpc>
              <a:spcBef>
                <a:spcPts val="0"/>
              </a:spcBef>
              <a:spcAft>
                <a:spcPts val="0"/>
              </a:spcAft>
              <a:buClr>
                <a:srgbClr val="000000"/>
              </a:buClr>
              <a:buSzTx/>
              <a:buFont typeface="Arial"/>
              <a:buNone/>
              <a:tabLst/>
              <a:defRPr/>
            </a:pPr>
            <a:r>
              <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www.monash.edu.au</a:t>
            </a:r>
          </a:p>
        </p:txBody>
      </p:sp>
      <p:sp>
        <p:nvSpPr>
          <p:cNvPr id="117" name="Line"/>
          <p:cNvSpPr/>
          <p:nvPr/>
        </p:nvSpPr>
        <p:spPr>
          <a:xfrm>
            <a:off x="0" y="2454275"/>
            <a:ext cx="8515350" cy="1588"/>
          </a:xfrm>
          <a:prstGeom prst="line">
            <a:avLst/>
          </a:prstGeom>
          <a:ln w="101600">
            <a:solidFill>
              <a:srgbClr val="794A8C"/>
            </a:solidFill>
          </a:ln>
        </p:spPr>
        <p:txBody>
          <a:bodyPr lIns="50800" tIns="50800" rIns="50800" bIns="50800" anchor="ctr"/>
          <a:lstStyle/>
          <a:p>
            <a:pPr marL="0" marR="0" lvl="0" indent="0" algn="l" defTabSz="457200" rtl="0" eaLnBrk="1" fontAlgn="auto" latinLnBrk="0" hangingPunct="0">
              <a:lnSpc>
                <a:spcPct val="100000"/>
              </a:lnSpc>
              <a:spcBef>
                <a:spcPts val="0"/>
              </a:spcBef>
              <a:spcAft>
                <a:spcPts val="0"/>
              </a:spcAft>
              <a:buClrTx/>
              <a:buSzTx/>
              <a:buFontTx/>
              <a:buNone/>
              <a:tabLst/>
              <a:defRPr sz="1200">
                <a:latin typeface="Helvetica"/>
                <a:ea typeface="Helvetica"/>
                <a:cs typeface="Helvetica"/>
                <a:sym typeface="Helvetica"/>
              </a:defRPr>
            </a:pPr>
            <a:endParaRPr kumimoji="0" sz="1200" b="0" i="0" u="none" strike="noStrike" kern="0" cap="none" spc="0" normalizeH="0" baseline="0" noProof="0">
              <a:ln>
                <a:noFill/>
              </a:ln>
              <a:solidFill>
                <a:srgbClr val="000000"/>
              </a:solidFill>
              <a:effectLst/>
              <a:uLnTx/>
              <a:uFillTx/>
              <a:latin typeface="Helvetica"/>
              <a:cs typeface="Helvetica"/>
              <a:sym typeface="Helvetica"/>
            </a:endParaRPr>
          </a:p>
        </p:txBody>
      </p:sp>
      <p:pic>
        <p:nvPicPr>
          <p:cNvPr id="118" name="A4 Mast_IT.jpg" descr="A4 Mast_IT.jpg"/>
          <p:cNvPicPr>
            <a:picLocks/>
          </p:cNvPicPr>
          <p:nvPr/>
        </p:nvPicPr>
        <p:blipFill>
          <a:blip r:embed="rId2"/>
          <a:stretch>
            <a:fillRect/>
          </a:stretch>
        </p:blipFill>
        <p:spPr>
          <a:xfrm>
            <a:off x="0" y="0"/>
            <a:ext cx="8847138" cy="1177925"/>
          </a:xfrm>
          <a:prstGeom prst="rect">
            <a:avLst/>
          </a:prstGeom>
          <a:ln w="12700">
            <a:miter lim="400000"/>
          </a:ln>
        </p:spPr>
      </p:pic>
      <p:sp>
        <p:nvSpPr>
          <p:cNvPr id="119" name="Bernd Meyer, June 2022"/>
          <p:cNvSpPr txBox="1"/>
          <p:nvPr/>
        </p:nvSpPr>
        <p:spPr>
          <a:xfrm>
            <a:off x="3783231" y="6463657"/>
            <a:ext cx="4862229" cy="348813"/>
          </a:xfrm>
          <a:prstGeom prst="rect">
            <a:avLst/>
          </a:prstGeom>
          <a:solidFill>
            <a:schemeClr val="bg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marL="40639" marR="40639" defTabSz="914400">
              <a:buClr>
                <a:srgbClr val="000000"/>
              </a:buClr>
              <a:buFont typeface="Arial"/>
              <a:defRPr sz="1600">
                <a:uFill>
                  <a:solidFill>
                    <a:srgbClr val="000000"/>
                  </a:solidFill>
                </a:uFill>
                <a:latin typeface="+mn-lt"/>
                <a:ea typeface="+mn-ea"/>
                <a:cs typeface="+mn-cs"/>
                <a:sym typeface="Arial"/>
              </a:defRPr>
            </a:lvl1pPr>
          </a:lstStyle>
          <a:p>
            <a:pPr marL="40639" marR="40639" lvl="0" indent="0" algn="ctr" defTabSz="914400" rtl="0" eaLnBrk="1" fontAlgn="auto" latinLnBrk="0" hangingPunct="0">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Prepared by: </a:t>
            </a:r>
            <a:r>
              <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Bernd Meyer</a:t>
            </a:r>
            <a:r>
              <a:rPr kumimoji="0" lang="en-US"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rPr>
              <a:t>. Edited by: Fuad Noman</a:t>
            </a:r>
            <a:endParaRPr kumimoji="0" sz="1600" b="0" i="0" u="none" strike="noStrike" kern="0" cap="none" spc="0" normalizeH="0" baseline="0" noProof="0" dirty="0">
              <a:ln>
                <a:noFill/>
              </a:ln>
              <a:solidFill>
                <a:srgbClr val="000000"/>
              </a:solidFill>
              <a:effectLst/>
              <a:uLnTx/>
              <a:uFill>
                <a:solidFill>
                  <a:srgbClr val="000000"/>
                </a:solidFill>
              </a:uFill>
              <a:latin typeface="Arial"/>
              <a:cs typeface="Arial"/>
              <a:sym typeface="Arial"/>
            </a:endParaRPr>
          </a:p>
        </p:txBody>
      </p:sp>
      <p:grpSp>
        <p:nvGrpSpPr>
          <p:cNvPr id="8" name="Group 7">
            <a:extLst>
              <a:ext uri="{FF2B5EF4-FFF2-40B4-BE49-F238E27FC236}">
                <a16:creationId xmlns:a16="http://schemas.microsoft.com/office/drawing/2014/main" id="{3114DA78-F2DD-197D-60CB-7AF8BBF1D105}"/>
              </a:ext>
            </a:extLst>
          </p:cNvPr>
          <p:cNvGrpSpPr/>
          <p:nvPr/>
        </p:nvGrpSpPr>
        <p:grpSpPr>
          <a:xfrm>
            <a:off x="-1" y="2928396"/>
            <a:ext cx="8515351" cy="2877151"/>
            <a:chOff x="-1" y="2861721"/>
            <a:chExt cx="8515351" cy="2877151"/>
          </a:xfrm>
        </p:grpSpPr>
        <p:sp>
          <p:nvSpPr>
            <p:cNvPr id="4" name="Rectangle: Rounded Corners 3">
              <a:extLst>
                <a:ext uri="{FF2B5EF4-FFF2-40B4-BE49-F238E27FC236}">
                  <a16:creationId xmlns:a16="http://schemas.microsoft.com/office/drawing/2014/main" id="{3FD06BE4-3AF8-8CE0-5F0D-A028470D6239}"/>
                </a:ext>
              </a:extLst>
            </p:cNvPr>
            <p:cNvSpPr/>
            <p:nvPr/>
          </p:nvSpPr>
          <p:spPr>
            <a:xfrm>
              <a:off x="0" y="3062000"/>
              <a:ext cx="8515350" cy="1746962"/>
            </a:xfrm>
            <a:prstGeom prst="roundRect">
              <a:avLst>
                <a:gd name="adj" fmla="val 6304"/>
              </a:avLst>
            </a:prstGeom>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40639" marR="0" lvl="0" indent="0" algn="l" defTabSz="406400" rtl="0" eaLnBrk="1" fontAlgn="auto" latinLnBrk="0" hangingPunct="0">
                <a:lnSpc>
                  <a:spcPct val="100000"/>
                </a:lnSpc>
                <a:spcBef>
                  <a:spcPts val="0"/>
                </a:spcBef>
                <a:spcAft>
                  <a:spcPts val="0"/>
                </a:spcAft>
                <a:buClr>
                  <a:srgbClr val="00669D"/>
                </a:buClr>
                <a:buSzTx/>
                <a:buFont typeface="Arial"/>
                <a:buNone/>
                <a:tabLst/>
                <a:defRPr sz="3800" b="0"/>
              </a:pPr>
              <a:r>
                <a:rPr kumimoji="0" lang="en-US" sz="3200" b="0" i="0" u="none" strike="noStrike" kern="0" cap="none" spc="0" normalizeH="0" baseline="0" noProof="0" dirty="0">
                  <a:ln>
                    <a:noFill/>
                  </a:ln>
                  <a:solidFill>
                    <a:srgbClr val="00669D"/>
                  </a:solidFill>
                  <a:effectLst/>
                  <a:uLnTx/>
                  <a:uFillTx/>
                  <a:latin typeface="Arial"/>
                  <a:cs typeface="Arial"/>
                  <a:sym typeface="Gill Sans"/>
                </a:rPr>
                <a:t>Multi-agent System &amp; Collective </a:t>
              </a:r>
              <a:r>
                <a:rPr kumimoji="0" lang="en-US" sz="3200" b="0" i="0" u="none" strike="noStrike" kern="0" cap="none" spc="0" normalizeH="0" baseline="0" noProof="0" dirty="0" err="1">
                  <a:ln>
                    <a:noFill/>
                  </a:ln>
                  <a:solidFill>
                    <a:srgbClr val="00669D"/>
                  </a:solidFill>
                  <a:effectLst/>
                  <a:uLnTx/>
                  <a:uFillTx/>
                  <a:latin typeface="Arial"/>
                  <a:cs typeface="Arial"/>
                  <a:sym typeface="Gill Sans"/>
                </a:rPr>
                <a:t>Behaviour</a:t>
              </a:r>
              <a:endParaRPr kumimoji="0" lang="en-US" sz="3200" b="0" i="0" u="none" strike="noStrike" kern="0" cap="none" spc="0" normalizeH="0" baseline="0" noProof="0" dirty="0">
                <a:ln>
                  <a:noFill/>
                </a:ln>
                <a:solidFill>
                  <a:srgbClr val="00669D"/>
                </a:solidFill>
                <a:effectLst/>
                <a:uLnTx/>
                <a:uFillTx/>
                <a:latin typeface="Arial"/>
                <a:cs typeface="Arial"/>
                <a:sym typeface="Gill Sans"/>
              </a:endParaRPr>
            </a:p>
          </p:txBody>
        </p:sp>
        <p:sp>
          <p:nvSpPr>
            <p:cNvPr id="3" name="Rectangle: Rounded Corners 2">
              <a:extLst>
                <a:ext uri="{FF2B5EF4-FFF2-40B4-BE49-F238E27FC236}">
                  <a16:creationId xmlns:a16="http://schemas.microsoft.com/office/drawing/2014/main" id="{D5823C1E-60EB-A6B3-082D-9D63C8A75E10}"/>
                </a:ext>
              </a:extLst>
            </p:cNvPr>
            <p:cNvSpPr/>
            <p:nvPr/>
          </p:nvSpPr>
          <p:spPr>
            <a:xfrm>
              <a:off x="0" y="2861721"/>
              <a:ext cx="8515350" cy="590233"/>
            </a:xfrm>
            <a:prstGeom prst="roundRect">
              <a:avLst/>
            </a:prstGeom>
            <a:ln/>
          </p:spPr>
          <p:style>
            <a:lnRef idx="1">
              <a:schemeClr val="accent6"/>
            </a:lnRef>
            <a:fillRef idx="3">
              <a:schemeClr val="accent6"/>
            </a:fillRef>
            <a:effectRef idx="2">
              <a:schemeClr val="accent6"/>
            </a:effectRef>
            <a:fontRef idx="minor">
              <a:schemeClr val="lt1"/>
            </a:fontRef>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000000"/>
                  </a:solidFill>
                  <a:effectLst>
                    <a:outerShdw blurRad="38100" dist="12700" dir="5400000" rotWithShape="0">
                      <a:srgbClr val="000000">
                        <a:alpha val="50000"/>
                      </a:srgbClr>
                    </a:outerShdw>
                  </a:effectLst>
                  <a:uLnTx/>
                  <a:uFillTx/>
                  <a:latin typeface="Gill Sans"/>
                  <a:ea typeface="+mj-ea"/>
                  <a:cs typeface="+mj-cs"/>
                  <a:sym typeface="Gill Sans"/>
                </a:rPr>
                <a:t>FIT5226</a:t>
              </a:r>
            </a:p>
          </p:txBody>
        </p:sp>
        <p:sp>
          <p:nvSpPr>
            <p:cNvPr id="5" name="Rectangle: Rounded Corners 4">
              <a:extLst>
                <a:ext uri="{FF2B5EF4-FFF2-40B4-BE49-F238E27FC236}">
                  <a16:creationId xmlns:a16="http://schemas.microsoft.com/office/drawing/2014/main" id="{27C0F9C7-1BB5-C621-DF3D-960E0D7F059D}"/>
                </a:ext>
              </a:extLst>
            </p:cNvPr>
            <p:cNvSpPr/>
            <p:nvPr/>
          </p:nvSpPr>
          <p:spPr>
            <a:xfrm>
              <a:off x="-1" y="5126573"/>
              <a:ext cx="8515350" cy="612299"/>
            </a:xfrm>
            <a:prstGeom prst="roundRect">
              <a:avLst>
                <a:gd name="adj" fmla="val 6304"/>
              </a:avLst>
            </a:prstGeom>
            <a:ln/>
          </p:spPr>
          <p:style>
            <a:lnRef idx="1">
              <a:schemeClr val="accent6"/>
            </a:lnRef>
            <a:fillRef idx="2">
              <a:schemeClr val="accent6"/>
            </a:fillRef>
            <a:effectRef idx="1">
              <a:schemeClr val="accent6"/>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40639" marR="0" lvl="0" indent="0" algn="l" defTabSz="406400" rtl="0" eaLnBrk="1" fontAlgn="auto" latinLnBrk="0" hangingPunct="0">
                <a:lnSpc>
                  <a:spcPct val="100000"/>
                </a:lnSpc>
                <a:spcBef>
                  <a:spcPts val="0"/>
                </a:spcBef>
                <a:spcAft>
                  <a:spcPts val="0"/>
                </a:spcAft>
                <a:buClr>
                  <a:srgbClr val="00669D"/>
                </a:buClr>
                <a:buSzTx/>
                <a:buFont typeface="Arial"/>
                <a:buNone/>
                <a:tabLst/>
                <a:defRPr sz="3800" b="0"/>
              </a:pPr>
              <a:r>
                <a:rPr kumimoji="0" lang="en-US" sz="3200" b="0" i="0" u="none" strike="noStrike" kern="0" cap="none" spc="0" normalizeH="0" baseline="0" noProof="0" dirty="0">
                  <a:ln>
                    <a:noFill/>
                  </a:ln>
                  <a:solidFill>
                    <a:srgbClr val="000000"/>
                  </a:solidFill>
                  <a:effectLst/>
                  <a:uLnTx/>
                  <a:uFillTx/>
                  <a:latin typeface="Arial"/>
                  <a:cs typeface="Arial"/>
                  <a:sym typeface="Gill Sans"/>
                </a:rPr>
                <a:t>Week 6: </a:t>
              </a:r>
              <a:r>
                <a:rPr kumimoji="0" lang="en-US" sz="3200" b="0" i="0" u="none" strike="noStrike" kern="0" cap="none" spc="0" normalizeH="0" baseline="0" noProof="0" dirty="0">
                  <a:ln>
                    <a:noFill/>
                  </a:ln>
                  <a:solidFill>
                    <a:srgbClr val="00669D"/>
                  </a:solidFill>
                  <a:effectLst/>
                  <a:uLnTx/>
                  <a:uFillTx/>
                  <a:latin typeface="Arial"/>
                  <a:cs typeface="Arial"/>
                  <a:sym typeface="Gill Sans"/>
                </a:rPr>
                <a:t>Classical Game Theory (Into)</a:t>
              </a:r>
            </a:p>
          </p:txBody>
        </p:sp>
      </p:grpSp>
      <p:grpSp>
        <p:nvGrpSpPr>
          <p:cNvPr id="9" name="Group 8">
            <a:extLst>
              <a:ext uri="{FF2B5EF4-FFF2-40B4-BE49-F238E27FC236}">
                <a16:creationId xmlns:a16="http://schemas.microsoft.com/office/drawing/2014/main" id="{817441CB-1318-4AD4-AF99-F71F761D0AD4}"/>
              </a:ext>
            </a:extLst>
          </p:cNvPr>
          <p:cNvGrpSpPr/>
          <p:nvPr/>
        </p:nvGrpSpPr>
        <p:grpSpPr>
          <a:xfrm>
            <a:off x="-1" y="0"/>
            <a:ext cx="9144001" cy="1665952"/>
            <a:chOff x="-1" y="0"/>
            <a:chExt cx="9144001" cy="1665952"/>
          </a:xfrm>
        </p:grpSpPr>
        <p:sp>
          <p:nvSpPr>
            <p:cNvPr id="10" name="Rectangle 9">
              <a:extLst>
                <a:ext uri="{FF2B5EF4-FFF2-40B4-BE49-F238E27FC236}">
                  <a16:creationId xmlns:a16="http://schemas.microsoft.com/office/drawing/2014/main" id="{DD00D1C8-0A57-BB66-C5A4-97CFDD6617C8}"/>
                </a:ext>
              </a:extLst>
            </p:cNvPr>
            <p:cNvSpPr/>
            <p:nvPr/>
          </p:nvSpPr>
          <p:spPr>
            <a:xfrm>
              <a:off x="-1" y="0"/>
              <a:ext cx="9144001" cy="1384025"/>
            </a:xfrm>
            <a:prstGeom prst="rect">
              <a:avLst/>
            </a:prstGeom>
            <a:solidFill>
              <a:schemeClr val="accent1">
                <a:lumMod val="40000"/>
                <a:lumOff val="60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rgbClr val="FFFFFF"/>
                </a:solidFill>
                <a:effectLst>
                  <a:outerShdw blurRad="38100" dist="12700" dir="5400000" rotWithShape="0">
                    <a:srgbClr val="000000">
                      <a:alpha val="50000"/>
                    </a:srgbClr>
                  </a:outerShdw>
                </a:effectLst>
                <a:uLnTx/>
                <a:uFillTx/>
                <a:latin typeface="Gill Sans"/>
                <a:ea typeface="+mj-ea"/>
                <a:cs typeface="+mj-cs"/>
                <a:sym typeface="Gill Sans"/>
              </a:endParaRPr>
            </a:p>
          </p:txBody>
        </p:sp>
        <p:pic>
          <p:nvPicPr>
            <p:cNvPr id="11" name="Picture 10">
              <a:extLst>
                <a:ext uri="{FF2B5EF4-FFF2-40B4-BE49-F238E27FC236}">
                  <a16:creationId xmlns:a16="http://schemas.microsoft.com/office/drawing/2014/main" id="{9D564271-3153-39A5-52BF-51C810E855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3733"/>
              <a:ext cx="2819400" cy="1057275"/>
            </a:xfrm>
            <a:prstGeom prst="rect">
              <a:avLst/>
            </a:prstGeom>
          </p:spPr>
        </p:pic>
        <p:sp>
          <p:nvSpPr>
            <p:cNvPr id="12" name="Freeform: Shape 11">
              <a:extLst>
                <a:ext uri="{FF2B5EF4-FFF2-40B4-BE49-F238E27FC236}">
                  <a16:creationId xmlns:a16="http://schemas.microsoft.com/office/drawing/2014/main" id="{81A8EA92-9563-8281-5814-8C02F52AC127}"/>
                </a:ext>
              </a:extLst>
            </p:cNvPr>
            <p:cNvSpPr/>
            <p:nvPr/>
          </p:nvSpPr>
          <p:spPr>
            <a:xfrm>
              <a:off x="0" y="1378694"/>
              <a:ext cx="2612571" cy="287258"/>
            </a:xfrm>
            <a:custGeom>
              <a:avLst/>
              <a:gdLst>
                <a:gd name="connsiteX0" fmla="*/ 0 w 2612571"/>
                <a:gd name="connsiteY0" fmla="*/ 20096 h 271305"/>
                <a:gd name="connsiteX1" fmla="*/ 2612571 w 2612571"/>
                <a:gd name="connsiteY1" fmla="*/ 0 h 271305"/>
                <a:gd name="connsiteX2" fmla="*/ 2311121 w 2612571"/>
                <a:gd name="connsiteY2" fmla="*/ 271305 h 271305"/>
                <a:gd name="connsiteX3" fmla="*/ 0 w 2612571"/>
                <a:gd name="connsiteY3" fmla="*/ 271305 h 271305"/>
                <a:gd name="connsiteX4" fmla="*/ 0 w 2612571"/>
                <a:gd name="connsiteY4" fmla="*/ 20096 h 2713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2571" h="271305">
                  <a:moveTo>
                    <a:pt x="0" y="20096"/>
                  </a:moveTo>
                  <a:lnTo>
                    <a:pt x="2612571" y="0"/>
                  </a:lnTo>
                  <a:lnTo>
                    <a:pt x="2311121" y="271305"/>
                  </a:lnTo>
                  <a:lnTo>
                    <a:pt x="0" y="271305"/>
                  </a:lnTo>
                  <a:lnTo>
                    <a:pt x="0" y="20096"/>
                  </a:lnTo>
                  <a:close/>
                </a:path>
              </a:pathLst>
            </a:custGeom>
            <a:ln/>
          </p:spPr>
          <p:style>
            <a:lnRef idx="1">
              <a:schemeClr val="accent1"/>
            </a:lnRef>
            <a:fillRef idx="2">
              <a:schemeClr val="accent1"/>
            </a:fillRef>
            <a:effectRef idx="1">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sym typeface="Gill Sans"/>
                </a:rPr>
                <a:t>https://www.monash.edu.my/</a:t>
              </a:r>
            </a:p>
          </p:txBody>
        </p:sp>
        <p:sp>
          <p:nvSpPr>
            <p:cNvPr id="13" name="Freeform: Shape 12">
              <a:extLst>
                <a:ext uri="{FF2B5EF4-FFF2-40B4-BE49-F238E27FC236}">
                  <a16:creationId xmlns:a16="http://schemas.microsoft.com/office/drawing/2014/main" id="{66520DFF-4DC0-A65C-5567-CA95A784420F}"/>
                </a:ext>
              </a:extLst>
            </p:cNvPr>
            <p:cNvSpPr/>
            <p:nvPr/>
          </p:nvSpPr>
          <p:spPr>
            <a:xfrm>
              <a:off x="2602523" y="756083"/>
              <a:ext cx="6531429" cy="628131"/>
            </a:xfrm>
            <a:custGeom>
              <a:avLst/>
              <a:gdLst>
                <a:gd name="connsiteX0" fmla="*/ 0 w 6531429"/>
                <a:gd name="connsiteY0" fmla="*/ 683288 h 713433"/>
                <a:gd name="connsiteX1" fmla="*/ 703385 w 6531429"/>
                <a:gd name="connsiteY1" fmla="*/ 10049 h 713433"/>
                <a:gd name="connsiteX2" fmla="*/ 6531429 w 6531429"/>
                <a:gd name="connsiteY2" fmla="*/ 0 h 713433"/>
                <a:gd name="connsiteX3" fmla="*/ 6531429 w 6531429"/>
                <a:gd name="connsiteY3" fmla="*/ 713433 h 713433"/>
                <a:gd name="connsiteX4" fmla="*/ 0 w 6531429"/>
                <a:gd name="connsiteY4" fmla="*/ 683288 h 713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1429" h="713433">
                  <a:moveTo>
                    <a:pt x="0" y="683288"/>
                  </a:moveTo>
                  <a:lnTo>
                    <a:pt x="703385" y="10049"/>
                  </a:lnTo>
                  <a:lnTo>
                    <a:pt x="6531429" y="0"/>
                  </a:lnTo>
                  <a:lnTo>
                    <a:pt x="6531429" y="713433"/>
                  </a:lnTo>
                  <a:lnTo>
                    <a:pt x="0" y="683288"/>
                  </a:lnTo>
                  <a:close/>
                </a:path>
              </a:pathLst>
            </a:custGeom>
            <a:blipFill rotWithShape="1">
              <a:blip r:embed="rId4"/>
              <a:srcRect/>
              <a:tile tx="0" ty="0" sx="100000" sy="100000" flip="none" algn="tl"/>
            </a:blipFill>
            <a:ln w="12700" cap="flat">
              <a:noFill/>
              <a:miter lim="400000"/>
            </a:ln>
            <a:effectLst>
              <a:outerShdw blurRad="38100" dist="25400" dir="5400000" rotWithShape="0">
                <a:srgbClr val="000000">
                  <a:alpha val="50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06400" rtl="0" eaLnBrk="1"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000000"/>
                  </a:solidFill>
                  <a:effectLst>
                    <a:outerShdw blurRad="38100" dist="12700" dir="5400000" rotWithShape="0">
                      <a:srgbClr val="000000">
                        <a:alpha val="50000"/>
                      </a:srgbClr>
                    </a:outerShdw>
                  </a:effectLst>
                  <a:uLnTx/>
                  <a:uFillTx/>
                  <a:latin typeface="Gill Sans"/>
                  <a:ea typeface="+mj-ea"/>
                  <a:cs typeface="+mj-cs"/>
                  <a:sym typeface="Gill Sans"/>
                </a:rPr>
                <a:t>School of Information Technology</a:t>
              </a:r>
            </a:p>
          </p:txBody>
        </p:sp>
      </p:grpSp>
      <p:sp>
        <p:nvSpPr>
          <p:cNvPr id="14" name="Rectangle 13">
            <a:extLst>
              <a:ext uri="{FF2B5EF4-FFF2-40B4-BE49-F238E27FC236}">
                <a16:creationId xmlns:a16="http://schemas.microsoft.com/office/drawing/2014/main" id="{913E9839-CF4D-9C28-2391-50B73ADF7221}"/>
              </a:ext>
            </a:extLst>
          </p:cNvPr>
          <p:cNvSpPr/>
          <p:nvPr/>
        </p:nvSpPr>
        <p:spPr>
          <a:xfrm>
            <a:off x="911" y="6454685"/>
            <a:ext cx="2408913" cy="379591"/>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l" defTabSz="406400"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cs typeface="Arial"/>
                <a:sym typeface="Gill Sans"/>
              </a:rPr>
              <a:t>FIT5226-S2-2024</a:t>
            </a:r>
            <a:endParaRPr kumimoji="0" lang="en-US" sz="1800" b="0" i="0" u="none" strike="noStrike" kern="0" cap="none" spc="0" normalizeH="0" baseline="0" noProof="0" dirty="0">
              <a:ln>
                <a:noFill/>
              </a:ln>
              <a:solidFill>
                <a:sysClr val="windowText" lastClr="000000"/>
              </a:solidFill>
              <a:effectLst>
                <a:outerShdw blurRad="38100" dist="12700" dir="5400000" rotWithShape="0">
                  <a:srgbClr val="000000">
                    <a:alpha val="50000"/>
                  </a:srgbClr>
                </a:outerShdw>
              </a:effectLst>
              <a:uLnTx/>
              <a:uFillTx/>
              <a:latin typeface="Gill Sans"/>
              <a:ea typeface="+mj-ea"/>
              <a:cs typeface="+mj-cs"/>
              <a:sym typeface="Gill Sans"/>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88900">
            <a:solidFill>
              <a:srgbClr val="794A8C"/>
            </a:solidFill>
          </a:ln>
        </p:spPr>
        <p:txBody>
          <a:bodyPr wrap="square" lIns="0" tIns="0" rIns="0" bIns="0" rtlCol="0"/>
          <a:lstStyle/>
          <a:p>
            <a:endParaRPr/>
          </a:p>
        </p:txBody>
      </p:sp>
      <p:sp>
        <p:nvSpPr>
          <p:cNvPr id="4" name="object 4"/>
          <p:cNvSpPr txBox="1"/>
          <p:nvPr/>
        </p:nvSpPr>
        <p:spPr>
          <a:xfrm>
            <a:off x="419099" y="2104276"/>
            <a:ext cx="7418705" cy="1077218"/>
          </a:xfrm>
          <a:prstGeom prst="rect">
            <a:avLst/>
          </a:prstGeom>
        </p:spPr>
        <p:txBody>
          <a:bodyPr vert="horz" wrap="square" lIns="0" tIns="0" rIns="0" bIns="0" rtlCol="0">
            <a:spAutoFit/>
          </a:bodyPr>
          <a:lstStyle/>
          <a:p>
            <a:pPr marL="12700" marR="5080">
              <a:lnSpc>
                <a:spcPts val="2100"/>
              </a:lnSpc>
            </a:pPr>
            <a:r>
              <a:rPr sz="1800" spc="-10" dirty="0">
                <a:solidFill>
                  <a:srgbClr val="5284B0"/>
                </a:solidFill>
                <a:latin typeface="Arial"/>
                <a:cs typeface="Arial"/>
              </a:rPr>
              <a:t>This</a:t>
            </a:r>
            <a:r>
              <a:rPr sz="1800" spc="-5" dirty="0">
                <a:solidFill>
                  <a:srgbClr val="5284B0"/>
                </a:solidFill>
                <a:latin typeface="Arial"/>
                <a:cs typeface="Arial"/>
              </a:rPr>
              <a:t> </a:t>
            </a:r>
            <a:r>
              <a:rPr sz="1800" dirty="0">
                <a:solidFill>
                  <a:srgbClr val="5284B0"/>
                </a:solidFill>
                <a:latin typeface="Arial"/>
                <a:cs typeface="Arial"/>
              </a:rPr>
              <a:t>mater</a:t>
            </a:r>
            <a:r>
              <a:rPr sz="1800" spc="-5" dirty="0">
                <a:solidFill>
                  <a:srgbClr val="5284B0"/>
                </a:solidFill>
                <a:latin typeface="Arial"/>
                <a:cs typeface="Arial"/>
              </a:rPr>
              <a:t>i</a:t>
            </a:r>
            <a:r>
              <a:rPr sz="1800" dirty="0">
                <a:solidFill>
                  <a:srgbClr val="5284B0"/>
                </a:solidFill>
                <a:latin typeface="Arial"/>
                <a:cs typeface="Arial"/>
              </a:rPr>
              <a:t>a</a:t>
            </a:r>
            <a:r>
              <a:rPr sz="1800" spc="-5" dirty="0">
                <a:solidFill>
                  <a:srgbClr val="5284B0"/>
                </a:solidFill>
                <a:latin typeface="Arial"/>
                <a:cs typeface="Arial"/>
              </a:rPr>
              <a:t>l </a:t>
            </a:r>
            <a:r>
              <a:rPr sz="1800" spc="-10" dirty="0">
                <a:solidFill>
                  <a:srgbClr val="5284B0"/>
                </a:solidFill>
                <a:latin typeface="Arial"/>
                <a:cs typeface="Arial"/>
              </a:rPr>
              <a:t>in</a:t>
            </a:r>
            <a:r>
              <a:rPr sz="1800" dirty="0">
                <a:solidFill>
                  <a:srgbClr val="5284B0"/>
                </a:solidFill>
                <a:latin typeface="Arial"/>
                <a:cs typeface="Arial"/>
              </a:rPr>
              <a:t>c</a:t>
            </a:r>
            <a:r>
              <a:rPr sz="1800" spc="-10" dirty="0">
                <a:solidFill>
                  <a:srgbClr val="5284B0"/>
                </a:solidFill>
                <a:latin typeface="Arial"/>
                <a:cs typeface="Arial"/>
              </a:rPr>
              <a:t>lud</a:t>
            </a:r>
            <a:r>
              <a:rPr sz="1800" dirty="0">
                <a:solidFill>
                  <a:srgbClr val="5284B0"/>
                </a:solidFill>
                <a:latin typeface="Arial"/>
                <a:cs typeface="Arial"/>
              </a:rPr>
              <a:t>es</a:t>
            </a:r>
            <a:r>
              <a:rPr sz="1800" spc="-5" dirty="0">
                <a:solidFill>
                  <a:srgbClr val="5284B0"/>
                </a:solidFill>
                <a:latin typeface="Arial"/>
                <a:cs typeface="Arial"/>
              </a:rPr>
              <a:t> </a:t>
            </a:r>
            <a:r>
              <a:rPr sz="1800" dirty="0">
                <a:solidFill>
                  <a:srgbClr val="5284B0"/>
                </a:solidFill>
                <a:latin typeface="Arial"/>
                <a:cs typeface="Arial"/>
              </a:rPr>
              <a:t>c</a:t>
            </a:r>
            <a:r>
              <a:rPr sz="1800" spc="-15" dirty="0">
                <a:solidFill>
                  <a:srgbClr val="5284B0"/>
                </a:solidFill>
                <a:latin typeface="Arial"/>
                <a:cs typeface="Arial"/>
              </a:rPr>
              <a:t>on</a:t>
            </a:r>
            <a:r>
              <a:rPr sz="1800" dirty="0">
                <a:solidFill>
                  <a:srgbClr val="5284B0"/>
                </a:solidFill>
                <a:latin typeface="Arial"/>
                <a:cs typeface="Arial"/>
              </a:rPr>
              <a:t>te</a:t>
            </a:r>
            <a:r>
              <a:rPr sz="1800" spc="-15" dirty="0">
                <a:solidFill>
                  <a:srgbClr val="5284B0"/>
                </a:solidFill>
                <a:latin typeface="Arial"/>
                <a:cs typeface="Arial"/>
              </a:rPr>
              <a:t>n</a:t>
            </a:r>
            <a:r>
              <a:rPr sz="1800" dirty="0">
                <a:solidFill>
                  <a:srgbClr val="5284B0"/>
                </a:solidFill>
                <a:latin typeface="Arial"/>
                <a:cs typeface="Arial"/>
              </a:rPr>
              <a:t>t</a:t>
            </a:r>
            <a:r>
              <a:rPr sz="1800" spc="-5" dirty="0">
                <a:solidFill>
                  <a:srgbClr val="5284B0"/>
                </a:solidFill>
                <a:latin typeface="Arial"/>
                <a:cs typeface="Arial"/>
              </a:rPr>
              <a:t> </a:t>
            </a:r>
            <a:r>
              <a:rPr sz="1800" dirty="0">
                <a:solidFill>
                  <a:srgbClr val="5284B0"/>
                </a:solidFill>
                <a:latin typeface="Arial"/>
                <a:cs typeface="Arial"/>
              </a:rPr>
              <a:t>a</a:t>
            </a:r>
            <a:r>
              <a:rPr sz="1800" spc="-15" dirty="0">
                <a:solidFill>
                  <a:srgbClr val="5284B0"/>
                </a:solidFill>
                <a:latin typeface="Arial"/>
                <a:cs typeface="Arial"/>
              </a:rPr>
              <a:t>d</a:t>
            </a:r>
            <a:r>
              <a:rPr sz="1800" dirty="0">
                <a:solidFill>
                  <a:srgbClr val="5284B0"/>
                </a:solidFill>
                <a:latin typeface="Arial"/>
                <a:cs typeface="Arial"/>
              </a:rPr>
              <a:t>a</a:t>
            </a:r>
            <a:r>
              <a:rPr sz="1800" spc="-15" dirty="0">
                <a:solidFill>
                  <a:srgbClr val="5284B0"/>
                </a:solidFill>
                <a:latin typeface="Arial"/>
                <a:cs typeface="Arial"/>
              </a:rPr>
              <a:t>p</a:t>
            </a:r>
            <a:r>
              <a:rPr sz="1800" dirty="0">
                <a:solidFill>
                  <a:srgbClr val="5284B0"/>
                </a:solidFill>
                <a:latin typeface="Arial"/>
                <a:cs typeface="Arial"/>
              </a:rPr>
              <a:t>te</a:t>
            </a:r>
            <a:r>
              <a:rPr sz="1800" spc="-15" dirty="0">
                <a:solidFill>
                  <a:srgbClr val="5284B0"/>
                </a:solidFill>
                <a:latin typeface="Arial"/>
                <a:cs typeface="Arial"/>
              </a:rPr>
              <a:t>d</a:t>
            </a:r>
            <a:r>
              <a:rPr sz="1800" spc="-5" dirty="0">
                <a:solidFill>
                  <a:srgbClr val="5284B0"/>
                </a:solidFill>
                <a:latin typeface="Arial"/>
                <a:cs typeface="Arial"/>
              </a:rPr>
              <a:t> </a:t>
            </a:r>
            <a:r>
              <a:rPr sz="1800" dirty="0">
                <a:solidFill>
                  <a:srgbClr val="5284B0"/>
                </a:solidFill>
                <a:latin typeface="Arial"/>
                <a:cs typeface="Arial"/>
              </a:rPr>
              <a:t>fr</a:t>
            </a:r>
            <a:r>
              <a:rPr sz="1800" spc="-15" dirty="0">
                <a:solidFill>
                  <a:srgbClr val="5284B0"/>
                </a:solidFill>
                <a:latin typeface="Arial"/>
                <a:cs typeface="Arial"/>
              </a:rPr>
              <a:t>o</a:t>
            </a:r>
            <a:r>
              <a:rPr sz="1800" dirty="0">
                <a:solidFill>
                  <a:srgbClr val="5284B0"/>
                </a:solidFill>
                <a:latin typeface="Arial"/>
                <a:cs typeface="Arial"/>
              </a:rPr>
              <a:t>m</a:t>
            </a:r>
            <a:r>
              <a:rPr sz="1800" spc="-5" dirty="0">
                <a:solidFill>
                  <a:srgbClr val="5284B0"/>
                </a:solidFill>
                <a:latin typeface="Arial"/>
                <a:cs typeface="Arial"/>
              </a:rPr>
              <a:t> </a:t>
            </a:r>
            <a:r>
              <a:rPr sz="1800" spc="-10" dirty="0">
                <a:solidFill>
                  <a:srgbClr val="5284B0"/>
                </a:solidFill>
                <a:latin typeface="Arial"/>
                <a:cs typeface="Arial"/>
              </a:rPr>
              <a:t>in</a:t>
            </a:r>
            <a:r>
              <a:rPr sz="1800" dirty="0">
                <a:solidFill>
                  <a:srgbClr val="5284B0"/>
                </a:solidFill>
                <a:latin typeface="Arial"/>
                <a:cs typeface="Arial"/>
              </a:rPr>
              <a:t>str</a:t>
            </a:r>
            <a:r>
              <a:rPr sz="1800" spc="-15" dirty="0">
                <a:solidFill>
                  <a:srgbClr val="5284B0"/>
                </a:solidFill>
                <a:latin typeface="Arial"/>
                <a:cs typeface="Arial"/>
              </a:rPr>
              <a:t>u</a:t>
            </a:r>
            <a:r>
              <a:rPr sz="1800" dirty="0">
                <a:solidFill>
                  <a:srgbClr val="5284B0"/>
                </a:solidFill>
                <a:latin typeface="Arial"/>
                <a:cs typeface="Arial"/>
              </a:rPr>
              <a:t>c</a:t>
            </a:r>
            <a:r>
              <a:rPr sz="1800" spc="-10" dirty="0">
                <a:solidFill>
                  <a:srgbClr val="5284B0"/>
                </a:solidFill>
                <a:latin typeface="Arial"/>
                <a:cs typeface="Arial"/>
              </a:rPr>
              <a:t>tion</a:t>
            </a:r>
            <a:r>
              <a:rPr sz="1800" dirty="0">
                <a:solidFill>
                  <a:srgbClr val="5284B0"/>
                </a:solidFill>
                <a:latin typeface="Arial"/>
                <a:cs typeface="Arial"/>
              </a:rPr>
              <a:t>a</a:t>
            </a:r>
            <a:r>
              <a:rPr sz="1800" spc="-5" dirty="0">
                <a:solidFill>
                  <a:srgbClr val="5284B0"/>
                </a:solidFill>
                <a:latin typeface="Arial"/>
                <a:cs typeface="Arial"/>
              </a:rPr>
              <a:t>l </a:t>
            </a:r>
            <a:r>
              <a:rPr sz="1800" dirty="0">
                <a:solidFill>
                  <a:srgbClr val="5284B0"/>
                </a:solidFill>
                <a:latin typeface="Arial"/>
                <a:cs typeface="Arial"/>
              </a:rPr>
              <a:t>res</a:t>
            </a:r>
            <a:r>
              <a:rPr sz="1800" spc="-15" dirty="0">
                <a:solidFill>
                  <a:srgbClr val="5284B0"/>
                </a:solidFill>
                <a:latin typeface="Arial"/>
                <a:cs typeface="Arial"/>
              </a:rPr>
              <a:t>ou</a:t>
            </a:r>
            <a:r>
              <a:rPr sz="1800" dirty="0">
                <a:solidFill>
                  <a:srgbClr val="5284B0"/>
                </a:solidFill>
                <a:latin typeface="Arial"/>
                <a:cs typeface="Arial"/>
              </a:rPr>
              <a:t>rces ma</a:t>
            </a:r>
            <a:r>
              <a:rPr sz="1800" spc="-15" dirty="0">
                <a:solidFill>
                  <a:srgbClr val="5284B0"/>
                </a:solidFill>
                <a:latin typeface="Arial"/>
                <a:cs typeface="Arial"/>
              </a:rPr>
              <a:t>d</a:t>
            </a:r>
            <a:r>
              <a:rPr sz="1800" dirty="0">
                <a:solidFill>
                  <a:srgbClr val="5284B0"/>
                </a:solidFill>
                <a:latin typeface="Arial"/>
                <a:cs typeface="Arial"/>
              </a:rPr>
              <a:t>e</a:t>
            </a:r>
            <a:r>
              <a:rPr sz="1800" spc="-5" dirty="0">
                <a:solidFill>
                  <a:srgbClr val="5284B0"/>
                </a:solidFill>
                <a:latin typeface="Arial"/>
                <a:cs typeface="Arial"/>
              </a:rPr>
              <a:t> </a:t>
            </a:r>
            <a:r>
              <a:rPr sz="1800" dirty="0">
                <a:solidFill>
                  <a:srgbClr val="5284B0"/>
                </a:solidFill>
                <a:latin typeface="Arial"/>
                <a:cs typeface="Arial"/>
              </a:rPr>
              <a:t>ava</a:t>
            </a:r>
            <a:r>
              <a:rPr sz="1800" spc="-5" dirty="0">
                <a:solidFill>
                  <a:srgbClr val="5284B0"/>
                </a:solidFill>
                <a:latin typeface="Arial"/>
                <a:cs typeface="Arial"/>
              </a:rPr>
              <a:t>il</a:t>
            </a:r>
            <a:r>
              <a:rPr sz="1800" dirty="0">
                <a:solidFill>
                  <a:srgbClr val="5284B0"/>
                </a:solidFill>
                <a:latin typeface="Arial"/>
                <a:cs typeface="Arial"/>
              </a:rPr>
              <a:t>a</a:t>
            </a:r>
            <a:r>
              <a:rPr sz="1800" spc="-10" dirty="0">
                <a:solidFill>
                  <a:srgbClr val="5284B0"/>
                </a:solidFill>
                <a:latin typeface="Arial"/>
                <a:cs typeface="Arial"/>
              </a:rPr>
              <a:t>bl</a:t>
            </a:r>
            <a:r>
              <a:rPr sz="1800" dirty="0">
                <a:solidFill>
                  <a:srgbClr val="5284B0"/>
                </a:solidFill>
                <a:latin typeface="Arial"/>
                <a:cs typeface="Arial"/>
              </a:rPr>
              <a:t>e</a:t>
            </a:r>
            <a:r>
              <a:rPr sz="1800" spc="-5" dirty="0">
                <a:solidFill>
                  <a:srgbClr val="5284B0"/>
                </a:solidFill>
                <a:latin typeface="Arial"/>
                <a:cs typeface="Arial"/>
              </a:rPr>
              <a:t> </a:t>
            </a:r>
            <a:r>
              <a:rPr sz="1800" spc="-15" dirty="0">
                <a:solidFill>
                  <a:srgbClr val="5284B0"/>
                </a:solidFill>
                <a:latin typeface="Arial"/>
                <a:cs typeface="Arial"/>
              </a:rPr>
              <a:t>b</a:t>
            </a:r>
            <a:r>
              <a:rPr sz="1800" dirty="0">
                <a:solidFill>
                  <a:srgbClr val="5284B0"/>
                </a:solidFill>
                <a:latin typeface="Arial"/>
                <a:cs typeface="Arial"/>
              </a:rPr>
              <a:t>y</a:t>
            </a:r>
            <a:r>
              <a:rPr sz="1800" spc="-5" dirty="0">
                <a:solidFill>
                  <a:srgbClr val="5284B0"/>
                </a:solidFill>
                <a:latin typeface="Arial"/>
                <a:cs typeface="Arial"/>
              </a:rPr>
              <a:t> </a:t>
            </a:r>
            <a:r>
              <a:rPr sz="1800" spc="-10" dirty="0">
                <a:solidFill>
                  <a:srgbClr val="5284B0"/>
                </a:solidFill>
                <a:latin typeface="Arial"/>
                <a:cs typeface="Arial"/>
              </a:rPr>
              <a:t>th</a:t>
            </a:r>
            <a:r>
              <a:rPr sz="1800" dirty="0">
                <a:solidFill>
                  <a:srgbClr val="5284B0"/>
                </a:solidFill>
                <a:latin typeface="Arial"/>
                <a:cs typeface="Arial"/>
              </a:rPr>
              <a:t>e</a:t>
            </a:r>
            <a:r>
              <a:rPr sz="1800" spc="-5" dirty="0">
                <a:solidFill>
                  <a:srgbClr val="5284B0"/>
                </a:solidFill>
                <a:latin typeface="Arial"/>
                <a:cs typeface="Arial"/>
              </a:rPr>
              <a:t> </a:t>
            </a:r>
            <a:r>
              <a:rPr sz="1800" dirty="0">
                <a:solidFill>
                  <a:srgbClr val="5284B0"/>
                </a:solidFill>
                <a:latin typeface="Arial"/>
                <a:cs typeface="Arial"/>
              </a:rPr>
              <a:t>a</a:t>
            </a:r>
            <a:r>
              <a:rPr sz="1800" spc="-10" dirty="0">
                <a:solidFill>
                  <a:srgbClr val="5284B0"/>
                </a:solidFill>
                <a:latin typeface="Arial"/>
                <a:cs typeface="Arial"/>
              </a:rPr>
              <a:t>utho</a:t>
            </a:r>
            <a:r>
              <a:rPr sz="1800" dirty="0">
                <a:solidFill>
                  <a:srgbClr val="5284B0"/>
                </a:solidFill>
                <a:latin typeface="Arial"/>
                <a:cs typeface="Arial"/>
              </a:rPr>
              <a:t>rs</a:t>
            </a:r>
            <a:r>
              <a:rPr sz="1800" spc="-5" dirty="0">
                <a:solidFill>
                  <a:srgbClr val="5284B0"/>
                </a:solidFill>
                <a:latin typeface="Arial"/>
                <a:cs typeface="Arial"/>
              </a:rPr>
              <a:t> </a:t>
            </a:r>
            <a:r>
              <a:rPr sz="1800" spc="-15" dirty="0">
                <a:solidFill>
                  <a:srgbClr val="5284B0"/>
                </a:solidFill>
                <a:latin typeface="Arial"/>
                <a:cs typeface="Arial"/>
              </a:rPr>
              <a:t>o</a:t>
            </a:r>
            <a:r>
              <a:rPr sz="1800" dirty="0">
                <a:solidFill>
                  <a:srgbClr val="5284B0"/>
                </a:solidFill>
                <a:latin typeface="Arial"/>
                <a:cs typeface="Arial"/>
              </a:rPr>
              <a:t>f</a:t>
            </a:r>
            <a:r>
              <a:rPr sz="1800" spc="-5" dirty="0">
                <a:solidFill>
                  <a:srgbClr val="5284B0"/>
                </a:solidFill>
                <a:latin typeface="Arial"/>
                <a:cs typeface="Arial"/>
              </a:rPr>
              <a:t> </a:t>
            </a:r>
            <a:r>
              <a:rPr sz="1800" spc="-15" dirty="0">
                <a:solidFill>
                  <a:srgbClr val="5284B0"/>
                </a:solidFill>
                <a:latin typeface="Arial"/>
                <a:cs typeface="Arial"/>
              </a:rPr>
              <a:t>ou</a:t>
            </a:r>
            <a:r>
              <a:rPr sz="1800" dirty="0">
                <a:solidFill>
                  <a:srgbClr val="5284B0"/>
                </a:solidFill>
                <a:latin typeface="Arial"/>
                <a:cs typeface="Arial"/>
              </a:rPr>
              <a:t>r</a:t>
            </a:r>
            <a:r>
              <a:rPr sz="1800" spc="-5" dirty="0">
                <a:solidFill>
                  <a:srgbClr val="5284B0"/>
                </a:solidFill>
                <a:latin typeface="Arial"/>
                <a:cs typeface="Arial"/>
              </a:rPr>
              <a:t> </a:t>
            </a:r>
            <a:r>
              <a:rPr sz="1800" dirty="0">
                <a:solidFill>
                  <a:srgbClr val="5284B0"/>
                </a:solidFill>
                <a:latin typeface="Arial"/>
                <a:cs typeface="Arial"/>
              </a:rPr>
              <a:t>ma</a:t>
            </a:r>
            <a:r>
              <a:rPr sz="1800" spc="-10" dirty="0">
                <a:solidFill>
                  <a:srgbClr val="5284B0"/>
                </a:solidFill>
                <a:latin typeface="Arial"/>
                <a:cs typeface="Arial"/>
              </a:rPr>
              <a:t>in</a:t>
            </a:r>
            <a:r>
              <a:rPr sz="1800" spc="-5" dirty="0">
                <a:solidFill>
                  <a:srgbClr val="5284B0"/>
                </a:solidFill>
                <a:latin typeface="Arial"/>
                <a:cs typeface="Arial"/>
              </a:rPr>
              <a:t> </a:t>
            </a:r>
            <a:r>
              <a:rPr sz="1800" dirty="0">
                <a:solidFill>
                  <a:srgbClr val="5284B0"/>
                </a:solidFill>
                <a:latin typeface="Arial"/>
                <a:cs typeface="Arial"/>
              </a:rPr>
              <a:t>tex</a:t>
            </a:r>
            <a:r>
              <a:rPr sz="1800" spc="-10" dirty="0">
                <a:solidFill>
                  <a:srgbClr val="5284B0"/>
                </a:solidFill>
                <a:latin typeface="Arial"/>
                <a:cs typeface="Arial"/>
              </a:rPr>
              <a:t>tboo</a:t>
            </a:r>
            <a:r>
              <a:rPr sz="1800" dirty="0">
                <a:solidFill>
                  <a:srgbClr val="5284B0"/>
                </a:solidFill>
                <a:latin typeface="Arial"/>
                <a:cs typeface="Arial"/>
              </a:rPr>
              <a:t>k</a:t>
            </a:r>
            <a:r>
              <a:rPr lang="en-US" sz="1800" dirty="0">
                <a:solidFill>
                  <a:srgbClr val="5284B0"/>
                </a:solidFill>
                <a:latin typeface="Arial"/>
                <a:cs typeface="Arial"/>
              </a:rPr>
              <a:t>, </a:t>
            </a:r>
            <a:r>
              <a:rPr lang="en-US" sz="1800" b="1" dirty="0">
                <a:solidFill>
                  <a:srgbClr val="5284B0"/>
                </a:solidFill>
                <a:latin typeface="Arial"/>
                <a:cs typeface="Arial"/>
              </a:rPr>
              <a:t>Chapter 3</a:t>
            </a:r>
            <a:r>
              <a:rPr sz="1800" b="1" spc="-5" dirty="0">
                <a:solidFill>
                  <a:srgbClr val="5284B0"/>
                </a:solidFill>
                <a:latin typeface="Arial"/>
                <a:cs typeface="Arial"/>
              </a:rPr>
              <a:t> </a:t>
            </a:r>
            <a:r>
              <a:rPr sz="1800" spc="-10" dirty="0">
                <a:solidFill>
                  <a:srgbClr val="5284B0"/>
                </a:solidFill>
                <a:latin typeface="Arial"/>
                <a:cs typeface="Arial"/>
              </a:rPr>
              <a:t>“</a:t>
            </a:r>
            <a:r>
              <a:rPr sz="1800" b="1" spc="-10" dirty="0">
                <a:solidFill>
                  <a:srgbClr val="5284B0"/>
                </a:solidFill>
                <a:latin typeface="Arial"/>
                <a:cs typeface="Arial"/>
              </a:rPr>
              <a:t>Multi</a:t>
            </a:r>
            <a:r>
              <a:rPr sz="1800" b="1" dirty="0">
                <a:solidFill>
                  <a:srgbClr val="5284B0"/>
                </a:solidFill>
                <a:latin typeface="Arial"/>
                <a:cs typeface="Arial"/>
              </a:rPr>
              <a:t>a</a:t>
            </a:r>
            <a:r>
              <a:rPr sz="1800" b="1" spc="-15" dirty="0">
                <a:solidFill>
                  <a:srgbClr val="5284B0"/>
                </a:solidFill>
                <a:latin typeface="Arial"/>
                <a:cs typeface="Arial"/>
              </a:rPr>
              <a:t>g</a:t>
            </a:r>
            <a:r>
              <a:rPr sz="1800" b="1" dirty="0">
                <a:solidFill>
                  <a:srgbClr val="5284B0"/>
                </a:solidFill>
                <a:latin typeface="Arial"/>
                <a:cs typeface="Arial"/>
              </a:rPr>
              <a:t>e</a:t>
            </a:r>
            <a:r>
              <a:rPr sz="1800" b="1" spc="-15" dirty="0">
                <a:solidFill>
                  <a:srgbClr val="5284B0"/>
                </a:solidFill>
                <a:latin typeface="Arial"/>
                <a:cs typeface="Arial"/>
              </a:rPr>
              <a:t>n</a:t>
            </a:r>
            <a:r>
              <a:rPr sz="1800" b="1" dirty="0">
                <a:solidFill>
                  <a:srgbClr val="5284B0"/>
                </a:solidFill>
                <a:latin typeface="Arial"/>
                <a:cs typeface="Arial"/>
              </a:rPr>
              <a:t>t Systems</a:t>
            </a:r>
            <a:r>
              <a:rPr sz="1800" spc="-10" dirty="0">
                <a:solidFill>
                  <a:srgbClr val="5284B0"/>
                </a:solidFill>
                <a:latin typeface="Arial"/>
                <a:cs typeface="Arial"/>
              </a:rPr>
              <a:t>”,</a:t>
            </a:r>
            <a:r>
              <a:rPr sz="1800" spc="-35" dirty="0">
                <a:solidFill>
                  <a:srgbClr val="5284B0"/>
                </a:solidFill>
                <a:latin typeface="Arial"/>
                <a:cs typeface="Arial"/>
              </a:rPr>
              <a:t> </a:t>
            </a:r>
            <a:r>
              <a:rPr sz="1800" spc="-150" dirty="0">
                <a:solidFill>
                  <a:srgbClr val="5284B0"/>
                </a:solidFill>
                <a:latin typeface="Arial"/>
                <a:cs typeface="Arial"/>
              </a:rPr>
              <a:t>Y</a:t>
            </a:r>
            <a:r>
              <a:rPr sz="1800" spc="-15" dirty="0">
                <a:solidFill>
                  <a:srgbClr val="5284B0"/>
                </a:solidFill>
                <a:latin typeface="Arial"/>
                <a:cs typeface="Arial"/>
              </a:rPr>
              <a:t>o</a:t>
            </a:r>
            <a:r>
              <a:rPr sz="1800" dirty="0">
                <a:solidFill>
                  <a:srgbClr val="5284B0"/>
                </a:solidFill>
                <a:latin typeface="Arial"/>
                <a:cs typeface="Arial"/>
              </a:rPr>
              <a:t>av</a:t>
            </a:r>
            <a:r>
              <a:rPr sz="1800" spc="-5" dirty="0">
                <a:solidFill>
                  <a:srgbClr val="5284B0"/>
                </a:solidFill>
                <a:latin typeface="Arial"/>
                <a:cs typeface="Arial"/>
              </a:rPr>
              <a:t> </a:t>
            </a:r>
            <a:r>
              <a:rPr sz="1800" spc="-15" dirty="0">
                <a:solidFill>
                  <a:srgbClr val="5284B0"/>
                </a:solidFill>
                <a:latin typeface="Arial"/>
                <a:cs typeface="Arial"/>
              </a:rPr>
              <a:t>Shoh</a:t>
            </a:r>
            <a:r>
              <a:rPr sz="1800" dirty="0">
                <a:solidFill>
                  <a:srgbClr val="5284B0"/>
                </a:solidFill>
                <a:latin typeface="Arial"/>
                <a:cs typeface="Arial"/>
              </a:rPr>
              <a:t>am</a:t>
            </a:r>
            <a:r>
              <a:rPr sz="1800" spc="-5" dirty="0">
                <a:solidFill>
                  <a:srgbClr val="5284B0"/>
                </a:solidFill>
                <a:latin typeface="Arial"/>
                <a:cs typeface="Arial"/>
              </a:rPr>
              <a:t> </a:t>
            </a:r>
            <a:r>
              <a:rPr sz="1800" dirty="0">
                <a:solidFill>
                  <a:srgbClr val="5284B0"/>
                </a:solidFill>
                <a:latin typeface="Arial"/>
                <a:cs typeface="Arial"/>
              </a:rPr>
              <a:t>a</a:t>
            </a:r>
            <a:r>
              <a:rPr sz="1800" spc="-15" dirty="0">
                <a:solidFill>
                  <a:srgbClr val="5284B0"/>
                </a:solidFill>
                <a:latin typeface="Arial"/>
                <a:cs typeface="Arial"/>
              </a:rPr>
              <a:t>nd</a:t>
            </a:r>
            <a:r>
              <a:rPr sz="1800" spc="-5" dirty="0">
                <a:solidFill>
                  <a:srgbClr val="5284B0"/>
                </a:solidFill>
                <a:latin typeface="Arial"/>
                <a:cs typeface="Arial"/>
              </a:rPr>
              <a:t> </a:t>
            </a:r>
            <a:r>
              <a:rPr sz="1800" dirty="0">
                <a:solidFill>
                  <a:srgbClr val="5284B0"/>
                </a:solidFill>
                <a:latin typeface="Arial"/>
                <a:cs typeface="Arial"/>
              </a:rPr>
              <a:t>Kev</a:t>
            </a:r>
            <a:r>
              <a:rPr sz="1800" spc="-10" dirty="0">
                <a:solidFill>
                  <a:srgbClr val="5284B0"/>
                </a:solidFill>
                <a:latin typeface="Arial"/>
                <a:cs typeface="Arial"/>
              </a:rPr>
              <a:t>in</a:t>
            </a:r>
            <a:r>
              <a:rPr sz="1800" spc="-5" dirty="0">
                <a:solidFill>
                  <a:srgbClr val="5284B0"/>
                </a:solidFill>
                <a:latin typeface="Arial"/>
                <a:cs typeface="Arial"/>
              </a:rPr>
              <a:t> </a:t>
            </a:r>
            <a:r>
              <a:rPr sz="1800" spc="-15" dirty="0">
                <a:solidFill>
                  <a:srgbClr val="5284B0"/>
                </a:solidFill>
                <a:latin typeface="Arial"/>
                <a:cs typeface="Arial"/>
              </a:rPr>
              <a:t>L</a:t>
            </a:r>
            <a:r>
              <a:rPr sz="1800" dirty="0">
                <a:solidFill>
                  <a:srgbClr val="5284B0"/>
                </a:solidFill>
                <a:latin typeface="Arial"/>
                <a:cs typeface="Arial"/>
              </a:rPr>
              <a:t>ey</a:t>
            </a:r>
            <a:r>
              <a:rPr sz="1800" spc="-10" dirty="0">
                <a:solidFill>
                  <a:srgbClr val="5284B0"/>
                </a:solidFill>
                <a:latin typeface="Arial"/>
                <a:cs typeface="Arial"/>
              </a:rPr>
              <a:t>ton</a:t>
            </a:r>
            <a:r>
              <a:rPr sz="1800" dirty="0">
                <a:solidFill>
                  <a:srgbClr val="5284B0"/>
                </a:solidFill>
                <a:latin typeface="Arial"/>
                <a:cs typeface="Arial"/>
              </a:rPr>
              <a:t>-Br</a:t>
            </a:r>
            <a:r>
              <a:rPr sz="1800" spc="-15" dirty="0">
                <a:solidFill>
                  <a:srgbClr val="5284B0"/>
                </a:solidFill>
                <a:latin typeface="Arial"/>
                <a:cs typeface="Arial"/>
              </a:rPr>
              <a:t>own,</a:t>
            </a:r>
            <a:r>
              <a:rPr sz="1800" spc="-5" dirty="0">
                <a:solidFill>
                  <a:srgbClr val="5284B0"/>
                </a:solidFill>
                <a:latin typeface="Arial"/>
                <a:cs typeface="Arial"/>
              </a:rPr>
              <a:t> </a:t>
            </a:r>
            <a:r>
              <a:rPr sz="1800" dirty="0">
                <a:solidFill>
                  <a:srgbClr val="5284B0"/>
                </a:solidFill>
                <a:latin typeface="Arial"/>
                <a:cs typeface="Arial"/>
              </a:rPr>
              <a:t>Cam</a:t>
            </a:r>
            <a:r>
              <a:rPr sz="1800" spc="-15" dirty="0">
                <a:solidFill>
                  <a:srgbClr val="5284B0"/>
                </a:solidFill>
                <a:latin typeface="Arial"/>
                <a:cs typeface="Arial"/>
              </a:rPr>
              <a:t>b</a:t>
            </a:r>
            <a:r>
              <a:rPr sz="1800" dirty="0">
                <a:solidFill>
                  <a:srgbClr val="5284B0"/>
                </a:solidFill>
                <a:latin typeface="Arial"/>
                <a:cs typeface="Arial"/>
              </a:rPr>
              <a:t>r</a:t>
            </a:r>
            <a:r>
              <a:rPr sz="1800" spc="-10" dirty="0">
                <a:solidFill>
                  <a:srgbClr val="5284B0"/>
                </a:solidFill>
                <a:latin typeface="Arial"/>
                <a:cs typeface="Arial"/>
              </a:rPr>
              <a:t>idg</a:t>
            </a:r>
            <a:r>
              <a:rPr sz="1800" dirty="0">
                <a:solidFill>
                  <a:srgbClr val="5284B0"/>
                </a:solidFill>
                <a:latin typeface="Arial"/>
                <a:cs typeface="Arial"/>
              </a:rPr>
              <a:t>e U</a:t>
            </a:r>
            <a:r>
              <a:rPr sz="1800" spc="-10" dirty="0">
                <a:solidFill>
                  <a:srgbClr val="5284B0"/>
                </a:solidFill>
                <a:latin typeface="Arial"/>
                <a:cs typeface="Arial"/>
              </a:rPr>
              <a:t>ni</a:t>
            </a:r>
            <a:r>
              <a:rPr sz="1800" dirty="0">
                <a:solidFill>
                  <a:srgbClr val="5284B0"/>
                </a:solidFill>
                <a:latin typeface="Arial"/>
                <a:cs typeface="Arial"/>
              </a:rPr>
              <a:t>vers</a:t>
            </a:r>
            <a:r>
              <a:rPr sz="1800" spc="-5" dirty="0">
                <a:solidFill>
                  <a:srgbClr val="5284B0"/>
                </a:solidFill>
                <a:latin typeface="Arial"/>
                <a:cs typeface="Arial"/>
              </a:rPr>
              <a:t>i</a:t>
            </a:r>
            <a:r>
              <a:rPr sz="1800" dirty="0">
                <a:solidFill>
                  <a:srgbClr val="5284B0"/>
                </a:solidFill>
                <a:latin typeface="Arial"/>
                <a:cs typeface="Arial"/>
              </a:rPr>
              <a:t>ty</a:t>
            </a:r>
            <a:r>
              <a:rPr sz="1800" spc="-5" dirty="0">
                <a:solidFill>
                  <a:srgbClr val="5284B0"/>
                </a:solidFill>
                <a:latin typeface="Arial"/>
                <a:cs typeface="Arial"/>
              </a:rPr>
              <a:t> </a:t>
            </a:r>
            <a:r>
              <a:rPr sz="1800" dirty="0">
                <a:solidFill>
                  <a:srgbClr val="5284B0"/>
                </a:solidFill>
                <a:latin typeface="Arial"/>
                <a:cs typeface="Arial"/>
              </a:rPr>
              <a:t>Press</a:t>
            </a:r>
            <a:r>
              <a:rPr sz="1800" spc="-5" dirty="0">
                <a:solidFill>
                  <a:srgbClr val="5284B0"/>
                </a:solidFill>
                <a:latin typeface="Arial"/>
                <a:cs typeface="Arial"/>
              </a:rPr>
              <a:t>, </a:t>
            </a:r>
            <a:r>
              <a:rPr sz="1800" dirty="0">
                <a:solidFill>
                  <a:srgbClr val="5284B0"/>
                </a:solidFill>
                <a:latin typeface="Arial"/>
                <a:cs typeface="Arial"/>
              </a:rPr>
              <a:t>2009</a:t>
            </a:r>
            <a:r>
              <a:rPr sz="1800" spc="-5" dirty="0">
                <a:solidFill>
                  <a:srgbClr val="5284B0"/>
                </a:solidFill>
                <a:latin typeface="Arial"/>
                <a:cs typeface="Arial"/>
              </a:rPr>
              <a:t>.</a:t>
            </a:r>
            <a:endParaRPr sz="1800" dirty="0">
              <a:latin typeface="Arial"/>
              <a:cs typeface="Arial"/>
            </a:endParaRPr>
          </a:p>
        </p:txBody>
      </p:sp>
      <p:sp>
        <p:nvSpPr>
          <p:cNvPr id="5" name="object 5"/>
          <p:cNvSpPr txBox="1"/>
          <p:nvPr/>
        </p:nvSpPr>
        <p:spPr>
          <a:xfrm>
            <a:off x="535940" y="725383"/>
            <a:ext cx="3549650" cy="431800"/>
          </a:xfrm>
          <a:prstGeom prst="rect">
            <a:avLst/>
          </a:prstGeom>
        </p:spPr>
        <p:txBody>
          <a:bodyPr vert="horz" wrap="square" lIns="0" tIns="0" rIns="0" bIns="0" rtlCol="0">
            <a:spAutoFit/>
          </a:bodyPr>
          <a:lstStyle/>
          <a:p>
            <a:pPr marL="12700">
              <a:lnSpc>
                <a:spcPct val="100000"/>
              </a:lnSpc>
            </a:pPr>
            <a:r>
              <a:rPr sz="3200" dirty="0">
                <a:latin typeface="Arial"/>
                <a:cs typeface="Arial"/>
              </a:rPr>
              <a:t>Acknowledgemen</a:t>
            </a:r>
            <a:r>
              <a:rPr sz="3200" spc="-15" dirty="0">
                <a:latin typeface="Arial"/>
                <a:cs typeface="Arial"/>
              </a:rPr>
              <a:t>t</a:t>
            </a:r>
            <a:r>
              <a:rPr sz="3200" dirty="0">
                <a:latin typeface="Arial"/>
                <a:cs typeface="Arial"/>
              </a:rPr>
              <a:t>s</a:t>
            </a:r>
            <a:endParaRPr sz="3200">
              <a:latin typeface="Arial"/>
              <a:cs typeface="Arial"/>
            </a:endParaRPr>
          </a:p>
        </p:txBody>
      </p:sp>
      <p:sp>
        <p:nvSpPr>
          <p:cNvPr id="9" name="Slide Number Placeholder 8">
            <a:extLst>
              <a:ext uri="{FF2B5EF4-FFF2-40B4-BE49-F238E27FC236}">
                <a16:creationId xmlns:a16="http://schemas.microsoft.com/office/drawing/2014/main" id="{13617EE7-C6BC-3C8B-35E3-145B65A9492A}"/>
              </a:ext>
            </a:extLst>
          </p:cNvPr>
          <p:cNvSpPr>
            <a:spLocks noGrp="1"/>
          </p:cNvSpPr>
          <p:nvPr>
            <p:ph type="sldNum" sz="quarter" idx="2"/>
          </p:nvPr>
        </p:nvSpPr>
        <p:spPr/>
        <p:txBody>
          <a:bodyPr/>
          <a:lstStyle/>
          <a:p>
            <a:fld id="{86CB4B4D-7CA3-9044-876B-883B54F8677D}" type="slidenum">
              <a:rPr lang="en-US" smtClean="0"/>
              <a:pPr/>
              <a:t>2</a:t>
            </a:fld>
            <a:r>
              <a:rPr lang="en-US" dirty="0"/>
              <a:t>/33</a:t>
            </a:r>
          </a:p>
        </p:txBody>
      </p:sp>
      <p:sp>
        <p:nvSpPr>
          <p:cNvPr id="10" name="Footer Placeholder 9">
            <a:extLst>
              <a:ext uri="{FF2B5EF4-FFF2-40B4-BE49-F238E27FC236}">
                <a16:creationId xmlns:a16="http://schemas.microsoft.com/office/drawing/2014/main" id="{7D9F23A6-C995-02F4-A1A6-BFF65C2810B6}"/>
              </a:ext>
            </a:extLst>
          </p:cNvPr>
          <p:cNvSpPr>
            <a:spLocks noGrp="1"/>
          </p:cNvSpPr>
          <p:nvPr>
            <p:ph type="ftr" sz="quarter" idx="5"/>
          </p:nvPr>
        </p:nvSpPr>
        <p:spPr/>
        <p:txBody>
          <a:bodyPr/>
          <a:lstStyle/>
          <a:p>
            <a:pPr defTabSz="406400" hangingPunct="0">
              <a:defRPr/>
            </a:pPr>
            <a:r>
              <a:rPr lang="en-US" dirty="0"/>
              <a:t>Week-6</a:t>
            </a:r>
          </a:p>
        </p:txBody>
      </p:sp>
      <p:sp>
        <p:nvSpPr>
          <p:cNvPr id="11" name="Rectangle 10">
            <a:extLst>
              <a:ext uri="{FF2B5EF4-FFF2-40B4-BE49-F238E27FC236}">
                <a16:creationId xmlns:a16="http://schemas.microsoft.com/office/drawing/2014/main" id="{A33BF24D-1BE7-FE65-5184-22448087A85F}"/>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p:txBody>
      </p:sp>
      <p:sp>
        <p:nvSpPr>
          <p:cNvPr id="12" name="Rectangle 11">
            <a:extLst>
              <a:ext uri="{FF2B5EF4-FFF2-40B4-BE49-F238E27FC236}">
                <a16:creationId xmlns:a16="http://schemas.microsoft.com/office/drawing/2014/main" id="{1A7ED37A-BF91-3AD3-1550-10F15F1A77FC}"/>
              </a:ext>
            </a:extLst>
          </p:cNvPr>
          <p:cNvSpPr/>
          <p:nvPr/>
        </p:nvSpPr>
        <p:spPr>
          <a:xfrm>
            <a:off x="3269673" y="6480153"/>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CC43A6D-4276-8CFA-C140-36108F4BE9AA}"/>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5">
            <a:extLst>
              <a:ext uri="{FF2B5EF4-FFF2-40B4-BE49-F238E27FC236}">
                <a16:creationId xmlns:a16="http://schemas.microsoft.com/office/drawing/2014/main" id="{AE885E22-F29A-6230-BD34-AC80833EDEB8}"/>
              </a:ext>
            </a:extLst>
          </p:cNvPr>
          <p:cNvSpPr txBox="1">
            <a:spLocks noGrp="1"/>
          </p:cNvSpPr>
          <p:nvPr>
            <p:ph type="title"/>
          </p:nvPr>
        </p:nvSpPr>
        <p:spPr>
          <a:xfrm>
            <a:off x="381000" y="316681"/>
            <a:ext cx="8221344" cy="431800"/>
          </a:xfrm>
          <a:prstGeom prst="rect">
            <a:avLst/>
          </a:prstGeom>
        </p:spPr>
        <p:txBody>
          <a:bodyPr vert="horz" wrap="square" lIns="0" tIns="0" rIns="0" bIns="0" rtlCol="0">
            <a:spAutoFit/>
          </a:bodyPr>
          <a:lstStyle/>
          <a:p>
            <a:pPr marL="12700">
              <a:lnSpc>
                <a:spcPct val="100000"/>
              </a:lnSpc>
            </a:pPr>
            <a:r>
              <a:rPr sz="3100" dirty="0"/>
              <a:t>Classical</a:t>
            </a:r>
            <a:r>
              <a:rPr sz="3100" spc="-5" dirty="0"/>
              <a:t> </a:t>
            </a:r>
            <a:r>
              <a:rPr sz="3100" dirty="0"/>
              <a:t>(Economic)</a:t>
            </a:r>
            <a:r>
              <a:rPr sz="3100" spc="-5" dirty="0"/>
              <a:t> </a:t>
            </a:r>
            <a:r>
              <a:rPr sz="3100" spc="-25" dirty="0"/>
              <a:t>G</a:t>
            </a:r>
            <a:r>
              <a:rPr sz="3100" dirty="0"/>
              <a:t>ame</a:t>
            </a:r>
            <a:r>
              <a:rPr sz="3100" spc="-5" dirty="0"/>
              <a:t> </a:t>
            </a:r>
            <a:r>
              <a:rPr sz="3100" spc="-10" dirty="0"/>
              <a:t>t</a:t>
            </a:r>
            <a:r>
              <a:rPr sz="3100" dirty="0"/>
              <a:t>heory</a:t>
            </a:r>
          </a:p>
        </p:txBody>
      </p:sp>
      <p:sp>
        <p:nvSpPr>
          <p:cNvPr id="10" name="object 6">
            <a:extLst>
              <a:ext uri="{FF2B5EF4-FFF2-40B4-BE49-F238E27FC236}">
                <a16:creationId xmlns:a16="http://schemas.microsoft.com/office/drawing/2014/main" id="{A52CB842-2A4F-CAE5-3FC6-3607BBD0D63E}"/>
              </a:ext>
            </a:extLst>
          </p:cNvPr>
          <p:cNvSpPr/>
          <p:nvPr/>
        </p:nvSpPr>
        <p:spPr>
          <a:xfrm>
            <a:off x="571731" y="1816382"/>
            <a:ext cx="2538412" cy="2993816"/>
          </a:xfrm>
          <a:prstGeom prst="rect">
            <a:avLst/>
          </a:prstGeom>
          <a:blipFill>
            <a:blip r:embed="rId3" cstate="print"/>
            <a:stretch>
              <a:fillRect/>
            </a:stretch>
          </a:blipFill>
        </p:spPr>
        <p:txBody>
          <a:bodyPr wrap="square" lIns="0" tIns="0" rIns="0" bIns="0" rtlCol="0"/>
          <a:lstStyle/>
          <a:p>
            <a:endParaRPr/>
          </a:p>
        </p:txBody>
      </p:sp>
      <p:sp>
        <p:nvSpPr>
          <p:cNvPr id="11" name="object 7">
            <a:extLst>
              <a:ext uri="{FF2B5EF4-FFF2-40B4-BE49-F238E27FC236}">
                <a16:creationId xmlns:a16="http://schemas.microsoft.com/office/drawing/2014/main" id="{1EC06C92-68DA-FD6B-E258-FE830B1393DB}"/>
              </a:ext>
            </a:extLst>
          </p:cNvPr>
          <p:cNvSpPr/>
          <p:nvPr/>
        </p:nvSpPr>
        <p:spPr>
          <a:xfrm>
            <a:off x="3668122" y="1816382"/>
            <a:ext cx="2047662" cy="2993816"/>
          </a:xfrm>
          <a:prstGeom prst="rect">
            <a:avLst/>
          </a:prstGeom>
          <a:blipFill>
            <a:blip r:embed="rId4" cstate="print"/>
            <a:stretch>
              <a:fillRect/>
            </a:stretch>
          </a:blipFill>
        </p:spPr>
        <p:txBody>
          <a:bodyPr wrap="square" lIns="0" tIns="0" rIns="0" bIns="0" rtlCol="0"/>
          <a:lstStyle/>
          <a:p>
            <a:endParaRPr/>
          </a:p>
        </p:txBody>
      </p:sp>
      <p:sp>
        <p:nvSpPr>
          <p:cNvPr id="12" name="object 9">
            <a:extLst>
              <a:ext uri="{FF2B5EF4-FFF2-40B4-BE49-F238E27FC236}">
                <a16:creationId xmlns:a16="http://schemas.microsoft.com/office/drawing/2014/main" id="{8FEF1E7C-C427-E9ED-68C7-A630B4B1F983}"/>
              </a:ext>
            </a:extLst>
          </p:cNvPr>
          <p:cNvSpPr txBox="1"/>
          <p:nvPr/>
        </p:nvSpPr>
        <p:spPr>
          <a:xfrm>
            <a:off x="191172" y="1189502"/>
            <a:ext cx="8762365" cy="291973"/>
          </a:xfrm>
          <a:prstGeom prst="rect">
            <a:avLst/>
          </a:prstGeom>
          <a:solidFill>
            <a:schemeClr val="tx1"/>
          </a:solidFill>
        </p:spPr>
        <p:txBody>
          <a:bodyPr vert="horz" wrap="square" lIns="0" tIns="0" rIns="0" bIns="0" rtlCol="0">
            <a:spAutoFit/>
          </a:bodyPr>
          <a:lstStyle/>
          <a:p>
            <a:pPr marL="12700">
              <a:lnSpc>
                <a:spcPct val="100000"/>
              </a:lnSpc>
            </a:pPr>
            <a:r>
              <a:rPr sz="1700" dirty="0">
                <a:solidFill>
                  <a:srgbClr val="FFFFFF"/>
                </a:solidFill>
                <a:latin typeface="Arial"/>
                <a:cs typeface="Arial"/>
              </a:rPr>
              <a:t>John</a:t>
            </a:r>
            <a:r>
              <a:rPr sz="1700" spc="-5" dirty="0">
                <a:solidFill>
                  <a:srgbClr val="FFFFFF"/>
                </a:solidFill>
                <a:latin typeface="Arial"/>
                <a:cs typeface="Arial"/>
              </a:rPr>
              <a:t> </a:t>
            </a:r>
            <a:r>
              <a:rPr sz="1700" dirty="0">
                <a:solidFill>
                  <a:srgbClr val="FFFFFF"/>
                </a:solidFill>
                <a:latin typeface="Arial"/>
                <a:cs typeface="Arial"/>
              </a:rPr>
              <a:t>von</a:t>
            </a:r>
            <a:r>
              <a:rPr sz="1700" spc="-5" dirty="0">
                <a:solidFill>
                  <a:srgbClr val="FFFFFF"/>
                </a:solidFill>
                <a:latin typeface="Arial"/>
                <a:cs typeface="Arial"/>
              </a:rPr>
              <a:t> </a:t>
            </a:r>
            <a:r>
              <a:rPr sz="1700" dirty="0">
                <a:solidFill>
                  <a:srgbClr val="FFFFFF"/>
                </a:solidFill>
                <a:latin typeface="Arial"/>
                <a:cs typeface="Arial"/>
              </a:rPr>
              <a:t>Neumann</a:t>
            </a:r>
            <a:r>
              <a:rPr sz="1700" spc="-5" dirty="0">
                <a:solidFill>
                  <a:srgbClr val="FFFFFF"/>
                </a:solidFill>
                <a:latin typeface="Arial"/>
                <a:cs typeface="Arial"/>
              </a:rPr>
              <a:t> </a:t>
            </a:r>
            <a:r>
              <a:rPr sz="1700" spc="-15" dirty="0">
                <a:solidFill>
                  <a:srgbClr val="FFFFFF"/>
                </a:solidFill>
                <a:latin typeface="Arial"/>
                <a:cs typeface="Arial"/>
              </a:rPr>
              <a:t>&amp;</a:t>
            </a:r>
            <a:r>
              <a:rPr sz="1700" spc="-5" dirty="0">
                <a:solidFill>
                  <a:srgbClr val="FFFFFF"/>
                </a:solidFill>
                <a:latin typeface="Arial"/>
                <a:cs typeface="Arial"/>
              </a:rPr>
              <a:t> </a:t>
            </a:r>
            <a:r>
              <a:rPr sz="1700" spc="-15" dirty="0">
                <a:solidFill>
                  <a:srgbClr val="FFFFFF"/>
                </a:solidFill>
                <a:latin typeface="Arial"/>
                <a:cs typeface="Arial"/>
              </a:rPr>
              <a:t>O</a:t>
            </a:r>
            <a:r>
              <a:rPr sz="1700" dirty="0">
                <a:solidFill>
                  <a:srgbClr val="FFFFFF"/>
                </a:solidFill>
                <a:latin typeface="Arial"/>
                <a:cs typeface="Arial"/>
              </a:rPr>
              <a:t>skar</a:t>
            </a:r>
            <a:r>
              <a:rPr sz="1700" spc="-5" dirty="0">
                <a:solidFill>
                  <a:srgbClr val="FFFFFF"/>
                </a:solidFill>
                <a:latin typeface="Arial"/>
                <a:cs typeface="Arial"/>
              </a:rPr>
              <a:t> </a:t>
            </a:r>
            <a:r>
              <a:rPr sz="1700" dirty="0">
                <a:solidFill>
                  <a:srgbClr val="FFFFFF"/>
                </a:solidFill>
                <a:latin typeface="Arial"/>
                <a:cs typeface="Arial"/>
              </a:rPr>
              <a:t>Morgen</a:t>
            </a:r>
            <a:r>
              <a:rPr sz="1700" spc="-10" dirty="0">
                <a:solidFill>
                  <a:srgbClr val="FFFFFF"/>
                </a:solidFill>
                <a:latin typeface="Arial"/>
                <a:cs typeface="Arial"/>
              </a:rPr>
              <a:t>st</a:t>
            </a:r>
            <a:r>
              <a:rPr sz="1700" dirty="0">
                <a:solidFill>
                  <a:srgbClr val="FFFFFF"/>
                </a:solidFill>
                <a:latin typeface="Arial"/>
                <a:cs typeface="Arial"/>
              </a:rPr>
              <a:t>ern</a:t>
            </a:r>
            <a:r>
              <a:rPr sz="1700" spc="-5" dirty="0">
                <a:solidFill>
                  <a:srgbClr val="FFFFFF"/>
                </a:solidFill>
                <a:latin typeface="Arial"/>
                <a:cs typeface="Arial"/>
              </a:rPr>
              <a:t> </a:t>
            </a:r>
            <a:r>
              <a:rPr sz="1700" dirty="0">
                <a:solidFill>
                  <a:srgbClr val="FFFFFF"/>
                </a:solidFill>
                <a:latin typeface="Arial"/>
                <a:cs typeface="Arial"/>
              </a:rPr>
              <a:t>(1944)</a:t>
            </a:r>
            <a:r>
              <a:rPr sz="1700" spc="-5" dirty="0">
                <a:solidFill>
                  <a:srgbClr val="FFFFFF"/>
                </a:solidFill>
                <a:latin typeface="Arial"/>
                <a:cs typeface="Arial"/>
              </a:rPr>
              <a:t> </a:t>
            </a:r>
            <a:r>
              <a:rPr sz="1700" i="1" spc="-15" dirty="0">
                <a:solidFill>
                  <a:srgbClr val="FFFFFF"/>
                </a:solidFill>
                <a:latin typeface="Arial"/>
                <a:cs typeface="Arial"/>
              </a:rPr>
              <a:t>T</a:t>
            </a:r>
            <a:r>
              <a:rPr sz="1700" i="1" dirty="0">
                <a:solidFill>
                  <a:srgbClr val="FFFFFF"/>
                </a:solidFill>
                <a:latin typeface="Arial"/>
                <a:cs typeface="Arial"/>
              </a:rPr>
              <a:t>heory</a:t>
            </a:r>
            <a:r>
              <a:rPr sz="1700" i="1" spc="-5" dirty="0">
                <a:solidFill>
                  <a:srgbClr val="FFFFFF"/>
                </a:solidFill>
                <a:latin typeface="Arial"/>
                <a:cs typeface="Arial"/>
              </a:rPr>
              <a:t> </a:t>
            </a:r>
            <a:r>
              <a:rPr sz="1700" i="1" dirty="0">
                <a:solidFill>
                  <a:srgbClr val="FFFFFF"/>
                </a:solidFill>
                <a:latin typeface="Arial"/>
                <a:cs typeface="Arial"/>
              </a:rPr>
              <a:t>o</a:t>
            </a:r>
            <a:r>
              <a:rPr sz="1700" i="1" spc="-5" dirty="0">
                <a:solidFill>
                  <a:srgbClr val="FFFFFF"/>
                </a:solidFill>
                <a:latin typeface="Arial"/>
                <a:cs typeface="Arial"/>
              </a:rPr>
              <a:t>f </a:t>
            </a:r>
            <a:r>
              <a:rPr sz="1700" i="1" spc="-15" dirty="0">
                <a:solidFill>
                  <a:srgbClr val="FFFFFF"/>
                </a:solidFill>
                <a:latin typeface="Arial"/>
                <a:cs typeface="Arial"/>
              </a:rPr>
              <a:t>G</a:t>
            </a:r>
            <a:r>
              <a:rPr sz="1700" i="1" dirty="0">
                <a:solidFill>
                  <a:srgbClr val="FFFFFF"/>
                </a:solidFill>
                <a:latin typeface="Arial"/>
                <a:cs typeface="Arial"/>
              </a:rPr>
              <a:t>ames</a:t>
            </a:r>
            <a:r>
              <a:rPr sz="1700" i="1" spc="-5" dirty="0">
                <a:solidFill>
                  <a:srgbClr val="FFFFFF"/>
                </a:solidFill>
                <a:latin typeface="Arial"/>
                <a:cs typeface="Arial"/>
              </a:rPr>
              <a:t> </a:t>
            </a:r>
            <a:r>
              <a:rPr sz="1700" i="1" dirty="0">
                <a:solidFill>
                  <a:srgbClr val="FFFFFF"/>
                </a:solidFill>
                <a:latin typeface="Arial"/>
                <a:cs typeface="Arial"/>
              </a:rPr>
              <a:t>and</a:t>
            </a:r>
            <a:r>
              <a:rPr sz="1700" i="1" spc="-5" dirty="0">
                <a:solidFill>
                  <a:srgbClr val="FFFFFF"/>
                </a:solidFill>
                <a:latin typeface="Arial"/>
                <a:cs typeface="Arial"/>
              </a:rPr>
              <a:t> </a:t>
            </a:r>
            <a:r>
              <a:rPr sz="1700" i="1" dirty="0">
                <a:solidFill>
                  <a:srgbClr val="FFFFFF"/>
                </a:solidFill>
                <a:latin typeface="Arial"/>
                <a:cs typeface="Arial"/>
              </a:rPr>
              <a:t>Economic</a:t>
            </a:r>
            <a:r>
              <a:rPr sz="1700" i="1" spc="-5" dirty="0">
                <a:solidFill>
                  <a:srgbClr val="FFFFFF"/>
                </a:solidFill>
                <a:latin typeface="Arial"/>
                <a:cs typeface="Arial"/>
              </a:rPr>
              <a:t> </a:t>
            </a:r>
            <a:r>
              <a:rPr sz="1700" i="1" dirty="0">
                <a:solidFill>
                  <a:srgbClr val="FFFFFF"/>
                </a:solidFill>
                <a:latin typeface="Arial"/>
                <a:cs typeface="Arial"/>
              </a:rPr>
              <a:t>Behavior</a:t>
            </a:r>
            <a:endParaRPr sz="1700" dirty="0">
              <a:latin typeface="Arial"/>
              <a:cs typeface="Arial"/>
            </a:endParaRPr>
          </a:p>
        </p:txBody>
      </p:sp>
      <p:sp>
        <p:nvSpPr>
          <p:cNvPr id="13" name="object 10">
            <a:extLst>
              <a:ext uri="{FF2B5EF4-FFF2-40B4-BE49-F238E27FC236}">
                <a16:creationId xmlns:a16="http://schemas.microsoft.com/office/drawing/2014/main" id="{B5B6C29C-6F4D-272F-6DB1-3A31AC1503E3}"/>
              </a:ext>
            </a:extLst>
          </p:cNvPr>
          <p:cNvSpPr txBox="1"/>
          <p:nvPr/>
        </p:nvSpPr>
        <p:spPr>
          <a:xfrm>
            <a:off x="830637" y="5384800"/>
            <a:ext cx="2008505" cy="254000"/>
          </a:xfrm>
          <a:prstGeom prst="rect">
            <a:avLst/>
          </a:prstGeom>
        </p:spPr>
        <p:txBody>
          <a:bodyPr vert="horz" wrap="square" lIns="0" tIns="0" rIns="0" bIns="0" rtlCol="0">
            <a:spAutoFit/>
          </a:bodyPr>
          <a:lstStyle/>
          <a:p>
            <a:pPr marL="12700">
              <a:lnSpc>
                <a:spcPct val="100000"/>
              </a:lnSpc>
            </a:pPr>
            <a:r>
              <a:rPr sz="1800" dirty="0">
                <a:latin typeface="Arial"/>
                <a:cs typeface="Arial"/>
              </a:rPr>
              <a:t>John</a:t>
            </a:r>
            <a:r>
              <a:rPr sz="1800" spc="-5" dirty="0">
                <a:latin typeface="Arial"/>
                <a:cs typeface="Arial"/>
              </a:rPr>
              <a:t> </a:t>
            </a:r>
            <a:r>
              <a:rPr sz="1800" dirty="0">
                <a:latin typeface="Arial"/>
                <a:cs typeface="Arial"/>
              </a:rPr>
              <a:t>von</a:t>
            </a:r>
            <a:r>
              <a:rPr sz="1800" spc="-5" dirty="0">
                <a:latin typeface="Arial"/>
                <a:cs typeface="Arial"/>
              </a:rPr>
              <a:t> </a:t>
            </a:r>
            <a:r>
              <a:rPr sz="1800" dirty="0">
                <a:latin typeface="Arial"/>
                <a:cs typeface="Arial"/>
              </a:rPr>
              <a:t>Neumann</a:t>
            </a:r>
            <a:endParaRPr sz="1800">
              <a:latin typeface="Arial"/>
              <a:cs typeface="Arial"/>
            </a:endParaRPr>
          </a:p>
        </p:txBody>
      </p:sp>
      <p:sp>
        <p:nvSpPr>
          <p:cNvPr id="14" name="object 11">
            <a:extLst>
              <a:ext uri="{FF2B5EF4-FFF2-40B4-BE49-F238E27FC236}">
                <a16:creationId xmlns:a16="http://schemas.microsoft.com/office/drawing/2014/main" id="{D3602FBA-5942-ACD5-B948-0A54B62969D3}"/>
              </a:ext>
            </a:extLst>
          </p:cNvPr>
          <p:cNvSpPr txBox="1"/>
          <p:nvPr/>
        </p:nvSpPr>
        <p:spPr>
          <a:xfrm>
            <a:off x="3694657" y="5384800"/>
            <a:ext cx="1982470" cy="254000"/>
          </a:xfrm>
          <a:prstGeom prst="rect">
            <a:avLst/>
          </a:prstGeom>
        </p:spPr>
        <p:txBody>
          <a:bodyPr vert="horz" wrap="square" lIns="0" tIns="0" rIns="0" bIns="0" rtlCol="0">
            <a:spAutoFit/>
          </a:bodyPr>
          <a:lstStyle/>
          <a:p>
            <a:pPr marL="12700">
              <a:lnSpc>
                <a:spcPct val="100000"/>
              </a:lnSpc>
            </a:pPr>
            <a:r>
              <a:rPr sz="1800" spc="-15" dirty="0">
                <a:latin typeface="Arial"/>
                <a:cs typeface="Arial"/>
              </a:rPr>
              <a:t>Oskar</a:t>
            </a:r>
            <a:r>
              <a:rPr sz="1800" spc="-5" dirty="0">
                <a:latin typeface="Arial"/>
                <a:cs typeface="Arial"/>
              </a:rPr>
              <a:t> </a:t>
            </a:r>
            <a:r>
              <a:rPr sz="1800" dirty="0">
                <a:latin typeface="Arial"/>
                <a:cs typeface="Arial"/>
              </a:rPr>
              <a:t>Morgen</a:t>
            </a:r>
            <a:r>
              <a:rPr sz="1800" spc="-10" dirty="0">
                <a:latin typeface="Arial"/>
                <a:cs typeface="Arial"/>
              </a:rPr>
              <a:t>st</a:t>
            </a:r>
            <a:r>
              <a:rPr sz="1800" dirty="0">
                <a:latin typeface="Arial"/>
                <a:cs typeface="Arial"/>
              </a:rPr>
              <a:t>ern</a:t>
            </a:r>
            <a:endParaRPr sz="1800">
              <a:latin typeface="Arial"/>
              <a:cs typeface="Arial"/>
            </a:endParaRPr>
          </a:p>
        </p:txBody>
      </p:sp>
      <p:sp>
        <p:nvSpPr>
          <p:cNvPr id="15" name="object 12">
            <a:extLst>
              <a:ext uri="{FF2B5EF4-FFF2-40B4-BE49-F238E27FC236}">
                <a16:creationId xmlns:a16="http://schemas.microsoft.com/office/drawing/2014/main" id="{251AA44A-BB7E-6404-B143-44BA80A7D827}"/>
              </a:ext>
            </a:extLst>
          </p:cNvPr>
          <p:cNvSpPr txBox="1"/>
          <p:nvPr/>
        </p:nvSpPr>
        <p:spPr>
          <a:xfrm>
            <a:off x="6838590" y="5384800"/>
            <a:ext cx="1118870" cy="254000"/>
          </a:xfrm>
          <a:prstGeom prst="rect">
            <a:avLst/>
          </a:prstGeom>
        </p:spPr>
        <p:txBody>
          <a:bodyPr vert="horz" wrap="square" lIns="0" tIns="0" rIns="0" bIns="0" rtlCol="0">
            <a:spAutoFit/>
          </a:bodyPr>
          <a:lstStyle/>
          <a:p>
            <a:pPr marL="12700">
              <a:lnSpc>
                <a:spcPct val="100000"/>
              </a:lnSpc>
            </a:pPr>
            <a:r>
              <a:rPr sz="1800" dirty="0">
                <a:latin typeface="Arial"/>
                <a:cs typeface="Arial"/>
              </a:rPr>
              <a:t>John</a:t>
            </a:r>
            <a:r>
              <a:rPr sz="1800" spc="-5" dirty="0">
                <a:latin typeface="Arial"/>
                <a:cs typeface="Arial"/>
              </a:rPr>
              <a:t> </a:t>
            </a:r>
            <a:r>
              <a:rPr sz="1800" dirty="0">
                <a:latin typeface="Arial"/>
                <a:cs typeface="Arial"/>
              </a:rPr>
              <a:t>Nash</a:t>
            </a:r>
            <a:endParaRPr sz="1800">
              <a:latin typeface="Arial"/>
              <a:cs typeface="Arial"/>
            </a:endParaRPr>
          </a:p>
        </p:txBody>
      </p:sp>
      <p:sp>
        <p:nvSpPr>
          <p:cNvPr id="16" name="object 14">
            <a:extLst>
              <a:ext uri="{FF2B5EF4-FFF2-40B4-BE49-F238E27FC236}">
                <a16:creationId xmlns:a16="http://schemas.microsoft.com/office/drawing/2014/main" id="{8C7EE77D-FBED-A8DC-1D83-320F920C5CC0}"/>
              </a:ext>
            </a:extLst>
          </p:cNvPr>
          <p:cNvSpPr/>
          <p:nvPr/>
        </p:nvSpPr>
        <p:spPr>
          <a:xfrm>
            <a:off x="6273764" y="1816382"/>
            <a:ext cx="2260636" cy="2989451"/>
          </a:xfrm>
          <a:prstGeom prst="rect">
            <a:avLst/>
          </a:prstGeom>
          <a:blipFill>
            <a:blip r:embed="rId5" cstate="print"/>
            <a:stretch>
              <a:fillRect/>
            </a:stretch>
          </a:blipFill>
        </p:spPr>
        <p:txBody>
          <a:bodyPr wrap="square" lIns="0" tIns="0" rIns="0" bIns="0" rtlCol="0"/>
          <a:lstStyle/>
          <a:p>
            <a:endParaRPr/>
          </a:p>
        </p:txBody>
      </p:sp>
      <p:sp>
        <p:nvSpPr>
          <p:cNvPr id="19" name="Slide Number Placeholder 18">
            <a:extLst>
              <a:ext uri="{FF2B5EF4-FFF2-40B4-BE49-F238E27FC236}">
                <a16:creationId xmlns:a16="http://schemas.microsoft.com/office/drawing/2014/main" id="{CCF67D14-64B9-A36D-63E0-87F1C9365685}"/>
              </a:ext>
            </a:extLst>
          </p:cNvPr>
          <p:cNvSpPr>
            <a:spLocks noGrp="1"/>
          </p:cNvSpPr>
          <p:nvPr>
            <p:ph type="sldNum" sz="quarter" idx="2"/>
          </p:nvPr>
        </p:nvSpPr>
        <p:spPr/>
        <p:txBody>
          <a:bodyPr/>
          <a:lstStyle/>
          <a:p>
            <a:fld id="{86CB4B4D-7CA3-9044-876B-883B54F8677D}" type="slidenum">
              <a:rPr lang="en-US" smtClean="0"/>
              <a:pPr/>
              <a:t>3</a:t>
            </a:fld>
            <a:r>
              <a:rPr lang="en-US" dirty="0"/>
              <a:t>/33</a:t>
            </a:r>
          </a:p>
        </p:txBody>
      </p:sp>
      <p:sp>
        <p:nvSpPr>
          <p:cNvPr id="20" name="Footer Placeholder 19">
            <a:extLst>
              <a:ext uri="{FF2B5EF4-FFF2-40B4-BE49-F238E27FC236}">
                <a16:creationId xmlns:a16="http://schemas.microsoft.com/office/drawing/2014/main" id="{4BB38C23-9E59-CBF1-76C1-E38EBC8E1952}"/>
              </a:ext>
            </a:extLst>
          </p:cNvPr>
          <p:cNvSpPr>
            <a:spLocks noGrp="1"/>
          </p:cNvSpPr>
          <p:nvPr>
            <p:ph type="ftr" sz="quarter" idx="5"/>
          </p:nvPr>
        </p:nvSpPr>
        <p:spPr/>
        <p:txBody>
          <a:bodyPr/>
          <a:lstStyle/>
          <a:p>
            <a:pPr defTabSz="406400" hangingPunct="0">
              <a:defRPr/>
            </a:pPr>
            <a:r>
              <a:rPr lang="en-US" dirty="0"/>
              <a:t>Week-6</a:t>
            </a:r>
          </a:p>
        </p:txBody>
      </p:sp>
      <p:sp>
        <p:nvSpPr>
          <p:cNvPr id="21" name="Rectangle 20">
            <a:extLst>
              <a:ext uri="{FF2B5EF4-FFF2-40B4-BE49-F238E27FC236}">
                <a16:creationId xmlns:a16="http://schemas.microsoft.com/office/drawing/2014/main" id="{811871A3-115A-99AE-1D55-DCE23A77BA31}"/>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851F39C-F39C-1D5B-E17A-0CA74A988E83}"/>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2568597-70A5-4B5A-CDBA-F2577456AC76}"/>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5">
            <a:extLst>
              <a:ext uri="{FF2B5EF4-FFF2-40B4-BE49-F238E27FC236}">
                <a16:creationId xmlns:a16="http://schemas.microsoft.com/office/drawing/2014/main" id="{E59E9738-8119-6D7D-38D8-B189D55166EB}"/>
              </a:ext>
            </a:extLst>
          </p:cNvPr>
          <p:cNvSpPr txBox="1"/>
          <p:nvPr/>
        </p:nvSpPr>
        <p:spPr>
          <a:xfrm>
            <a:off x="294321" y="256718"/>
            <a:ext cx="4648279" cy="477054"/>
          </a:xfrm>
          <a:prstGeom prst="rect">
            <a:avLst/>
          </a:prstGeom>
        </p:spPr>
        <p:txBody>
          <a:bodyPr vert="horz" wrap="square" lIns="0" tIns="0" rIns="0" bIns="0" rtlCol="0">
            <a:spAutoFit/>
          </a:bodyPr>
          <a:lstStyle/>
          <a:p>
            <a:pPr marL="12700">
              <a:lnSpc>
                <a:spcPct val="100000"/>
              </a:lnSpc>
            </a:pPr>
            <a:r>
              <a:rPr sz="3100" spc="15" dirty="0">
                <a:latin typeface="Arial"/>
                <a:cs typeface="Arial"/>
              </a:rPr>
              <a:t>G</a:t>
            </a:r>
            <a:r>
              <a:rPr sz="3100" spc="20" dirty="0">
                <a:latin typeface="Arial"/>
                <a:cs typeface="Arial"/>
              </a:rPr>
              <a:t>ame</a:t>
            </a:r>
            <a:r>
              <a:rPr sz="3100" spc="-50" dirty="0">
                <a:latin typeface="Arial"/>
                <a:cs typeface="Arial"/>
              </a:rPr>
              <a:t> </a:t>
            </a:r>
            <a:r>
              <a:rPr sz="3100" spc="10" dirty="0">
                <a:latin typeface="Arial"/>
                <a:cs typeface="Arial"/>
              </a:rPr>
              <a:t>T</a:t>
            </a:r>
            <a:r>
              <a:rPr sz="3100" spc="15" dirty="0">
                <a:latin typeface="Arial"/>
                <a:cs typeface="Arial"/>
              </a:rPr>
              <a:t>heory</a:t>
            </a:r>
            <a:endParaRPr sz="3100" dirty="0">
              <a:latin typeface="Arial"/>
              <a:cs typeface="Arial"/>
            </a:endParaRPr>
          </a:p>
        </p:txBody>
      </p:sp>
      <p:sp>
        <p:nvSpPr>
          <p:cNvPr id="4" name="object 6">
            <a:extLst>
              <a:ext uri="{FF2B5EF4-FFF2-40B4-BE49-F238E27FC236}">
                <a16:creationId xmlns:a16="http://schemas.microsoft.com/office/drawing/2014/main" id="{BFC4A4CE-4B8D-7D52-9104-16834BAFA85A}"/>
              </a:ext>
            </a:extLst>
          </p:cNvPr>
          <p:cNvSpPr txBox="1"/>
          <p:nvPr/>
        </p:nvSpPr>
        <p:spPr>
          <a:xfrm>
            <a:off x="337820" y="1259803"/>
            <a:ext cx="812165" cy="254000"/>
          </a:xfrm>
          <a:prstGeom prst="rect">
            <a:avLst/>
          </a:prstGeom>
        </p:spPr>
        <p:txBody>
          <a:bodyPr vert="horz" wrap="square" lIns="0" tIns="0" rIns="0" bIns="0" rtlCol="0">
            <a:spAutoFit/>
          </a:bodyPr>
          <a:lstStyle/>
          <a:p>
            <a:pPr marL="12700">
              <a:lnSpc>
                <a:spcPct val="100000"/>
              </a:lnSpc>
            </a:pPr>
            <a:r>
              <a:rPr sz="1800" spc="15" dirty="0">
                <a:latin typeface="Tahoma"/>
                <a:cs typeface="Tahoma"/>
              </a:rPr>
              <a:t>Hi</a:t>
            </a:r>
            <a:r>
              <a:rPr sz="1800" spc="110" dirty="0">
                <a:latin typeface="Tahoma"/>
                <a:cs typeface="Tahoma"/>
              </a:rPr>
              <a:t>s</a:t>
            </a:r>
            <a:r>
              <a:rPr sz="1800" spc="190" dirty="0">
                <a:latin typeface="Tahoma"/>
                <a:cs typeface="Tahoma"/>
              </a:rPr>
              <a:t>t</a:t>
            </a:r>
            <a:r>
              <a:rPr sz="1800" spc="70" dirty="0">
                <a:latin typeface="Tahoma"/>
                <a:cs typeface="Tahoma"/>
              </a:rPr>
              <a:t>or</a:t>
            </a:r>
            <a:r>
              <a:rPr sz="1800" spc="125" dirty="0">
                <a:latin typeface="Tahoma"/>
                <a:cs typeface="Tahoma"/>
              </a:rPr>
              <a:t>y</a:t>
            </a:r>
            <a:endParaRPr sz="1800" dirty="0">
              <a:latin typeface="Tahoma"/>
              <a:cs typeface="Tahoma"/>
            </a:endParaRPr>
          </a:p>
        </p:txBody>
      </p:sp>
      <p:sp>
        <p:nvSpPr>
          <p:cNvPr id="5" name="object 7">
            <a:extLst>
              <a:ext uri="{FF2B5EF4-FFF2-40B4-BE49-F238E27FC236}">
                <a16:creationId xmlns:a16="http://schemas.microsoft.com/office/drawing/2014/main" id="{4A6E125F-D495-E39B-1A3A-20E9CA6ECEA6}"/>
              </a:ext>
            </a:extLst>
          </p:cNvPr>
          <p:cNvSpPr txBox="1"/>
          <p:nvPr/>
        </p:nvSpPr>
        <p:spPr>
          <a:xfrm>
            <a:off x="337820" y="1894803"/>
            <a:ext cx="1400810" cy="254000"/>
          </a:xfrm>
          <a:prstGeom prst="rect">
            <a:avLst/>
          </a:prstGeom>
        </p:spPr>
        <p:txBody>
          <a:bodyPr vert="horz" wrap="square" lIns="0" tIns="0" rIns="0" bIns="0" rtlCol="0">
            <a:spAutoFit/>
          </a:bodyPr>
          <a:lstStyle/>
          <a:p>
            <a:pPr marL="12700">
              <a:lnSpc>
                <a:spcPct val="100000"/>
              </a:lnSpc>
            </a:pPr>
            <a:r>
              <a:rPr sz="1800" spc="215" dirty="0">
                <a:latin typeface="Tahoma"/>
                <a:cs typeface="Tahoma"/>
              </a:rPr>
              <a:t>1921</a:t>
            </a:r>
            <a:r>
              <a:rPr sz="1800" spc="25" dirty="0">
                <a:latin typeface="Tahoma"/>
                <a:cs typeface="Tahoma"/>
              </a:rPr>
              <a:t>-</a:t>
            </a:r>
            <a:r>
              <a:rPr sz="1800" spc="215" dirty="0">
                <a:latin typeface="Tahoma"/>
                <a:cs typeface="Tahoma"/>
              </a:rPr>
              <a:t>1927</a:t>
            </a:r>
            <a:r>
              <a:rPr sz="1800" spc="-100" dirty="0">
                <a:latin typeface="Tahoma"/>
                <a:cs typeface="Tahoma"/>
              </a:rPr>
              <a:t>:</a:t>
            </a:r>
            <a:endParaRPr sz="1800">
              <a:latin typeface="Tahoma"/>
              <a:cs typeface="Tahoma"/>
            </a:endParaRPr>
          </a:p>
        </p:txBody>
      </p:sp>
      <p:sp>
        <p:nvSpPr>
          <p:cNvPr id="6" name="object 8">
            <a:extLst>
              <a:ext uri="{FF2B5EF4-FFF2-40B4-BE49-F238E27FC236}">
                <a16:creationId xmlns:a16="http://schemas.microsoft.com/office/drawing/2014/main" id="{9E6B8161-064A-9509-0669-7DDABF9C23EF}"/>
              </a:ext>
            </a:extLst>
          </p:cNvPr>
          <p:cNvSpPr txBox="1"/>
          <p:nvPr/>
        </p:nvSpPr>
        <p:spPr>
          <a:xfrm>
            <a:off x="2166597" y="1894803"/>
            <a:ext cx="2964815" cy="254000"/>
          </a:xfrm>
          <a:prstGeom prst="rect">
            <a:avLst/>
          </a:prstGeom>
        </p:spPr>
        <p:txBody>
          <a:bodyPr vert="horz" wrap="square" lIns="0" tIns="0" rIns="0" bIns="0" rtlCol="0">
            <a:spAutoFit/>
          </a:bodyPr>
          <a:lstStyle/>
          <a:p>
            <a:pPr marL="12700">
              <a:lnSpc>
                <a:spcPct val="100000"/>
              </a:lnSpc>
            </a:pPr>
            <a:r>
              <a:rPr sz="1800" spc="55" dirty="0">
                <a:latin typeface="Tahoma"/>
                <a:cs typeface="Tahoma"/>
              </a:rPr>
              <a:t>F</a:t>
            </a:r>
            <a:r>
              <a:rPr sz="1800" spc="5" dirty="0">
                <a:latin typeface="Tahoma"/>
                <a:cs typeface="Tahoma"/>
              </a:rPr>
              <a:t>i</a:t>
            </a:r>
            <a:r>
              <a:rPr sz="1800" spc="45" dirty="0">
                <a:latin typeface="Tahoma"/>
                <a:cs typeface="Tahoma"/>
              </a:rPr>
              <a:t>r</a:t>
            </a:r>
            <a:r>
              <a:rPr sz="1800" spc="110" dirty="0">
                <a:latin typeface="Tahoma"/>
                <a:cs typeface="Tahoma"/>
              </a:rPr>
              <a:t>s</a:t>
            </a:r>
            <a:r>
              <a:rPr sz="1800" spc="190" dirty="0">
                <a:latin typeface="Tahoma"/>
                <a:cs typeface="Tahoma"/>
              </a:rPr>
              <a:t>t</a:t>
            </a:r>
            <a:r>
              <a:rPr sz="1800" spc="35" dirty="0">
                <a:latin typeface="Tahoma"/>
                <a:cs typeface="Tahoma"/>
              </a:rPr>
              <a:t> </a:t>
            </a:r>
            <a:r>
              <a:rPr sz="1800" spc="45" dirty="0">
                <a:latin typeface="Tahoma"/>
                <a:cs typeface="Tahoma"/>
              </a:rPr>
              <a:t>a</a:t>
            </a:r>
            <a:r>
              <a:rPr sz="1800" spc="75" dirty="0">
                <a:latin typeface="Tahoma"/>
                <a:cs typeface="Tahoma"/>
              </a:rPr>
              <a:t>pp</a:t>
            </a:r>
            <a:r>
              <a:rPr sz="1800" spc="45" dirty="0">
                <a:latin typeface="Tahoma"/>
                <a:cs typeface="Tahoma"/>
              </a:rPr>
              <a:t>r</a:t>
            </a:r>
            <a:r>
              <a:rPr sz="1800" spc="75" dirty="0">
                <a:latin typeface="Tahoma"/>
                <a:cs typeface="Tahoma"/>
              </a:rPr>
              <a:t>oa</a:t>
            </a:r>
            <a:r>
              <a:rPr sz="1800" spc="145" dirty="0">
                <a:latin typeface="Tahoma"/>
                <a:cs typeface="Tahoma"/>
              </a:rPr>
              <a:t>c</a:t>
            </a:r>
            <a:r>
              <a:rPr sz="1800" spc="40" dirty="0">
                <a:latin typeface="Tahoma"/>
                <a:cs typeface="Tahoma"/>
              </a:rPr>
              <a:t>h</a:t>
            </a:r>
            <a:r>
              <a:rPr sz="1800" spc="85" dirty="0">
                <a:latin typeface="Tahoma"/>
                <a:cs typeface="Tahoma"/>
              </a:rPr>
              <a:t>e</a:t>
            </a:r>
            <a:r>
              <a:rPr sz="1800" spc="110" dirty="0">
                <a:latin typeface="Tahoma"/>
                <a:cs typeface="Tahoma"/>
              </a:rPr>
              <a:t>s</a:t>
            </a:r>
            <a:r>
              <a:rPr sz="1800" spc="35" dirty="0">
                <a:latin typeface="Tahoma"/>
                <a:cs typeface="Tahoma"/>
              </a:rPr>
              <a:t> </a:t>
            </a:r>
            <a:r>
              <a:rPr sz="1800" spc="110" dirty="0">
                <a:latin typeface="Tahoma"/>
                <a:cs typeface="Tahoma"/>
              </a:rPr>
              <a:t>(</a:t>
            </a:r>
            <a:r>
              <a:rPr sz="1800" spc="20" dirty="0">
                <a:latin typeface="Tahoma"/>
                <a:cs typeface="Tahoma"/>
              </a:rPr>
              <a:t>E</a:t>
            </a:r>
            <a:r>
              <a:rPr sz="1800" dirty="0">
                <a:latin typeface="Tahoma"/>
                <a:cs typeface="Tahoma"/>
              </a:rPr>
              <a:t>.</a:t>
            </a:r>
            <a:r>
              <a:rPr sz="1800" spc="35" dirty="0">
                <a:latin typeface="Tahoma"/>
                <a:cs typeface="Tahoma"/>
              </a:rPr>
              <a:t> </a:t>
            </a:r>
            <a:r>
              <a:rPr sz="1800" spc="80" dirty="0">
                <a:latin typeface="Tahoma"/>
                <a:cs typeface="Tahoma"/>
              </a:rPr>
              <a:t>B</a:t>
            </a:r>
            <a:r>
              <a:rPr sz="1800" spc="75" dirty="0">
                <a:latin typeface="Tahoma"/>
                <a:cs typeface="Tahoma"/>
              </a:rPr>
              <a:t>ore</a:t>
            </a:r>
            <a:r>
              <a:rPr sz="1800" spc="5" dirty="0">
                <a:latin typeface="Tahoma"/>
                <a:cs typeface="Tahoma"/>
              </a:rPr>
              <a:t>l</a:t>
            </a:r>
            <a:r>
              <a:rPr sz="1800" spc="110" dirty="0">
                <a:latin typeface="Tahoma"/>
                <a:cs typeface="Tahoma"/>
              </a:rPr>
              <a:t>)</a:t>
            </a:r>
            <a:endParaRPr sz="1800" dirty="0">
              <a:latin typeface="Tahoma"/>
              <a:cs typeface="Tahoma"/>
            </a:endParaRPr>
          </a:p>
        </p:txBody>
      </p:sp>
      <p:sp>
        <p:nvSpPr>
          <p:cNvPr id="7" name="object 9">
            <a:extLst>
              <a:ext uri="{FF2B5EF4-FFF2-40B4-BE49-F238E27FC236}">
                <a16:creationId xmlns:a16="http://schemas.microsoft.com/office/drawing/2014/main" id="{4BE49F93-C982-321B-D81C-60C8490F65A7}"/>
              </a:ext>
            </a:extLst>
          </p:cNvPr>
          <p:cNvSpPr txBox="1"/>
          <p:nvPr/>
        </p:nvSpPr>
        <p:spPr>
          <a:xfrm>
            <a:off x="337820" y="2529803"/>
            <a:ext cx="704215" cy="254000"/>
          </a:xfrm>
          <a:prstGeom prst="rect">
            <a:avLst/>
          </a:prstGeom>
        </p:spPr>
        <p:txBody>
          <a:bodyPr vert="horz" wrap="square" lIns="0" tIns="0" rIns="0" bIns="0" rtlCol="0">
            <a:spAutoFit/>
          </a:bodyPr>
          <a:lstStyle/>
          <a:p>
            <a:pPr marL="12700">
              <a:lnSpc>
                <a:spcPct val="100000"/>
              </a:lnSpc>
            </a:pPr>
            <a:r>
              <a:rPr sz="1800" spc="215" dirty="0">
                <a:latin typeface="Tahoma"/>
                <a:cs typeface="Tahoma"/>
              </a:rPr>
              <a:t>1928</a:t>
            </a:r>
            <a:r>
              <a:rPr sz="1800" spc="-100" dirty="0">
                <a:latin typeface="Tahoma"/>
                <a:cs typeface="Tahoma"/>
              </a:rPr>
              <a:t>:</a:t>
            </a:r>
            <a:endParaRPr sz="1800">
              <a:latin typeface="Tahoma"/>
              <a:cs typeface="Tahoma"/>
            </a:endParaRPr>
          </a:p>
        </p:txBody>
      </p:sp>
      <p:sp>
        <p:nvSpPr>
          <p:cNvPr id="8" name="object 10">
            <a:extLst>
              <a:ext uri="{FF2B5EF4-FFF2-40B4-BE49-F238E27FC236}">
                <a16:creationId xmlns:a16="http://schemas.microsoft.com/office/drawing/2014/main" id="{219F34DA-3247-63E3-F077-FF4D7B3C9ED2}"/>
              </a:ext>
            </a:extLst>
          </p:cNvPr>
          <p:cNvSpPr txBox="1"/>
          <p:nvPr/>
        </p:nvSpPr>
        <p:spPr>
          <a:xfrm>
            <a:off x="2166620" y="2529803"/>
            <a:ext cx="5993130" cy="571500"/>
          </a:xfrm>
          <a:prstGeom prst="rect">
            <a:avLst/>
          </a:prstGeom>
        </p:spPr>
        <p:txBody>
          <a:bodyPr vert="horz" wrap="square" lIns="0" tIns="0" rIns="0" bIns="0" rtlCol="0">
            <a:spAutoFit/>
          </a:bodyPr>
          <a:lstStyle/>
          <a:p>
            <a:pPr marL="12700" marR="5080">
              <a:lnSpc>
                <a:spcPct val="115700"/>
              </a:lnSpc>
            </a:pPr>
            <a:r>
              <a:rPr sz="1800" spc="135" dirty="0">
                <a:latin typeface="Tahoma"/>
                <a:cs typeface="Tahoma"/>
              </a:rPr>
              <a:t>J.</a:t>
            </a:r>
            <a:r>
              <a:rPr sz="1800" spc="35" dirty="0">
                <a:latin typeface="Tahoma"/>
                <a:cs typeface="Tahoma"/>
              </a:rPr>
              <a:t> </a:t>
            </a:r>
            <a:r>
              <a:rPr sz="1800" spc="114" dirty="0">
                <a:latin typeface="Tahoma"/>
                <a:cs typeface="Tahoma"/>
              </a:rPr>
              <a:t>v</a:t>
            </a:r>
            <a:r>
              <a:rPr sz="1800" spc="75" dirty="0">
                <a:latin typeface="Tahoma"/>
                <a:cs typeface="Tahoma"/>
              </a:rPr>
              <a:t>on</a:t>
            </a:r>
            <a:r>
              <a:rPr sz="1800" spc="35" dirty="0">
                <a:latin typeface="Tahoma"/>
                <a:cs typeface="Tahoma"/>
              </a:rPr>
              <a:t> </a:t>
            </a:r>
            <a:r>
              <a:rPr sz="1800" spc="70" dirty="0">
                <a:latin typeface="Tahoma"/>
                <a:cs typeface="Tahoma"/>
              </a:rPr>
              <a:t>N</a:t>
            </a:r>
            <a:r>
              <a:rPr sz="1800" spc="85" dirty="0">
                <a:latin typeface="Tahoma"/>
                <a:cs typeface="Tahoma"/>
              </a:rPr>
              <a:t>e</a:t>
            </a:r>
            <a:r>
              <a:rPr sz="1800" spc="40" dirty="0">
                <a:latin typeface="Tahoma"/>
                <a:cs typeface="Tahoma"/>
              </a:rPr>
              <a:t>u</a:t>
            </a:r>
            <a:r>
              <a:rPr sz="1800" spc="70" dirty="0">
                <a:latin typeface="Tahoma"/>
                <a:cs typeface="Tahoma"/>
              </a:rPr>
              <a:t>ma</a:t>
            </a:r>
            <a:r>
              <a:rPr sz="1800" spc="40" dirty="0">
                <a:latin typeface="Tahoma"/>
                <a:cs typeface="Tahoma"/>
              </a:rPr>
              <a:t>nn</a:t>
            </a:r>
            <a:r>
              <a:rPr sz="1800" spc="-100" dirty="0">
                <a:latin typeface="Tahoma"/>
                <a:cs typeface="Tahoma"/>
              </a:rPr>
              <a:t>:</a:t>
            </a:r>
            <a:r>
              <a:rPr sz="1800" spc="35" dirty="0">
                <a:latin typeface="Tahoma"/>
                <a:cs typeface="Tahoma"/>
              </a:rPr>
              <a:t> </a:t>
            </a:r>
            <a:r>
              <a:rPr sz="1800" spc="155" dirty="0">
                <a:latin typeface="Tahoma"/>
                <a:cs typeface="Tahoma"/>
              </a:rPr>
              <a:t>“</a:t>
            </a:r>
            <a:r>
              <a:rPr sz="1800" spc="20" dirty="0">
                <a:latin typeface="Tahoma"/>
                <a:cs typeface="Tahoma"/>
              </a:rPr>
              <a:t>Z</a:t>
            </a:r>
            <a:r>
              <a:rPr sz="1800" spc="40" dirty="0">
                <a:latin typeface="Tahoma"/>
                <a:cs typeface="Tahoma"/>
              </a:rPr>
              <a:t>u</a:t>
            </a:r>
            <a:r>
              <a:rPr sz="1800" spc="45" dirty="0">
                <a:latin typeface="Tahoma"/>
                <a:cs typeface="Tahoma"/>
              </a:rPr>
              <a:t>r</a:t>
            </a:r>
            <a:r>
              <a:rPr sz="1800" spc="35" dirty="0">
                <a:latin typeface="Tahoma"/>
                <a:cs typeface="Tahoma"/>
              </a:rPr>
              <a:t> </a:t>
            </a:r>
            <a:r>
              <a:rPr sz="1800" spc="90" dirty="0">
                <a:latin typeface="Tahoma"/>
                <a:cs typeface="Tahoma"/>
              </a:rPr>
              <a:t>T</a:t>
            </a:r>
            <a:r>
              <a:rPr sz="1800" spc="40" dirty="0">
                <a:latin typeface="Tahoma"/>
                <a:cs typeface="Tahoma"/>
              </a:rPr>
              <a:t>h</a:t>
            </a:r>
            <a:r>
              <a:rPr sz="1800" spc="75" dirty="0">
                <a:latin typeface="Tahoma"/>
                <a:cs typeface="Tahoma"/>
              </a:rPr>
              <a:t>eor</a:t>
            </a:r>
            <a:r>
              <a:rPr sz="1800" spc="5" dirty="0">
                <a:latin typeface="Tahoma"/>
                <a:cs typeface="Tahoma"/>
              </a:rPr>
              <a:t>i</a:t>
            </a:r>
            <a:r>
              <a:rPr sz="1800" spc="85" dirty="0">
                <a:latin typeface="Tahoma"/>
                <a:cs typeface="Tahoma"/>
              </a:rPr>
              <a:t>e</a:t>
            </a:r>
            <a:r>
              <a:rPr sz="1800" spc="35" dirty="0">
                <a:latin typeface="Tahoma"/>
                <a:cs typeface="Tahoma"/>
              </a:rPr>
              <a:t> </a:t>
            </a:r>
            <a:r>
              <a:rPr sz="1800" spc="75" dirty="0">
                <a:latin typeface="Tahoma"/>
                <a:cs typeface="Tahoma"/>
              </a:rPr>
              <a:t>d</a:t>
            </a:r>
            <a:r>
              <a:rPr sz="1800" spc="85" dirty="0">
                <a:latin typeface="Tahoma"/>
                <a:cs typeface="Tahoma"/>
              </a:rPr>
              <a:t>e</a:t>
            </a:r>
            <a:r>
              <a:rPr sz="1800" spc="45" dirty="0">
                <a:latin typeface="Tahoma"/>
                <a:cs typeface="Tahoma"/>
              </a:rPr>
              <a:t>r</a:t>
            </a:r>
            <a:r>
              <a:rPr sz="1800" spc="35" dirty="0">
                <a:latin typeface="Tahoma"/>
                <a:cs typeface="Tahoma"/>
              </a:rPr>
              <a:t> </a:t>
            </a:r>
            <a:r>
              <a:rPr sz="1800" spc="10" dirty="0">
                <a:latin typeface="Tahoma"/>
                <a:cs typeface="Tahoma"/>
              </a:rPr>
              <a:t>G</a:t>
            </a:r>
            <a:r>
              <a:rPr sz="1800" spc="85" dirty="0">
                <a:latin typeface="Tahoma"/>
                <a:cs typeface="Tahoma"/>
              </a:rPr>
              <a:t>e</a:t>
            </a:r>
            <a:r>
              <a:rPr sz="1800" spc="110" dirty="0">
                <a:latin typeface="Tahoma"/>
                <a:cs typeface="Tahoma"/>
              </a:rPr>
              <a:t>s</a:t>
            </a:r>
            <a:r>
              <a:rPr sz="1800" spc="85" dirty="0">
                <a:latin typeface="Tahoma"/>
                <a:cs typeface="Tahoma"/>
              </a:rPr>
              <a:t>e</a:t>
            </a:r>
            <a:r>
              <a:rPr sz="1800" spc="5" dirty="0">
                <a:latin typeface="Tahoma"/>
                <a:cs typeface="Tahoma"/>
              </a:rPr>
              <a:t>ll</a:t>
            </a:r>
            <a:r>
              <a:rPr sz="1800" spc="110" dirty="0">
                <a:latin typeface="Tahoma"/>
                <a:cs typeface="Tahoma"/>
              </a:rPr>
              <a:t>s</a:t>
            </a:r>
            <a:r>
              <a:rPr sz="1800" spc="145" dirty="0">
                <a:latin typeface="Tahoma"/>
                <a:cs typeface="Tahoma"/>
              </a:rPr>
              <a:t>c</a:t>
            </a:r>
            <a:r>
              <a:rPr sz="1800" spc="40" dirty="0">
                <a:latin typeface="Tahoma"/>
                <a:cs typeface="Tahoma"/>
              </a:rPr>
              <a:t>h</a:t>
            </a:r>
            <a:r>
              <a:rPr sz="1800" spc="45" dirty="0">
                <a:latin typeface="Tahoma"/>
                <a:cs typeface="Tahoma"/>
              </a:rPr>
              <a:t>a</a:t>
            </a:r>
            <a:r>
              <a:rPr sz="1800" spc="125" dirty="0">
                <a:latin typeface="Tahoma"/>
                <a:cs typeface="Tahoma"/>
              </a:rPr>
              <a:t>f</a:t>
            </a:r>
            <a:r>
              <a:rPr sz="1800" spc="190" dirty="0">
                <a:latin typeface="Tahoma"/>
                <a:cs typeface="Tahoma"/>
              </a:rPr>
              <a:t>t</a:t>
            </a:r>
            <a:r>
              <a:rPr sz="1800" spc="110" dirty="0">
                <a:latin typeface="Tahoma"/>
                <a:cs typeface="Tahoma"/>
              </a:rPr>
              <a:t>ss</a:t>
            </a:r>
            <a:r>
              <a:rPr sz="1800" spc="75" dirty="0">
                <a:latin typeface="Tahoma"/>
                <a:cs typeface="Tahoma"/>
              </a:rPr>
              <a:t>p</a:t>
            </a:r>
            <a:r>
              <a:rPr sz="1800" spc="5" dirty="0">
                <a:latin typeface="Tahoma"/>
                <a:cs typeface="Tahoma"/>
              </a:rPr>
              <a:t>i</a:t>
            </a:r>
            <a:r>
              <a:rPr sz="1800" spc="85" dirty="0">
                <a:latin typeface="Tahoma"/>
                <a:cs typeface="Tahoma"/>
              </a:rPr>
              <a:t>e</a:t>
            </a:r>
            <a:r>
              <a:rPr sz="1800" spc="5" dirty="0">
                <a:latin typeface="Tahoma"/>
                <a:cs typeface="Tahoma"/>
              </a:rPr>
              <a:t>l</a:t>
            </a:r>
            <a:r>
              <a:rPr sz="1800" spc="85" dirty="0">
                <a:latin typeface="Tahoma"/>
                <a:cs typeface="Tahoma"/>
              </a:rPr>
              <a:t>e</a:t>
            </a:r>
            <a:r>
              <a:rPr sz="1800" spc="155" dirty="0">
                <a:latin typeface="Tahoma"/>
                <a:cs typeface="Tahoma"/>
              </a:rPr>
              <a:t>”</a:t>
            </a:r>
            <a:r>
              <a:rPr sz="1800" spc="120" dirty="0">
                <a:latin typeface="Tahoma"/>
                <a:cs typeface="Tahoma"/>
              </a:rPr>
              <a:t> </a:t>
            </a:r>
            <a:r>
              <a:rPr sz="1800" spc="5" dirty="0">
                <a:latin typeface="Tahoma"/>
                <a:cs typeface="Tahoma"/>
              </a:rPr>
              <a:t>i</a:t>
            </a:r>
            <a:r>
              <a:rPr sz="1800" spc="40" dirty="0">
                <a:latin typeface="Tahoma"/>
                <a:cs typeface="Tahoma"/>
              </a:rPr>
              <a:t>n</a:t>
            </a:r>
            <a:r>
              <a:rPr sz="1800" spc="35" dirty="0">
                <a:latin typeface="Tahoma"/>
                <a:cs typeface="Tahoma"/>
              </a:rPr>
              <a:t> </a:t>
            </a:r>
            <a:r>
              <a:rPr sz="1800" spc="25" dirty="0">
                <a:latin typeface="Tahoma"/>
                <a:cs typeface="Tahoma"/>
              </a:rPr>
              <a:t>M</a:t>
            </a:r>
            <a:r>
              <a:rPr sz="1800" spc="45" dirty="0">
                <a:latin typeface="Tahoma"/>
                <a:cs typeface="Tahoma"/>
              </a:rPr>
              <a:t>a</a:t>
            </a:r>
            <a:r>
              <a:rPr sz="1800" spc="190" dirty="0">
                <a:latin typeface="Tahoma"/>
                <a:cs typeface="Tahoma"/>
              </a:rPr>
              <a:t>t</a:t>
            </a:r>
            <a:r>
              <a:rPr sz="1800" spc="40" dirty="0">
                <a:latin typeface="Tahoma"/>
                <a:cs typeface="Tahoma"/>
              </a:rPr>
              <a:t>h</a:t>
            </a:r>
            <a:r>
              <a:rPr sz="1800" spc="85" dirty="0">
                <a:latin typeface="Tahoma"/>
                <a:cs typeface="Tahoma"/>
              </a:rPr>
              <a:t>e</a:t>
            </a:r>
            <a:r>
              <a:rPr sz="1800" spc="70" dirty="0">
                <a:latin typeface="Tahoma"/>
                <a:cs typeface="Tahoma"/>
              </a:rPr>
              <a:t>ma</a:t>
            </a:r>
            <a:r>
              <a:rPr sz="1800" spc="190" dirty="0">
                <a:latin typeface="Tahoma"/>
                <a:cs typeface="Tahoma"/>
              </a:rPr>
              <a:t>t</a:t>
            </a:r>
            <a:r>
              <a:rPr sz="1800" spc="5" dirty="0">
                <a:latin typeface="Tahoma"/>
                <a:cs typeface="Tahoma"/>
              </a:rPr>
              <a:t>i</a:t>
            </a:r>
            <a:r>
              <a:rPr sz="1800" spc="110" dirty="0">
                <a:latin typeface="Tahoma"/>
                <a:cs typeface="Tahoma"/>
              </a:rPr>
              <a:t>s</a:t>
            </a:r>
            <a:r>
              <a:rPr sz="1800" spc="145" dirty="0">
                <a:latin typeface="Tahoma"/>
                <a:cs typeface="Tahoma"/>
              </a:rPr>
              <a:t>c</a:t>
            </a:r>
            <a:r>
              <a:rPr sz="1800" spc="40" dirty="0">
                <a:latin typeface="Tahoma"/>
                <a:cs typeface="Tahoma"/>
              </a:rPr>
              <a:t>h</a:t>
            </a:r>
            <a:r>
              <a:rPr sz="1800" spc="85" dirty="0">
                <a:latin typeface="Tahoma"/>
                <a:cs typeface="Tahoma"/>
              </a:rPr>
              <a:t>e</a:t>
            </a:r>
            <a:r>
              <a:rPr sz="1800" spc="35" dirty="0">
                <a:latin typeface="Tahoma"/>
                <a:cs typeface="Tahoma"/>
              </a:rPr>
              <a:t> </a:t>
            </a:r>
            <a:r>
              <a:rPr sz="1800" spc="225" dirty="0">
                <a:latin typeface="Tahoma"/>
                <a:cs typeface="Tahoma"/>
              </a:rPr>
              <a:t>A</a:t>
            </a:r>
            <a:r>
              <a:rPr sz="1800" spc="40" dirty="0">
                <a:latin typeface="Tahoma"/>
                <a:cs typeface="Tahoma"/>
              </a:rPr>
              <a:t>nn</a:t>
            </a:r>
            <a:r>
              <a:rPr sz="1800" spc="45" dirty="0">
                <a:latin typeface="Tahoma"/>
                <a:cs typeface="Tahoma"/>
              </a:rPr>
              <a:t>a</a:t>
            </a:r>
            <a:r>
              <a:rPr sz="1800" spc="5" dirty="0">
                <a:latin typeface="Tahoma"/>
                <a:cs typeface="Tahoma"/>
              </a:rPr>
              <a:t>l</a:t>
            </a:r>
            <a:r>
              <a:rPr sz="1800" spc="85" dirty="0">
                <a:latin typeface="Tahoma"/>
                <a:cs typeface="Tahoma"/>
              </a:rPr>
              <a:t>e</a:t>
            </a:r>
            <a:r>
              <a:rPr sz="1800" spc="40" dirty="0">
                <a:latin typeface="Tahoma"/>
                <a:cs typeface="Tahoma"/>
              </a:rPr>
              <a:t>n</a:t>
            </a:r>
            <a:r>
              <a:rPr sz="1800" spc="35" dirty="0">
                <a:latin typeface="Tahoma"/>
                <a:cs typeface="Tahoma"/>
              </a:rPr>
              <a:t> </a:t>
            </a:r>
            <a:r>
              <a:rPr sz="1800" spc="225" dirty="0">
                <a:latin typeface="Tahoma"/>
                <a:cs typeface="Tahoma"/>
              </a:rPr>
              <a:t>V</a:t>
            </a:r>
            <a:r>
              <a:rPr sz="1800" spc="55" dirty="0">
                <a:latin typeface="Tahoma"/>
                <a:cs typeface="Tahoma"/>
              </a:rPr>
              <a:t>ol</a:t>
            </a:r>
            <a:r>
              <a:rPr sz="1800" dirty="0">
                <a:latin typeface="Tahoma"/>
                <a:cs typeface="Tahoma"/>
              </a:rPr>
              <a:t>.</a:t>
            </a:r>
            <a:r>
              <a:rPr sz="1800" spc="35" dirty="0">
                <a:latin typeface="Tahoma"/>
                <a:cs typeface="Tahoma"/>
              </a:rPr>
              <a:t> </a:t>
            </a:r>
            <a:r>
              <a:rPr sz="1800" spc="215" dirty="0">
                <a:latin typeface="Tahoma"/>
                <a:cs typeface="Tahoma"/>
              </a:rPr>
              <a:t>100</a:t>
            </a:r>
            <a:endParaRPr sz="1800" dirty="0">
              <a:latin typeface="Tahoma"/>
              <a:cs typeface="Tahoma"/>
            </a:endParaRPr>
          </a:p>
        </p:txBody>
      </p:sp>
      <p:sp>
        <p:nvSpPr>
          <p:cNvPr id="9" name="object 11">
            <a:extLst>
              <a:ext uri="{FF2B5EF4-FFF2-40B4-BE49-F238E27FC236}">
                <a16:creationId xmlns:a16="http://schemas.microsoft.com/office/drawing/2014/main" id="{E55FCBFE-B1D8-7356-2484-B6D787B910DC}"/>
              </a:ext>
            </a:extLst>
          </p:cNvPr>
          <p:cNvSpPr txBox="1"/>
          <p:nvPr/>
        </p:nvSpPr>
        <p:spPr>
          <a:xfrm>
            <a:off x="337820" y="3482303"/>
            <a:ext cx="704215" cy="254000"/>
          </a:xfrm>
          <a:prstGeom prst="rect">
            <a:avLst/>
          </a:prstGeom>
        </p:spPr>
        <p:txBody>
          <a:bodyPr vert="horz" wrap="square" lIns="0" tIns="0" rIns="0" bIns="0" rtlCol="0">
            <a:spAutoFit/>
          </a:bodyPr>
          <a:lstStyle/>
          <a:p>
            <a:pPr marL="12700">
              <a:lnSpc>
                <a:spcPct val="100000"/>
              </a:lnSpc>
            </a:pPr>
            <a:r>
              <a:rPr sz="1800" spc="215" dirty="0">
                <a:latin typeface="Tahoma"/>
                <a:cs typeface="Tahoma"/>
              </a:rPr>
              <a:t>1944</a:t>
            </a:r>
            <a:r>
              <a:rPr sz="1800" spc="-100" dirty="0">
                <a:latin typeface="Tahoma"/>
                <a:cs typeface="Tahoma"/>
              </a:rPr>
              <a:t>:</a:t>
            </a:r>
            <a:endParaRPr sz="1800">
              <a:latin typeface="Tahoma"/>
              <a:cs typeface="Tahoma"/>
            </a:endParaRPr>
          </a:p>
        </p:txBody>
      </p:sp>
      <p:sp>
        <p:nvSpPr>
          <p:cNvPr id="10" name="object 12">
            <a:extLst>
              <a:ext uri="{FF2B5EF4-FFF2-40B4-BE49-F238E27FC236}">
                <a16:creationId xmlns:a16="http://schemas.microsoft.com/office/drawing/2014/main" id="{A8483DBB-24B2-B8DF-5DB5-D19A42F5AAC5}"/>
              </a:ext>
            </a:extLst>
          </p:cNvPr>
          <p:cNvSpPr txBox="1"/>
          <p:nvPr/>
        </p:nvSpPr>
        <p:spPr>
          <a:xfrm>
            <a:off x="2166620" y="3482303"/>
            <a:ext cx="5137785" cy="1206500"/>
          </a:xfrm>
          <a:prstGeom prst="rect">
            <a:avLst/>
          </a:prstGeom>
        </p:spPr>
        <p:txBody>
          <a:bodyPr vert="horz" wrap="square" lIns="0" tIns="0" rIns="0" bIns="0" rtlCol="0">
            <a:spAutoFit/>
          </a:bodyPr>
          <a:lstStyle/>
          <a:p>
            <a:pPr marL="12700">
              <a:lnSpc>
                <a:spcPct val="100000"/>
              </a:lnSpc>
            </a:pPr>
            <a:r>
              <a:rPr sz="1800" spc="135" dirty="0">
                <a:latin typeface="Tahoma"/>
                <a:cs typeface="Tahoma"/>
              </a:rPr>
              <a:t>J.</a:t>
            </a:r>
            <a:r>
              <a:rPr sz="1800" spc="35" dirty="0">
                <a:latin typeface="Tahoma"/>
                <a:cs typeface="Tahoma"/>
              </a:rPr>
              <a:t> </a:t>
            </a:r>
            <a:r>
              <a:rPr sz="1800" spc="114" dirty="0">
                <a:latin typeface="Tahoma"/>
                <a:cs typeface="Tahoma"/>
              </a:rPr>
              <a:t>v</a:t>
            </a:r>
            <a:r>
              <a:rPr sz="1800" spc="75" dirty="0">
                <a:latin typeface="Tahoma"/>
                <a:cs typeface="Tahoma"/>
              </a:rPr>
              <a:t>on</a:t>
            </a:r>
            <a:r>
              <a:rPr sz="1800" spc="35" dirty="0">
                <a:latin typeface="Tahoma"/>
                <a:cs typeface="Tahoma"/>
              </a:rPr>
              <a:t> </a:t>
            </a:r>
            <a:r>
              <a:rPr sz="1800" spc="70" dirty="0">
                <a:latin typeface="Tahoma"/>
                <a:cs typeface="Tahoma"/>
              </a:rPr>
              <a:t>N</a:t>
            </a:r>
            <a:r>
              <a:rPr sz="1800" spc="85" dirty="0">
                <a:latin typeface="Tahoma"/>
                <a:cs typeface="Tahoma"/>
              </a:rPr>
              <a:t>e</a:t>
            </a:r>
            <a:r>
              <a:rPr sz="1800" spc="40" dirty="0">
                <a:latin typeface="Tahoma"/>
                <a:cs typeface="Tahoma"/>
              </a:rPr>
              <a:t>u</a:t>
            </a:r>
            <a:r>
              <a:rPr sz="1800" spc="70" dirty="0">
                <a:latin typeface="Tahoma"/>
                <a:cs typeface="Tahoma"/>
              </a:rPr>
              <a:t>ma</a:t>
            </a:r>
            <a:r>
              <a:rPr sz="1800" spc="40" dirty="0">
                <a:latin typeface="Tahoma"/>
                <a:cs typeface="Tahoma"/>
              </a:rPr>
              <a:t>nn</a:t>
            </a:r>
            <a:r>
              <a:rPr sz="1800" spc="35" dirty="0">
                <a:latin typeface="Tahoma"/>
                <a:cs typeface="Tahoma"/>
              </a:rPr>
              <a:t> </a:t>
            </a:r>
            <a:r>
              <a:rPr sz="1800" spc="45" dirty="0">
                <a:latin typeface="Tahoma"/>
                <a:cs typeface="Tahoma"/>
              </a:rPr>
              <a:t>a</a:t>
            </a:r>
            <a:r>
              <a:rPr sz="1800" spc="40" dirty="0">
                <a:latin typeface="Tahoma"/>
                <a:cs typeface="Tahoma"/>
              </a:rPr>
              <a:t>n</a:t>
            </a:r>
            <a:r>
              <a:rPr sz="1800" spc="75" dirty="0">
                <a:latin typeface="Tahoma"/>
                <a:cs typeface="Tahoma"/>
              </a:rPr>
              <a:t>d</a:t>
            </a:r>
            <a:r>
              <a:rPr sz="1800" spc="35" dirty="0">
                <a:latin typeface="Tahoma"/>
                <a:cs typeface="Tahoma"/>
              </a:rPr>
              <a:t> O</a:t>
            </a:r>
            <a:r>
              <a:rPr sz="1800" dirty="0">
                <a:latin typeface="Tahoma"/>
                <a:cs typeface="Tahoma"/>
              </a:rPr>
              <a:t>.</a:t>
            </a:r>
            <a:r>
              <a:rPr sz="1800" spc="35" dirty="0">
                <a:latin typeface="Tahoma"/>
                <a:cs typeface="Tahoma"/>
              </a:rPr>
              <a:t> </a:t>
            </a:r>
            <a:r>
              <a:rPr sz="1800" spc="25" dirty="0">
                <a:latin typeface="Tahoma"/>
                <a:cs typeface="Tahoma"/>
              </a:rPr>
              <a:t>M</a:t>
            </a:r>
            <a:r>
              <a:rPr sz="1800" spc="70" dirty="0">
                <a:latin typeface="Tahoma"/>
                <a:cs typeface="Tahoma"/>
              </a:rPr>
              <a:t>or</a:t>
            </a:r>
            <a:r>
              <a:rPr sz="1800" spc="95" dirty="0">
                <a:latin typeface="Tahoma"/>
                <a:cs typeface="Tahoma"/>
              </a:rPr>
              <a:t>g</a:t>
            </a:r>
            <a:r>
              <a:rPr sz="1800" spc="85" dirty="0">
                <a:latin typeface="Tahoma"/>
                <a:cs typeface="Tahoma"/>
              </a:rPr>
              <a:t>e</a:t>
            </a:r>
            <a:r>
              <a:rPr sz="1800" spc="40" dirty="0">
                <a:latin typeface="Tahoma"/>
                <a:cs typeface="Tahoma"/>
              </a:rPr>
              <a:t>n</a:t>
            </a:r>
            <a:r>
              <a:rPr sz="1800" spc="110" dirty="0">
                <a:latin typeface="Tahoma"/>
                <a:cs typeface="Tahoma"/>
              </a:rPr>
              <a:t>s</a:t>
            </a:r>
            <a:r>
              <a:rPr sz="1800" spc="190" dirty="0">
                <a:latin typeface="Tahoma"/>
                <a:cs typeface="Tahoma"/>
              </a:rPr>
              <a:t>t</a:t>
            </a:r>
            <a:r>
              <a:rPr sz="1800" spc="85" dirty="0">
                <a:latin typeface="Tahoma"/>
                <a:cs typeface="Tahoma"/>
              </a:rPr>
              <a:t>e</a:t>
            </a:r>
            <a:r>
              <a:rPr sz="1800" spc="45" dirty="0">
                <a:latin typeface="Tahoma"/>
                <a:cs typeface="Tahoma"/>
              </a:rPr>
              <a:t>r</a:t>
            </a:r>
            <a:r>
              <a:rPr sz="1800" spc="40" dirty="0">
                <a:latin typeface="Tahoma"/>
                <a:cs typeface="Tahoma"/>
              </a:rPr>
              <a:t>n</a:t>
            </a:r>
            <a:r>
              <a:rPr sz="1800" spc="-100" dirty="0">
                <a:latin typeface="Tahoma"/>
                <a:cs typeface="Tahoma"/>
              </a:rPr>
              <a:t>:</a:t>
            </a:r>
            <a:endParaRPr sz="1800" dirty="0">
              <a:latin typeface="Tahoma"/>
              <a:cs typeface="Tahoma"/>
            </a:endParaRPr>
          </a:p>
          <a:p>
            <a:pPr marL="12700" marR="5080">
              <a:lnSpc>
                <a:spcPct val="115700"/>
              </a:lnSpc>
            </a:pPr>
            <a:r>
              <a:rPr sz="1800" spc="155" dirty="0">
                <a:latin typeface="Tahoma"/>
                <a:cs typeface="Tahoma"/>
              </a:rPr>
              <a:t>“</a:t>
            </a:r>
            <a:r>
              <a:rPr sz="1800" spc="90" dirty="0">
                <a:latin typeface="Tahoma"/>
                <a:cs typeface="Tahoma"/>
              </a:rPr>
              <a:t>T</a:t>
            </a:r>
            <a:r>
              <a:rPr sz="1800" spc="40" dirty="0">
                <a:latin typeface="Tahoma"/>
                <a:cs typeface="Tahoma"/>
              </a:rPr>
              <a:t>h</a:t>
            </a:r>
            <a:r>
              <a:rPr sz="1800" spc="75" dirty="0">
                <a:latin typeface="Tahoma"/>
                <a:cs typeface="Tahoma"/>
              </a:rPr>
              <a:t>eor</a:t>
            </a:r>
            <a:r>
              <a:rPr sz="1800" spc="125" dirty="0">
                <a:latin typeface="Tahoma"/>
                <a:cs typeface="Tahoma"/>
              </a:rPr>
              <a:t>y</a:t>
            </a:r>
            <a:r>
              <a:rPr sz="1800" spc="35" dirty="0">
                <a:latin typeface="Tahoma"/>
                <a:cs typeface="Tahoma"/>
              </a:rPr>
              <a:t> </a:t>
            </a:r>
            <a:r>
              <a:rPr sz="1800" spc="114" dirty="0">
                <a:latin typeface="Tahoma"/>
                <a:cs typeface="Tahoma"/>
              </a:rPr>
              <a:t>of</a:t>
            </a:r>
            <a:r>
              <a:rPr sz="1800" spc="35" dirty="0">
                <a:latin typeface="Tahoma"/>
                <a:cs typeface="Tahoma"/>
              </a:rPr>
              <a:t> </a:t>
            </a:r>
            <a:r>
              <a:rPr sz="1800" spc="10" dirty="0">
                <a:latin typeface="Tahoma"/>
                <a:cs typeface="Tahoma"/>
              </a:rPr>
              <a:t>G</a:t>
            </a:r>
            <a:r>
              <a:rPr sz="1800" spc="45" dirty="0">
                <a:latin typeface="Tahoma"/>
                <a:cs typeface="Tahoma"/>
              </a:rPr>
              <a:t>a</a:t>
            </a:r>
            <a:r>
              <a:rPr sz="1800" spc="85" dirty="0">
                <a:latin typeface="Tahoma"/>
                <a:cs typeface="Tahoma"/>
              </a:rPr>
              <a:t>me</a:t>
            </a:r>
            <a:r>
              <a:rPr sz="1800" spc="110" dirty="0">
                <a:latin typeface="Tahoma"/>
                <a:cs typeface="Tahoma"/>
              </a:rPr>
              <a:t>s</a:t>
            </a:r>
            <a:r>
              <a:rPr sz="1800" spc="35" dirty="0">
                <a:latin typeface="Tahoma"/>
                <a:cs typeface="Tahoma"/>
              </a:rPr>
              <a:t> </a:t>
            </a:r>
            <a:r>
              <a:rPr sz="1800" spc="45" dirty="0">
                <a:latin typeface="Tahoma"/>
                <a:cs typeface="Tahoma"/>
              </a:rPr>
              <a:t>a</a:t>
            </a:r>
            <a:r>
              <a:rPr sz="1800" spc="40" dirty="0">
                <a:latin typeface="Tahoma"/>
                <a:cs typeface="Tahoma"/>
              </a:rPr>
              <a:t>n</a:t>
            </a:r>
            <a:r>
              <a:rPr sz="1800" spc="75" dirty="0">
                <a:latin typeface="Tahoma"/>
                <a:cs typeface="Tahoma"/>
              </a:rPr>
              <a:t>d</a:t>
            </a:r>
            <a:r>
              <a:rPr sz="1800" spc="35" dirty="0">
                <a:latin typeface="Tahoma"/>
                <a:cs typeface="Tahoma"/>
              </a:rPr>
              <a:t> </a:t>
            </a:r>
            <a:r>
              <a:rPr sz="1800" spc="20" dirty="0">
                <a:latin typeface="Tahoma"/>
                <a:cs typeface="Tahoma"/>
              </a:rPr>
              <a:t>E</a:t>
            </a:r>
            <a:r>
              <a:rPr sz="1800" spc="145" dirty="0">
                <a:latin typeface="Tahoma"/>
                <a:cs typeface="Tahoma"/>
              </a:rPr>
              <a:t>c</a:t>
            </a:r>
            <a:r>
              <a:rPr sz="1800" spc="75" dirty="0">
                <a:latin typeface="Tahoma"/>
                <a:cs typeface="Tahoma"/>
              </a:rPr>
              <a:t>on</a:t>
            </a:r>
            <a:r>
              <a:rPr sz="1800" spc="65" dirty="0">
                <a:latin typeface="Tahoma"/>
                <a:cs typeface="Tahoma"/>
              </a:rPr>
              <a:t>omi</a:t>
            </a:r>
            <a:r>
              <a:rPr sz="1800" spc="145" dirty="0">
                <a:latin typeface="Tahoma"/>
                <a:cs typeface="Tahoma"/>
              </a:rPr>
              <a:t>c</a:t>
            </a:r>
            <a:r>
              <a:rPr sz="1800" spc="45" dirty="0">
                <a:latin typeface="Tahoma"/>
                <a:cs typeface="Tahoma"/>
              </a:rPr>
              <a:t>a</a:t>
            </a:r>
            <a:r>
              <a:rPr sz="1800" spc="5" dirty="0">
                <a:latin typeface="Tahoma"/>
                <a:cs typeface="Tahoma"/>
              </a:rPr>
              <a:t>l</a:t>
            </a:r>
            <a:r>
              <a:rPr sz="1800" spc="35" dirty="0">
                <a:latin typeface="Tahoma"/>
                <a:cs typeface="Tahoma"/>
              </a:rPr>
              <a:t> </a:t>
            </a:r>
            <a:r>
              <a:rPr sz="1800" spc="80" dirty="0">
                <a:latin typeface="Tahoma"/>
                <a:cs typeface="Tahoma"/>
              </a:rPr>
              <a:t>B</a:t>
            </a:r>
            <a:r>
              <a:rPr sz="1800" spc="85" dirty="0">
                <a:latin typeface="Tahoma"/>
                <a:cs typeface="Tahoma"/>
              </a:rPr>
              <a:t>e</a:t>
            </a:r>
            <a:r>
              <a:rPr sz="1800" spc="40" dirty="0">
                <a:latin typeface="Tahoma"/>
                <a:cs typeface="Tahoma"/>
              </a:rPr>
              <a:t>h</a:t>
            </a:r>
            <a:r>
              <a:rPr sz="1800" spc="45" dirty="0">
                <a:latin typeface="Tahoma"/>
                <a:cs typeface="Tahoma"/>
              </a:rPr>
              <a:t>a</a:t>
            </a:r>
            <a:r>
              <a:rPr sz="1800" spc="114" dirty="0">
                <a:latin typeface="Tahoma"/>
                <a:cs typeface="Tahoma"/>
              </a:rPr>
              <a:t>v</a:t>
            </a:r>
            <a:r>
              <a:rPr sz="1800" spc="5" dirty="0">
                <a:latin typeface="Tahoma"/>
                <a:cs typeface="Tahoma"/>
              </a:rPr>
              <a:t>i</a:t>
            </a:r>
            <a:r>
              <a:rPr sz="1800" spc="75" dirty="0">
                <a:latin typeface="Tahoma"/>
                <a:cs typeface="Tahoma"/>
              </a:rPr>
              <a:t>ou</a:t>
            </a:r>
            <a:r>
              <a:rPr sz="1800" spc="45" dirty="0">
                <a:latin typeface="Tahoma"/>
                <a:cs typeface="Tahoma"/>
              </a:rPr>
              <a:t>r</a:t>
            </a:r>
            <a:r>
              <a:rPr sz="1800" spc="155" dirty="0">
                <a:latin typeface="Tahoma"/>
                <a:cs typeface="Tahoma"/>
              </a:rPr>
              <a:t>”</a:t>
            </a:r>
            <a:r>
              <a:rPr sz="1800" dirty="0">
                <a:latin typeface="Tahoma"/>
                <a:cs typeface="Tahoma"/>
              </a:rPr>
              <a:t>, </a:t>
            </a:r>
            <a:r>
              <a:rPr sz="1800" spc="45" dirty="0">
                <a:latin typeface="Tahoma"/>
                <a:cs typeface="Tahoma"/>
              </a:rPr>
              <a:t>Pr</a:t>
            </a:r>
            <a:r>
              <a:rPr sz="1800" spc="5" dirty="0">
                <a:latin typeface="Tahoma"/>
                <a:cs typeface="Tahoma"/>
              </a:rPr>
              <a:t>i</a:t>
            </a:r>
            <a:r>
              <a:rPr sz="1800" spc="40" dirty="0">
                <a:latin typeface="Tahoma"/>
                <a:cs typeface="Tahoma"/>
              </a:rPr>
              <a:t>n</a:t>
            </a:r>
            <a:r>
              <a:rPr sz="1800" spc="145" dirty="0">
                <a:latin typeface="Tahoma"/>
                <a:cs typeface="Tahoma"/>
              </a:rPr>
              <a:t>c</a:t>
            </a:r>
            <a:r>
              <a:rPr sz="1800" spc="85" dirty="0">
                <a:latin typeface="Tahoma"/>
                <a:cs typeface="Tahoma"/>
              </a:rPr>
              <a:t>e</a:t>
            </a:r>
            <a:r>
              <a:rPr sz="1800" spc="190" dirty="0">
                <a:latin typeface="Tahoma"/>
                <a:cs typeface="Tahoma"/>
              </a:rPr>
              <a:t>t</a:t>
            </a:r>
            <a:r>
              <a:rPr sz="1800" spc="75" dirty="0">
                <a:latin typeface="Tahoma"/>
                <a:cs typeface="Tahoma"/>
              </a:rPr>
              <a:t>on</a:t>
            </a:r>
            <a:r>
              <a:rPr sz="1800" spc="35" dirty="0">
                <a:latin typeface="Tahoma"/>
                <a:cs typeface="Tahoma"/>
              </a:rPr>
              <a:t> </a:t>
            </a:r>
            <a:r>
              <a:rPr sz="1800" spc="10" dirty="0">
                <a:latin typeface="Tahoma"/>
                <a:cs typeface="Tahoma"/>
              </a:rPr>
              <a:t>U</a:t>
            </a:r>
            <a:r>
              <a:rPr sz="1800" spc="40" dirty="0">
                <a:latin typeface="Tahoma"/>
                <a:cs typeface="Tahoma"/>
              </a:rPr>
              <a:t>n</a:t>
            </a:r>
            <a:r>
              <a:rPr sz="1800" spc="5" dirty="0">
                <a:latin typeface="Tahoma"/>
                <a:cs typeface="Tahoma"/>
              </a:rPr>
              <a:t>i</a:t>
            </a:r>
            <a:r>
              <a:rPr sz="1800" spc="114" dirty="0">
                <a:latin typeface="Tahoma"/>
                <a:cs typeface="Tahoma"/>
              </a:rPr>
              <a:t>v</a:t>
            </a:r>
            <a:r>
              <a:rPr sz="1800" spc="85" dirty="0">
                <a:latin typeface="Tahoma"/>
                <a:cs typeface="Tahoma"/>
              </a:rPr>
              <a:t>e</a:t>
            </a:r>
            <a:r>
              <a:rPr sz="1800" spc="45" dirty="0">
                <a:latin typeface="Tahoma"/>
                <a:cs typeface="Tahoma"/>
              </a:rPr>
              <a:t>r</a:t>
            </a:r>
            <a:r>
              <a:rPr sz="1800" spc="110" dirty="0">
                <a:latin typeface="Tahoma"/>
                <a:cs typeface="Tahoma"/>
              </a:rPr>
              <a:t>s</a:t>
            </a:r>
            <a:r>
              <a:rPr sz="1800" spc="5" dirty="0">
                <a:latin typeface="Tahoma"/>
                <a:cs typeface="Tahoma"/>
              </a:rPr>
              <a:t>i</a:t>
            </a:r>
            <a:r>
              <a:rPr sz="1800" spc="190" dirty="0">
                <a:latin typeface="Tahoma"/>
                <a:cs typeface="Tahoma"/>
              </a:rPr>
              <a:t>t</a:t>
            </a:r>
            <a:r>
              <a:rPr sz="1800" spc="125" dirty="0">
                <a:latin typeface="Tahoma"/>
                <a:cs typeface="Tahoma"/>
              </a:rPr>
              <a:t>y</a:t>
            </a:r>
            <a:r>
              <a:rPr sz="1800" spc="35" dirty="0">
                <a:latin typeface="Tahoma"/>
                <a:cs typeface="Tahoma"/>
              </a:rPr>
              <a:t> </a:t>
            </a:r>
            <a:r>
              <a:rPr sz="1800" spc="45" dirty="0">
                <a:latin typeface="Tahoma"/>
                <a:cs typeface="Tahoma"/>
              </a:rPr>
              <a:t>Pr</a:t>
            </a:r>
            <a:r>
              <a:rPr sz="1800" spc="85" dirty="0">
                <a:latin typeface="Tahoma"/>
                <a:cs typeface="Tahoma"/>
              </a:rPr>
              <a:t>e</a:t>
            </a:r>
            <a:r>
              <a:rPr sz="1800" spc="110" dirty="0">
                <a:latin typeface="Tahoma"/>
                <a:cs typeface="Tahoma"/>
              </a:rPr>
              <a:t>ss</a:t>
            </a:r>
            <a:endParaRPr sz="1800" dirty="0">
              <a:latin typeface="Tahoma"/>
              <a:cs typeface="Tahoma"/>
            </a:endParaRPr>
          </a:p>
          <a:p>
            <a:pPr marL="12700">
              <a:lnSpc>
                <a:spcPct val="100000"/>
              </a:lnSpc>
              <a:spcBef>
                <a:spcPts val="340"/>
              </a:spcBef>
            </a:pPr>
            <a:r>
              <a:rPr sz="1800" spc="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75" dirty="0">
                <a:latin typeface="Tahoma"/>
                <a:cs typeface="Tahoma"/>
              </a:rPr>
              <a:t>d</a:t>
            </a:r>
            <a:r>
              <a:rPr sz="1800" spc="85" dirty="0">
                <a:latin typeface="Tahoma"/>
                <a:cs typeface="Tahoma"/>
              </a:rPr>
              <a:t>e</a:t>
            </a:r>
            <a:r>
              <a:rPr sz="1800" spc="125" dirty="0">
                <a:latin typeface="Tahoma"/>
                <a:cs typeface="Tahoma"/>
              </a:rPr>
              <a:t>f</a:t>
            </a:r>
            <a:r>
              <a:rPr sz="1800" spc="5" dirty="0">
                <a:latin typeface="Tahoma"/>
                <a:cs typeface="Tahoma"/>
              </a:rPr>
              <a:t>i</a:t>
            </a:r>
            <a:r>
              <a:rPr sz="1800" spc="40" dirty="0">
                <a:latin typeface="Tahoma"/>
                <a:cs typeface="Tahoma"/>
              </a:rPr>
              <a:t>n</a:t>
            </a:r>
            <a:r>
              <a:rPr sz="1800" spc="5" dirty="0">
                <a:latin typeface="Tahoma"/>
                <a:cs typeface="Tahoma"/>
              </a:rPr>
              <a:t>i</a:t>
            </a:r>
            <a:r>
              <a:rPr sz="1800" spc="40" dirty="0">
                <a:latin typeface="Tahoma"/>
                <a:cs typeface="Tahoma"/>
              </a:rPr>
              <a:t>n</a:t>
            </a:r>
            <a:r>
              <a:rPr sz="1800" spc="95" dirty="0">
                <a:latin typeface="Tahoma"/>
                <a:cs typeface="Tahoma"/>
              </a:rPr>
              <a:t>g</a:t>
            </a:r>
            <a:r>
              <a:rPr sz="1800" spc="35" dirty="0">
                <a:latin typeface="Tahoma"/>
                <a:cs typeface="Tahoma"/>
              </a:rPr>
              <a:t> </a:t>
            </a:r>
            <a:r>
              <a:rPr sz="1800" spc="225" dirty="0">
                <a:latin typeface="Tahoma"/>
                <a:cs typeface="Tahoma"/>
              </a:rPr>
              <a:t>V</a:t>
            </a:r>
            <a:r>
              <a:rPr sz="1800" spc="55" dirty="0">
                <a:latin typeface="Tahoma"/>
                <a:cs typeface="Tahoma"/>
              </a:rPr>
              <a:t>ol</a:t>
            </a:r>
            <a:r>
              <a:rPr sz="1800" spc="40" dirty="0">
                <a:latin typeface="Tahoma"/>
                <a:cs typeface="Tahoma"/>
              </a:rPr>
              <a:t>u</a:t>
            </a:r>
            <a:r>
              <a:rPr sz="1800" spc="85" dirty="0">
                <a:latin typeface="Tahoma"/>
                <a:cs typeface="Tahoma"/>
              </a:rPr>
              <a:t>me</a:t>
            </a:r>
            <a:endParaRPr sz="1800" dirty="0">
              <a:latin typeface="Tahoma"/>
              <a:cs typeface="Tahoma"/>
            </a:endParaRPr>
          </a:p>
        </p:txBody>
      </p:sp>
      <p:sp>
        <p:nvSpPr>
          <p:cNvPr id="11" name="object 13">
            <a:extLst>
              <a:ext uri="{FF2B5EF4-FFF2-40B4-BE49-F238E27FC236}">
                <a16:creationId xmlns:a16="http://schemas.microsoft.com/office/drawing/2014/main" id="{3F8A1483-37B7-A949-DD31-C7B8997101B7}"/>
              </a:ext>
            </a:extLst>
          </p:cNvPr>
          <p:cNvSpPr txBox="1"/>
          <p:nvPr/>
        </p:nvSpPr>
        <p:spPr>
          <a:xfrm>
            <a:off x="337820" y="5853096"/>
            <a:ext cx="6773545" cy="254000"/>
          </a:xfrm>
          <a:prstGeom prst="rect">
            <a:avLst/>
          </a:prstGeom>
        </p:spPr>
        <p:txBody>
          <a:bodyPr vert="horz" wrap="square" lIns="0" tIns="0" rIns="0" bIns="0" rtlCol="0">
            <a:spAutoFit/>
          </a:bodyPr>
          <a:lstStyle/>
          <a:p>
            <a:pPr marL="12700">
              <a:lnSpc>
                <a:spcPct val="100000"/>
              </a:lnSpc>
            </a:pPr>
            <a:r>
              <a:rPr sz="1800" spc="35" dirty="0">
                <a:latin typeface="Tahoma"/>
                <a:cs typeface="Tahoma"/>
              </a:rPr>
              <a:t>O</a:t>
            </a:r>
            <a:r>
              <a:rPr sz="1800" spc="45" dirty="0">
                <a:latin typeface="Tahoma"/>
                <a:cs typeface="Tahoma"/>
              </a:rPr>
              <a:t>r</a:t>
            </a:r>
            <a:r>
              <a:rPr sz="1800" spc="5" dirty="0">
                <a:latin typeface="Tahoma"/>
                <a:cs typeface="Tahoma"/>
              </a:rPr>
              <a:t>i</a:t>
            </a:r>
            <a:r>
              <a:rPr sz="1800" spc="95" dirty="0">
                <a:latin typeface="Tahoma"/>
                <a:cs typeface="Tahoma"/>
              </a:rPr>
              <a:t>g</a:t>
            </a:r>
            <a:r>
              <a:rPr sz="1800" spc="5" dirty="0">
                <a:latin typeface="Tahoma"/>
                <a:cs typeface="Tahoma"/>
              </a:rPr>
              <a:t>i</a:t>
            </a:r>
            <a:r>
              <a:rPr sz="1800" spc="40" dirty="0">
                <a:latin typeface="Tahoma"/>
                <a:cs typeface="Tahoma"/>
              </a:rPr>
              <a:t>n</a:t>
            </a:r>
            <a:r>
              <a:rPr sz="1800" spc="45" dirty="0">
                <a:latin typeface="Tahoma"/>
                <a:cs typeface="Tahoma"/>
              </a:rPr>
              <a:t>a</a:t>
            </a:r>
            <a:r>
              <a:rPr sz="1800" spc="5" dirty="0">
                <a:latin typeface="Tahoma"/>
                <a:cs typeface="Tahoma"/>
              </a:rPr>
              <a:t>l</a:t>
            </a:r>
            <a:r>
              <a:rPr sz="1800" spc="35" dirty="0">
                <a:latin typeface="Tahoma"/>
                <a:cs typeface="Tahoma"/>
              </a:rPr>
              <a:t> </a:t>
            </a:r>
            <a:r>
              <a:rPr sz="1800" spc="-245" dirty="0">
                <a:latin typeface="Tahoma"/>
                <a:cs typeface="Tahoma"/>
              </a:rPr>
              <a:t>I</a:t>
            </a:r>
            <a:r>
              <a:rPr sz="1800" spc="40" dirty="0">
                <a:latin typeface="Tahoma"/>
                <a:cs typeface="Tahoma"/>
              </a:rPr>
              <a:t>n</a:t>
            </a:r>
            <a:r>
              <a:rPr sz="1800" spc="190" dirty="0">
                <a:latin typeface="Tahoma"/>
                <a:cs typeface="Tahoma"/>
              </a:rPr>
              <a:t>t</a:t>
            </a:r>
            <a:r>
              <a:rPr sz="1800" spc="85" dirty="0">
                <a:latin typeface="Tahoma"/>
                <a:cs typeface="Tahoma"/>
              </a:rPr>
              <a:t>e</a:t>
            </a:r>
            <a:r>
              <a:rPr sz="1800" spc="45" dirty="0">
                <a:latin typeface="Tahoma"/>
                <a:cs typeface="Tahoma"/>
              </a:rPr>
              <a:t>r</a:t>
            </a:r>
            <a:r>
              <a:rPr sz="1800" spc="85" dirty="0">
                <a:latin typeface="Tahoma"/>
                <a:cs typeface="Tahoma"/>
              </a:rPr>
              <a:t>e</a:t>
            </a:r>
            <a:r>
              <a:rPr sz="1800" spc="110" dirty="0">
                <a:latin typeface="Tahoma"/>
                <a:cs typeface="Tahoma"/>
              </a:rPr>
              <a:t>s</a:t>
            </a:r>
            <a:r>
              <a:rPr sz="1800" spc="190" dirty="0">
                <a:latin typeface="Tahoma"/>
                <a:cs typeface="Tahoma"/>
              </a:rPr>
              <a:t>t</a:t>
            </a:r>
            <a:r>
              <a:rPr sz="1800" spc="-100" dirty="0">
                <a:latin typeface="Tahoma"/>
                <a:cs typeface="Tahoma"/>
              </a:rPr>
              <a:t>:</a:t>
            </a:r>
            <a:r>
              <a:rPr sz="1800" spc="35" dirty="0">
                <a:latin typeface="Tahoma"/>
                <a:cs typeface="Tahoma"/>
              </a:rPr>
              <a:t> </a:t>
            </a:r>
            <a:r>
              <a:rPr sz="1800" spc="20" dirty="0">
                <a:latin typeface="Tahoma"/>
                <a:cs typeface="Tahoma"/>
              </a:rPr>
              <a:t>E</a:t>
            </a:r>
            <a:r>
              <a:rPr sz="1800" spc="145" dirty="0">
                <a:latin typeface="Tahoma"/>
                <a:cs typeface="Tahoma"/>
              </a:rPr>
              <a:t>c</a:t>
            </a:r>
            <a:r>
              <a:rPr sz="1800" spc="75" dirty="0">
                <a:latin typeface="Tahoma"/>
                <a:cs typeface="Tahoma"/>
              </a:rPr>
              <a:t>on</a:t>
            </a:r>
            <a:r>
              <a:rPr sz="1800" spc="110" dirty="0">
                <a:latin typeface="Tahoma"/>
                <a:cs typeface="Tahoma"/>
              </a:rPr>
              <a:t>omy</a:t>
            </a:r>
            <a:r>
              <a:rPr sz="1800" spc="35" dirty="0">
                <a:latin typeface="Tahoma"/>
                <a:cs typeface="Tahoma"/>
              </a:rPr>
              <a:t> </a:t>
            </a:r>
            <a:r>
              <a:rPr sz="1800" spc="45" dirty="0">
                <a:latin typeface="Tahoma"/>
                <a:cs typeface="Tahoma"/>
              </a:rPr>
              <a:t>a</a:t>
            </a:r>
            <a:r>
              <a:rPr sz="1800" spc="40" dirty="0">
                <a:latin typeface="Tahoma"/>
                <a:cs typeface="Tahoma"/>
              </a:rPr>
              <a:t>n</a:t>
            </a:r>
            <a:r>
              <a:rPr sz="1800" spc="75" dirty="0">
                <a:latin typeface="Tahoma"/>
                <a:cs typeface="Tahoma"/>
              </a:rPr>
              <a:t>d</a:t>
            </a:r>
            <a:r>
              <a:rPr sz="1800" spc="35" dirty="0">
                <a:latin typeface="Tahoma"/>
                <a:cs typeface="Tahoma"/>
              </a:rPr>
              <a:t> </a:t>
            </a:r>
            <a:r>
              <a:rPr sz="1800" spc="65" dirty="0">
                <a:latin typeface="Tahoma"/>
                <a:cs typeface="Tahoma"/>
              </a:rPr>
              <a:t>W</a:t>
            </a:r>
            <a:r>
              <a:rPr sz="1800" spc="45" dirty="0">
                <a:latin typeface="Tahoma"/>
                <a:cs typeface="Tahoma"/>
              </a:rPr>
              <a:t>ar</a:t>
            </a:r>
            <a:r>
              <a:rPr sz="1800" spc="125" dirty="0">
                <a:latin typeface="Tahoma"/>
                <a:cs typeface="Tahoma"/>
              </a:rPr>
              <a:t>f</a:t>
            </a:r>
            <a:r>
              <a:rPr sz="1800" spc="45" dirty="0">
                <a:latin typeface="Tahoma"/>
                <a:cs typeface="Tahoma"/>
              </a:rPr>
              <a:t>ar</a:t>
            </a:r>
            <a:r>
              <a:rPr sz="1800" spc="85" dirty="0">
                <a:latin typeface="Tahoma"/>
                <a:cs typeface="Tahoma"/>
              </a:rPr>
              <a:t>e</a:t>
            </a:r>
            <a:r>
              <a:rPr sz="1800" spc="35" dirty="0">
                <a:latin typeface="Tahoma"/>
                <a:cs typeface="Tahoma"/>
              </a:rPr>
              <a:t> </a:t>
            </a:r>
            <a:r>
              <a:rPr sz="1800" spc="25" dirty="0">
                <a:latin typeface="Tahoma"/>
                <a:cs typeface="Tahoma"/>
              </a:rPr>
              <a:t>---</a:t>
            </a:r>
            <a:r>
              <a:rPr sz="1800" spc="35" dirty="0">
                <a:latin typeface="Tahoma"/>
                <a:cs typeface="Tahoma"/>
              </a:rPr>
              <a:t> </a:t>
            </a:r>
            <a:r>
              <a:rPr sz="1800" spc="135" dirty="0">
                <a:latin typeface="Tahoma"/>
                <a:cs typeface="Tahoma"/>
              </a:rPr>
              <a:t>St</a:t>
            </a:r>
            <a:r>
              <a:rPr sz="1800" spc="45" dirty="0">
                <a:latin typeface="Tahoma"/>
                <a:cs typeface="Tahoma"/>
              </a:rPr>
              <a:t>ra</a:t>
            </a:r>
            <a:r>
              <a:rPr sz="1800" spc="190" dirty="0">
                <a:latin typeface="Tahoma"/>
                <a:cs typeface="Tahoma"/>
              </a:rPr>
              <a:t>t</a:t>
            </a:r>
            <a:r>
              <a:rPr sz="1800" spc="85" dirty="0">
                <a:latin typeface="Tahoma"/>
                <a:cs typeface="Tahoma"/>
              </a:rPr>
              <a:t>e</a:t>
            </a:r>
            <a:r>
              <a:rPr sz="1800" spc="95" dirty="0">
                <a:latin typeface="Tahoma"/>
                <a:cs typeface="Tahoma"/>
              </a:rPr>
              <a:t>g</a:t>
            </a:r>
            <a:r>
              <a:rPr sz="1800" spc="125" dirty="0">
                <a:latin typeface="Tahoma"/>
                <a:cs typeface="Tahoma"/>
              </a:rPr>
              <a:t>y</a:t>
            </a:r>
            <a:r>
              <a:rPr sz="1800" spc="35" dirty="0">
                <a:latin typeface="Tahoma"/>
                <a:cs typeface="Tahoma"/>
              </a:rPr>
              <a:t> </a:t>
            </a:r>
            <a:r>
              <a:rPr sz="1800" spc="110" dirty="0">
                <a:latin typeface="Tahoma"/>
                <a:cs typeface="Tahoma"/>
              </a:rPr>
              <a:t>s</a:t>
            </a:r>
            <a:r>
              <a:rPr sz="1800" spc="85" dirty="0">
                <a:latin typeface="Tahoma"/>
                <a:cs typeface="Tahoma"/>
              </a:rPr>
              <a:t>e</a:t>
            </a:r>
            <a:r>
              <a:rPr sz="1800" spc="5" dirty="0">
                <a:latin typeface="Tahoma"/>
                <a:cs typeface="Tahoma"/>
              </a:rPr>
              <a:t>l</a:t>
            </a:r>
            <a:r>
              <a:rPr sz="1800" spc="85" dirty="0">
                <a:latin typeface="Tahoma"/>
                <a:cs typeface="Tahoma"/>
              </a:rPr>
              <a:t>e</a:t>
            </a:r>
            <a:r>
              <a:rPr sz="1800" spc="145" dirty="0">
                <a:latin typeface="Tahoma"/>
                <a:cs typeface="Tahoma"/>
              </a:rPr>
              <a:t>c</a:t>
            </a:r>
            <a:r>
              <a:rPr sz="1800" spc="190" dirty="0">
                <a:latin typeface="Tahoma"/>
                <a:cs typeface="Tahoma"/>
              </a:rPr>
              <a:t>t</a:t>
            </a:r>
            <a:r>
              <a:rPr sz="1800" spc="5" dirty="0">
                <a:latin typeface="Tahoma"/>
                <a:cs typeface="Tahoma"/>
              </a:rPr>
              <a:t>i</a:t>
            </a:r>
            <a:r>
              <a:rPr sz="1800" spc="75" dirty="0">
                <a:latin typeface="Tahoma"/>
                <a:cs typeface="Tahoma"/>
              </a:rPr>
              <a:t>on</a:t>
            </a:r>
            <a:endParaRPr sz="1800" dirty="0">
              <a:latin typeface="Tahoma"/>
              <a:cs typeface="Tahoma"/>
            </a:endParaRPr>
          </a:p>
        </p:txBody>
      </p:sp>
      <p:sp>
        <p:nvSpPr>
          <p:cNvPr id="14" name="Slide Number Placeholder 13">
            <a:extLst>
              <a:ext uri="{FF2B5EF4-FFF2-40B4-BE49-F238E27FC236}">
                <a16:creationId xmlns:a16="http://schemas.microsoft.com/office/drawing/2014/main" id="{2213E9FB-BA7A-D5C4-AB88-463A87C0CC8E}"/>
              </a:ext>
            </a:extLst>
          </p:cNvPr>
          <p:cNvSpPr>
            <a:spLocks noGrp="1"/>
          </p:cNvSpPr>
          <p:nvPr>
            <p:ph type="sldNum" sz="quarter" idx="2"/>
          </p:nvPr>
        </p:nvSpPr>
        <p:spPr/>
        <p:txBody>
          <a:bodyPr/>
          <a:lstStyle/>
          <a:p>
            <a:fld id="{86CB4B4D-7CA3-9044-876B-883B54F8677D}" type="slidenum">
              <a:rPr lang="en-US" smtClean="0"/>
              <a:pPr/>
              <a:t>4</a:t>
            </a:fld>
            <a:r>
              <a:rPr lang="en-US" dirty="0"/>
              <a:t>/33</a:t>
            </a:r>
          </a:p>
        </p:txBody>
      </p:sp>
      <p:sp>
        <p:nvSpPr>
          <p:cNvPr id="15" name="Footer Placeholder 14">
            <a:extLst>
              <a:ext uri="{FF2B5EF4-FFF2-40B4-BE49-F238E27FC236}">
                <a16:creationId xmlns:a16="http://schemas.microsoft.com/office/drawing/2014/main" id="{D5D64D93-6298-E15D-5050-250A42FA58AA}"/>
              </a:ext>
            </a:extLst>
          </p:cNvPr>
          <p:cNvSpPr>
            <a:spLocks noGrp="1"/>
          </p:cNvSpPr>
          <p:nvPr>
            <p:ph type="ftr" sz="quarter" idx="5"/>
          </p:nvPr>
        </p:nvSpPr>
        <p:spPr/>
        <p:txBody>
          <a:bodyPr/>
          <a:lstStyle/>
          <a:p>
            <a:pPr defTabSz="406400" hangingPunct="0">
              <a:defRPr/>
            </a:pPr>
            <a:r>
              <a:rPr lang="en-US" dirty="0"/>
              <a:t>Week-6</a:t>
            </a:r>
          </a:p>
        </p:txBody>
      </p:sp>
      <p:sp>
        <p:nvSpPr>
          <p:cNvPr id="16" name="Rectangle 15">
            <a:extLst>
              <a:ext uri="{FF2B5EF4-FFF2-40B4-BE49-F238E27FC236}">
                <a16:creationId xmlns:a16="http://schemas.microsoft.com/office/drawing/2014/main" id="{0CB4149F-FDA1-BFEF-4D34-1E1D3244EE8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E84DD51-0287-D5C9-B3F0-C0EEAD14DC54}"/>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C7B458E-3A2D-A2E1-62FF-837DB25DCFFD}"/>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bject 11">
            <a:extLst>
              <a:ext uri="{FF2B5EF4-FFF2-40B4-BE49-F238E27FC236}">
                <a16:creationId xmlns:a16="http://schemas.microsoft.com/office/drawing/2014/main" id="{343988C3-36FA-28AE-23A7-12F2CA9588E3}"/>
              </a:ext>
            </a:extLst>
          </p:cNvPr>
          <p:cNvSpPr txBox="1"/>
          <p:nvPr/>
        </p:nvSpPr>
        <p:spPr>
          <a:xfrm>
            <a:off x="391794" y="5014894"/>
            <a:ext cx="704215" cy="276999"/>
          </a:xfrm>
          <a:prstGeom prst="rect">
            <a:avLst/>
          </a:prstGeom>
        </p:spPr>
        <p:txBody>
          <a:bodyPr vert="horz" wrap="square" lIns="0" tIns="0" rIns="0" bIns="0" rtlCol="0">
            <a:spAutoFit/>
          </a:bodyPr>
          <a:lstStyle/>
          <a:p>
            <a:pPr marL="12700">
              <a:lnSpc>
                <a:spcPct val="100000"/>
              </a:lnSpc>
            </a:pPr>
            <a:r>
              <a:rPr sz="1800" spc="215" dirty="0">
                <a:latin typeface="Tahoma"/>
                <a:cs typeface="Tahoma"/>
              </a:rPr>
              <a:t>19</a:t>
            </a:r>
            <a:r>
              <a:rPr lang="en-US" sz="1800" spc="215" dirty="0">
                <a:latin typeface="Tahoma"/>
                <a:cs typeface="Tahoma"/>
              </a:rPr>
              <a:t>50</a:t>
            </a:r>
            <a:r>
              <a:rPr sz="1800" spc="-100" dirty="0">
                <a:latin typeface="Tahoma"/>
                <a:cs typeface="Tahoma"/>
              </a:rPr>
              <a:t>:</a:t>
            </a:r>
            <a:endParaRPr sz="1800" dirty="0">
              <a:latin typeface="Tahoma"/>
              <a:cs typeface="Tahoma"/>
            </a:endParaRPr>
          </a:p>
        </p:txBody>
      </p:sp>
      <p:sp>
        <p:nvSpPr>
          <p:cNvPr id="19" name="object 10">
            <a:extLst>
              <a:ext uri="{FF2B5EF4-FFF2-40B4-BE49-F238E27FC236}">
                <a16:creationId xmlns:a16="http://schemas.microsoft.com/office/drawing/2014/main" id="{DEBF9EEC-8F59-A584-B8E0-AE68B53E6CB0}"/>
              </a:ext>
            </a:extLst>
          </p:cNvPr>
          <p:cNvSpPr txBox="1"/>
          <p:nvPr/>
        </p:nvSpPr>
        <p:spPr>
          <a:xfrm>
            <a:off x="2236470" y="5032794"/>
            <a:ext cx="5993130" cy="288477"/>
          </a:xfrm>
          <a:prstGeom prst="rect">
            <a:avLst/>
          </a:prstGeom>
        </p:spPr>
        <p:txBody>
          <a:bodyPr vert="horz" wrap="square" lIns="0" tIns="0" rIns="0" bIns="0" rtlCol="0">
            <a:spAutoFit/>
          </a:bodyPr>
          <a:lstStyle/>
          <a:p>
            <a:pPr marL="12700" marR="5080">
              <a:lnSpc>
                <a:spcPct val="115700"/>
              </a:lnSpc>
            </a:pPr>
            <a:r>
              <a:rPr lang="en-US" sz="1800" spc="135" dirty="0">
                <a:latin typeface="Tahoma"/>
                <a:cs typeface="Tahoma"/>
              </a:rPr>
              <a:t>PhD John Nash (27 pages!)</a:t>
            </a:r>
            <a:endParaRPr sz="1800" dirty="0">
              <a:latin typeface="Tahoma"/>
              <a:cs typeface="Tahoma"/>
            </a:endParaRPr>
          </a:p>
        </p:txBody>
      </p:sp>
    </p:spTree>
    <p:extLst>
      <p:ext uri="{BB962C8B-B14F-4D97-AF65-F5344CB8AC3E}">
        <p14:creationId xmlns:p14="http://schemas.microsoft.com/office/powerpoint/2010/main" val="2036349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690541" y="0"/>
            <a:ext cx="2453640" cy="6858000"/>
          </a:xfrm>
          <a:custGeom>
            <a:avLst/>
            <a:gdLst/>
            <a:ahLst/>
            <a:cxnLst/>
            <a:rect l="l" t="t" r="r" b="b"/>
            <a:pathLst>
              <a:path w="2453640" h="6858000">
                <a:moveTo>
                  <a:pt x="0" y="6858000"/>
                </a:moveTo>
                <a:lnTo>
                  <a:pt x="2453458" y="6858000"/>
                </a:lnTo>
                <a:lnTo>
                  <a:pt x="2453458" y="0"/>
                </a:lnTo>
                <a:lnTo>
                  <a:pt x="0" y="0"/>
                </a:lnTo>
                <a:lnTo>
                  <a:pt x="0" y="6858000"/>
                </a:lnTo>
                <a:close/>
              </a:path>
            </a:pathLst>
          </a:custGeom>
          <a:solidFill>
            <a:srgbClr val="000000"/>
          </a:solidFill>
        </p:spPr>
        <p:txBody>
          <a:bodyPr wrap="square" lIns="0" tIns="0" rIns="0" bIns="0" rtlCol="0"/>
          <a:lstStyle/>
          <a:p>
            <a:endParaRPr/>
          </a:p>
        </p:txBody>
      </p:sp>
      <p:sp>
        <p:nvSpPr>
          <p:cNvPr id="3" name="object 3"/>
          <p:cNvSpPr/>
          <p:nvPr/>
        </p:nvSpPr>
        <p:spPr>
          <a:xfrm>
            <a:off x="0" y="0"/>
            <a:ext cx="2114550" cy="6858000"/>
          </a:xfrm>
          <a:custGeom>
            <a:avLst/>
            <a:gdLst/>
            <a:ahLst/>
            <a:cxnLst/>
            <a:rect l="l" t="t" r="r" b="b"/>
            <a:pathLst>
              <a:path w="2114550" h="6858000">
                <a:moveTo>
                  <a:pt x="0" y="6858000"/>
                </a:moveTo>
                <a:lnTo>
                  <a:pt x="2114045" y="6858000"/>
                </a:lnTo>
                <a:lnTo>
                  <a:pt x="2114045" y="0"/>
                </a:lnTo>
                <a:lnTo>
                  <a:pt x="0" y="0"/>
                </a:lnTo>
                <a:lnTo>
                  <a:pt x="0" y="6858000"/>
                </a:lnTo>
                <a:close/>
              </a:path>
            </a:pathLst>
          </a:custGeom>
          <a:solidFill>
            <a:srgbClr val="000000"/>
          </a:solidFill>
        </p:spPr>
        <p:txBody>
          <a:bodyPr wrap="square" lIns="0" tIns="0" rIns="0" bIns="0" rtlCol="0"/>
          <a:lstStyle/>
          <a:p>
            <a:endParaRPr/>
          </a:p>
        </p:txBody>
      </p:sp>
      <p:sp>
        <p:nvSpPr>
          <p:cNvPr id="4" name="object 4"/>
          <p:cNvSpPr/>
          <p:nvPr/>
        </p:nvSpPr>
        <p:spPr>
          <a:xfrm>
            <a:off x="2114045" y="0"/>
            <a:ext cx="4577080" cy="6858000"/>
          </a:xfrm>
          <a:custGeom>
            <a:avLst/>
            <a:gdLst/>
            <a:ahLst/>
            <a:cxnLst/>
            <a:rect l="l" t="t" r="r" b="b"/>
            <a:pathLst>
              <a:path w="4577080" h="6858000">
                <a:moveTo>
                  <a:pt x="0" y="6858000"/>
                </a:moveTo>
                <a:lnTo>
                  <a:pt x="4576495" y="6858000"/>
                </a:lnTo>
                <a:lnTo>
                  <a:pt x="4576495" y="0"/>
                </a:lnTo>
                <a:lnTo>
                  <a:pt x="0" y="0"/>
                </a:lnTo>
                <a:lnTo>
                  <a:pt x="0" y="6858000"/>
                </a:lnTo>
                <a:close/>
              </a:path>
            </a:pathLst>
          </a:custGeom>
          <a:solidFill>
            <a:srgbClr val="FFFFFF"/>
          </a:solidFill>
        </p:spPr>
        <p:txBody>
          <a:bodyPr wrap="square" lIns="0" tIns="0" rIns="0" bIns="0" rtlCol="0"/>
          <a:lstStyle/>
          <a:p>
            <a:endParaRPr/>
          </a:p>
        </p:txBody>
      </p:sp>
      <p:sp>
        <p:nvSpPr>
          <p:cNvPr id="5" name="object 5"/>
          <p:cNvSpPr/>
          <p:nvPr/>
        </p:nvSpPr>
        <p:spPr>
          <a:xfrm>
            <a:off x="2114045" y="0"/>
            <a:ext cx="4576495" cy="6858000"/>
          </a:xfrm>
          <a:prstGeom prst="rect">
            <a:avLst/>
          </a:prstGeom>
          <a:blipFill>
            <a:blip r:embed="rId3" cstate="print"/>
            <a:stretch>
              <a:fillRect/>
            </a:stretch>
          </a:blipFill>
        </p:spPr>
        <p:txBody>
          <a:bodyPr wrap="square" lIns="0" tIns="0" rIns="0" bIns="0" rtlCol="0"/>
          <a:lstStyle/>
          <a:p>
            <a:endParaRPr/>
          </a:p>
        </p:txBody>
      </p:sp>
      <p:sp>
        <p:nvSpPr>
          <p:cNvPr id="8" name="Slide Number Placeholder 7">
            <a:extLst>
              <a:ext uri="{FF2B5EF4-FFF2-40B4-BE49-F238E27FC236}">
                <a16:creationId xmlns:a16="http://schemas.microsoft.com/office/drawing/2014/main" id="{3A26D29A-0698-9B2B-A861-B009015333EF}"/>
              </a:ext>
            </a:extLst>
          </p:cNvPr>
          <p:cNvSpPr>
            <a:spLocks noGrp="1"/>
          </p:cNvSpPr>
          <p:nvPr>
            <p:ph type="sldNum" sz="quarter" idx="2"/>
          </p:nvPr>
        </p:nvSpPr>
        <p:spPr/>
        <p:txBody>
          <a:bodyPr/>
          <a:lstStyle/>
          <a:p>
            <a:fld id="{86CB4B4D-7CA3-9044-876B-883B54F8677D}" type="slidenum">
              <a:rPr lang="en-US" smtClean="0"/>
              <a:pPr/>
              <a:t>5</a:t>
            </a:fld>
            <a:r>
              <a:rPr lang="en-US" dirty="0"/>
              <a:t>/33</a:t>
            </a:r>
          </a:p>
        </p:txBody>
      </p:sp>
      <p:sp>
        <p:nvSpPr>
          <p:cNvPr id="9" name="Footer Placeholder 8">
            <a:extLst>
              <a:ext uri="{FF2B5EF4-FFF2-40B4-BE49-F238E27FC236}">
                <a16:creationId xmlns:a16="http://schemas.microsoft.com/office/drawing/2014/main" id="{E6B0AFD0-84ED-4655-872E-82027EDCAA0C}"/>
              </a:ext>
            </a:extLst>
          </p:cNvPr>
          <p:cNvSpPr>
            <a:spLocks noGrp="1"/>
          </p:cNvSpPr>
          <p:nvPr>
            <p:ph type="ftr" sz="quarter" idx="5"/>
          </p:nvPr>
        </p:nvSpPr>
        <p:spPr/>
        <p:txBody>
          <a:bodyPr/>
          <a:lstStyle/>
          <a:p>
            <a:pPr defTabSz="406400" hangingPunct="0">
              <a:defRPr/>
            </a:pPr>
            <a:r>
              <a:rPr lang="en-US" dirty="0"/>
              <a:t>Week-6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5">
            <a:extLst>
              <a:ext uri="{FF2B5EF4-FFF2-40B4-BE49-F238E27FC236}">
                <a16:creationId xmlns:a16="http://schemas.microsoft.com/office/drawing/2014/main" id="{F05E452D-DE39-0F94-C78B-7495A8E2AD81}"/>
              </a:ext>
            </a:extLst>
          </p:cNvPr>
          <p:cNvSpPr txBox="1">
            <a:spLocks noGrp="1"/>
          </p:cNvSpPr>
          <p:nvPr>
            <p:ph type="title"/>
          </p:nvPr>
        </p:nvSpPr>
        <p:spPr>
          <a:xfrm>
            <a:off x="381000" y="257105"/>
            <a:ext cx="8221344" cy="431800"/>
          </a:xfrm>
          <a:prstGeom prst="rect">
            <a:avLst/>
          </a:prstGeom>
        </p:spPr>
        <p:txBody>
          <a:bodyPr vert="horz" wrap="square" lIns="0" tIns="0" rIns="0" bIns="0" rtlCol="0">
            <a:spAutoFit/>
          </a:bodyPr>
          <a:lstStyle/>
          <a:p>
            <a:pPr marL="12700">
              <a:lnSpc>
                <a:spcPct val="100000"/>
              </a:lnSpc>
            </a:pPr>
            <a:r>
              <a:rPr dirty="0"/>
              <a:t>Non-coopera</a:t>
            </a:r>
            <a:r>
              <a:rPr spc="-15" dirty="0"/>
              <a:t>t</a:t>
            </a:r>
            <a:r>
              <a:rPr dirty="0"/>
              <a:t>ive</a:t>
            </a:r>
            <a:r>
              <a:rPr spc="-5" dirty="0"/>
              <a:t> </a:t>
            </a:r>
            <a:r>
              <a:rPr spc="-30" dirty="0"/>
              <a:t>G</a:t>
            </a:r>
            <a:r>
              <a:rPr dirty="0"/>
              <a:t>ame</a:t>
            </a:r>
            <a:r>
              <a:rPr spc="-60" dirty="0"/>
              <a:t> </a:t>
            </a:r>
            <a:r>
              <a:rPr spc="-25" dirty="0"/>
              <a:t>T</a:t>
            </a:r>
            <a:r>
              <a:rPr dirty="0"/>
              <a:t>heory</a:t>
            </a:r>
          </a:p>
        </p:txBody>
      </p:sp>
      <p:sp>
        <p:nvSpPr>
          <p:cNvPr id="6" name="object 8">
            <a:extLst>
              <a:ext uri="{FF2B5EF4-FFF2-40B4-BE49-F238E27FC236}">
                <a16:creationId xmlns:a16="http://schemas.microsoft.com/office/drawing/2014/main" id="{D4A793B6-D401-968D-706B-02C7CFF92DD6}"/>
              </a:ext>
            </a:extLst>
          </p:cNvPr>
          <p:cNvSpPr txBox="1"/>
          <p:nvPr/>
        </p:nvSpPr>
        <p:spPr>
          <a:xfrm>
            <a:off x="493722" y="4935791"/>
            <a:ext cx="7696585" cy="726289"/>
          </a:xfrm>
          <a:prstGeom prst="rect">
            <a:avLst/>
          </a:prstGeom>
        </p:spPr>
        <p:txBody>
          <a:bodyPr vert="horz" wrap="square" lIns="0" tIns="0" rIns="0" bIns="0" rtlCol="0">
            <a:spAutoFit/>
          </a:bodyPr>
          <a:lstStyle/>
          <a:p>
            <a:pPr marL="12700" marR="5080">
              <a:lnSpc>
                <a:spcPct val="123800"/>
              </a:lnSpc>
            </a:pPr>
            <a:r>
              <a:rPr sz="2000" b="1" i="1" spc="-20" dirty="0">
                <a:latin typeface="Arial"/>
                <a:cs typeface="Arial"/>
              </a:rPr>
              <a:t>cooperativ</a:t>
            </a:r>
            <a:r>
              <a:rPr sz="2000" b="1" i="1" dirty="0">
                <a:latin typeface="Arial"/>
                <a:cs typeface="Arial"/>
              </a:rPr>
              <a:t>e</a:t>
            </a:r>
            <a:r>
              <a:rPr sz="2000" b="1" spc="-40" dirty="0">
                <a:latin typeface="Arial"/>
                <a:cs typeface="Arial"/>
              </a:rPr>
              <a:t> </a:t>
            </a:r>
            <a:r>
              <a:rPr sz="2000" b="1" dirty="0">
                <a:latin typeface="Arial"/>
                <a:cs typeface="Arial"/>
              </a:rPr>
              <a:t>or</a:t>
            </a:r>
            <a:r>
              <a:rPr sz="2000" b="1" spc="-5" dirty="0">
                <a:latin typeface="Arial"/>
                <a:cs typeface="Arial"/>
              </a:rPr>
              <a:t> </a:t>
            </a:r>
            <a:r>
              <a:rPr sz="2000" b="1" i="1" dirty="0">
                <a:latin typeface="Arial"/>
                <a:cs typeface="Arial"/>
              </a:rPr>
              <a:t>coali</a:t>
            </a:r>
            <a:r>
              <a:rPr sz="2000" b="1" i="1" spc="-10" dirty="0">
                <a:latin typeface="Arial"/>
                <a:cs typeface="Arial"/>
              </a:rPr>
              <a:t>t</a:t>
            </a:r>
            <a:r>
              <a:rPr sz="2000" b="1" i="1" dirty="0">
                <a:latin typeface="Arial"/>
                <a:cs typeface="Arial"/>
              </a:rPr>
              <a:t>ion</a:t>
            </a:r>
            <a:r>
              <a:rPr sz="2000" b="1" spc="-5" dirty="0">
                <a:latin typeface="Arial"/>
                <a:cs typeface="Arial"/>
              </a:rPr>
              <a:t> </a:t>
            </a:r>
            <a:r>
              <a:rPr sz="2000" spc="-114" dirty="0">
                <a:latin typeface="Arial"/>
                <a:cs typeface="Arial"/>
              </a:rPr>
              <a:t>gam</a:t>
            </a:r>
            <a:r>
              <a:rPr sz="2000" dirty="0">
                <a:latin typeface="Arial"/>
                <a:cs typeface="Arial"/>
              </a:rPr>
              <a:t>e</a:t>
            </a:r>
            <a:r>
              <a:rPr sz="2000" spc="-114" dirty="0">
                <a:latin typeface="Arial"/>
                <a:cs typeface="Arial"/>
              </a:rPr>
              <a:t> </a:t>
            </a:r>
            <a:r>
              <a:rPr sz="2000" spc="-10" dirty="0">
                <a:latin typeface="Arial"/>
                <a:cs typeface="Arial"/>
              </a:rPr>
              <a:t>t</a:t>
            </a:r>
            <a:r>
              <a:rPr sz="2000" dirty="0">
                <a:latin typeface="Arial"/>
                <a:cs typeface="Arial"/>
              </a:rPr>
              <a:t>heory</a:t>
            </a:r>
            <a:r>
              <a:rPr sz="2000" spc="10" dirty="0">
                <a:latin typeface="Arial"/>
                <a:cs typeface="Arial"/>
              </a:rPr>
              <a:t> </a:t>
            </a:r>
            <a:r>
              <a:rPr sz="2000" spc="-114" dirty="0">
                <a:latin typeface="Arial"/>
                <a:cs typeface="Arial"/>
              </a:rPr>
              <a:t>investigate</a:t>
            </a:r>
            <a:r>
              <a:rPr sz="2000" dirty="0">
                <a:latin typeface="Arial"/>
                <a:cs typeface="Arial"/>
              </a:rPr>
              <a:t>s</a:t>
            </a:r>
            <a:r>
              <a:rPr sz="2000" spc="-220" dirty="0">
                <a:latin typeface="Arial"/>
                <a:cs typeface="Arial"/>
              </a:rPr>
              <a:t> </a:t>
            </a:r>
            <a:r>
              <a:rPr sz="2000" spc="-114" dirty="0">
                <a:latin typeface="Arial"/>
                <a:cs typeface="Arial"/>
              </a:rPr>
              <a:t>ho</a:t>
            </a:r>
            <a:r>
              <a:rPr sz="2000" dirty="0">
                <a:latin typeface="Arial"/>
                <a:cs typeface="Arial"/>
              </a:rPr>
              <a:t>w</a:t>
            </a:r>
            <a:r>
              <a:rPr sz="2000" spc="-225" dirty="0">
                <a:latin typeface="Arial"/>
                <a:cs typeface="Arial"/>
              </a:rPr>
              <a:t> </a:t>
            </a:r>
            <a:r>
              <a:rPr sz="2000" spc="-114" dirty="0">
                <a:latin typeface="Arial"/>
                <a:cs typeface="Arial"/>
              </a:rPr>
              <a:t>agent</a:t>
            </a:r>
            <a:r>
              <a:rPr sz="2000" dirty="0">
                <a:latin typeface="Arial"/>
                <a:cs typeface="Arial"/>
              </a:rPr>
              <a:t>s</a:t>
            </a:r>
            <a:r>
              <a:rPr sz="2000" spc="-220" dirty="0">
                <a:latin typeface="Arial"/>
                <a:cs typeface="Arial"/>
              </a:rPr>
              <a:t> </a:t>
            </a:r>
            <a:r>
              <a:rPr sz="2000" spc="-114" dirty="0">
                <a:latin typeface="Arial"/>
                <a:cs typeface="Arial"/>
              </a:rPr>
              <a:t>form coalition</a:t>
            </a:r>
            <a:r>
              <a:rPr sz="2000" dirty="0">
                <a:latin typeface="Arial"/>
                <a:cs typeface="Arial"/>
              </a:rPr>
              <a:t>s</a:t>
            </a:r>
            <a:r>
              <a:rPr sz="2000" spc="-225" dirty="0">
                <a:latin typeface="Arial"/>
                <a:cs typeface="Arial"/>
              </a:rPr>
              <a:t> </a:t>
            </a:r>
            <a:r>
              <a:rPr sz="2000" spc="-114" dirty="0">
                <a:latin typeface="Arial"/>
                <a:cs typeface="Arial"/>
              </a:rPr>
              <a:t>an</a:t>
            </a:r>
            <a:r>
              <a:rPr sz="2000" dirty="0">
                <a:latin typeface="Arial"/>
                <a:cs typeface="Arial"/>
              </a:rPr>
              <a:t>d</a:t>
            </a:r>
            <a:r>
              <a:rPr sz="2000" spc="-225" dirty="0">
                <a:latin typeface="Arial"/>
                <a:cs typeface="Arial"/>
              </a:rPr>
              <a:t> </a:t>
            </a:r>
            <a:r>
              <a:rPr sz="2000" spc="-114" dirty="0">
                <a:latin typeface="Arial"/>
                <a:cs typeface="Arial"/>
              </a:rPr>
              <a:t>teams</a:t>
            </a:r>
            <a:endParaRPr sz="2000" dirty="0">
              <a:latin typeface="Arial"/>
              <a:cs typeface="Arial"/>
            </a:endParaRPr>
          </a:p>
        </p:txBody>
      </p:sp>
      <p:sp>
        <p:nvSpPr>
          <p:cNvPr id="9" name="Slide Number Placeholder 8">
            <a:extLst>
              <a:ext uri="{FF2B5EF4-FFF2-40B4-BE49-F238E27FC236}">
                <a16:creationId xmlns:a16="http://schemas.microsoft.com/office/drawing/2014/main" id="{5C9E2AA2-F97A-91A7-A7D7-E45222C42CDB}"/>
              </a:ext>
            </a:extLst>
          </p:cNvPr>
          <p:cNvSpPr>
            <a:spLocks noGrp="1"/>
          </p:cNvSpPr>
          <p:nvPr>
            <p:ph type="sldNum" sz="quarter" idx="2"/>
          </p:nvPr>
        </p:nvSpPr>
        <p:spPr/>
        <p:txBody>
          <a:bodyPr/>
          <a:lstStyle/>
          <a:p>
            <a:fld id="{86CB4B4D-7CA3-9044-876B-883B54F8677D}" type="slidenum">
              <a:rPr lang="en-US" smtClean="0"/>
              <a:pPr/>
              <a:t>6</a:t>
            </a:fld>
            <a:r>
              <a:rPr lang="en-US" dirty="0"/>
              <a:t>/33</a:t>
            </a:r>
          </a:p>
        </p:txBody>
      </p:sp>
      <p:sp>
        <p:nvSpPr>
          <p:cNvPr id="10" name="Footer Placeholder 9">
            <a:extLst>
              <a:ext uri="{FF2B5EF4-FFF2-40B4-BE49-F238E27FC236}">
                <a16:creationId xmlns:a16="http://schemas.microsoft.com/office/drawing/2014/main" id="{18C1A536-F37D-7094-2116-E46EC6ABD5ED}"/>
              </a:ext>
            </a:extLst>
          </p:cNvPr>
          <p:cNvSpPr>
            <a:spLocks noGrp="1"/>
          </p:cNvSpPr>
          <p:nvPr>
            <p:ph type="ftr" sz="quarter" idx="5"/>
          </p:nvPr>
        </p:nvSpPr>
        <p:spPr/>
        <p:txBody>
          <a:bodyPr/>
          <a:lstStyle/>
          <a:p>
            <a:pPr defTabSz="406400" hangingPunct="0">
              <a:defRPr/>
            </a:pPr>
            <a:r>
              <a:rPr lang="en-US" dirty="0"/>
              <a:t>Week-6</a:t>
            </a:r>
          </a:p>
        </p:txBody>
      </p:sp>
      <p:sp>
        <p:nvSpPr>
          <p:cNvPr id="11" name="Rectangle 10">
            <a:extLst>
              <a:ext uri="{FF2B5EF4-FFF2-40B4-BE49-F238E27FC236}">
                <a16:creationId xmlns:a16="http://schemas.microsoft.com/office/drawing/2014/main" id="{7AAD8192-7531-5184-2254-C1984D79F7A4}"/>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A1035F3-69B8-536F-87EB-A08D23DE2CE9}"/>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5A1BDB0-1342-33D1-C398-215D7C832F31}"/>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C59D20F-3D3D-D3F7-DFA3-EFD8D9C0337D}"/>
              </a:ext>
            </a:extLst>
          </p:cNvPr>
          <p:cNvSpPr txBox="1"/>
          <p:nvPr/>
        </p:nvSpPr>
        <p:spPr>
          <a:xfrm>
            <a:off x="380999" y="1922006"/>
            <a:ext cx="7696585" cy="2345194"/>
          </a:xfrm>
          <a:prstGeom prst="rect">
            <a:avLst/>
          </a:prstGeom>
          <a:noFill/>
        </p:spPr>
        <p:txBody>
          <a:bodyPr wrap="square">
            <a:spAutoFit/>
          </a:bodyPr>
          <a:lstStyle/>
          <a:p>
            <a:pPr marL="12700" marR="5080">
              <a:lnSpc>
                <a:spcPct val="123800"/>
              </a:lnSpc>
            </a:pPr>
            <a:r>
              <a:rPr lang="en-US" sz="2000" spc="-20" dirty="0">
                <a:latin typeface="Arial"/>
                <a:cs typeface="Arial"/>
              </a:rPr>
              <a:t>Strategic interaction between </a:t>
            </a:r>
            <a:r>
              <a:rPr lang="en-US" sz="2000" spc="-20" dirty="0">
                <a:solidFill>
                  <a:srgbClr val="C00000"/>
                </a:solidFill>
                <a:latin typeface="Arial"/>
                <a:cs typeface="Arial"/>
              </a:rPr>
              <a:t>rational</a:t>
            </a:r>
            <a:r>
              <a:rPr lang="en-US" sz="2000" spc="-20" dirty="0">
                <a:latin typeface="Arial"/>
                <a:cs typeface="Arial"/>
              </a:rPr>
              <a:t>, </a:t>
            </a:r>
            <a:r>
              <a:rPr lang="en-US" sz="2000" spc="-20" dirty="0">
                <a:solidFill>
                  <a:srgbClr val="C00000"/>
                </a:solidFill>
                <a:latin typeface="Arial"/>
                <a:cs typeface="Arial"/>
              </a:rPr>
              <a:t>self-interested</a:t>
            </a:r>
            <a:r>
              <a:rPr lang="en-US" sz="2000" spc="-20" dirty="0">
                <a:latin typeface="Arial"/>
                <a:cs typeface="Arial"/>
              </a:rPr>
              <a:t> agents </a:t>
            </a:r>
          </a:p>
          <a:p>
            <a:pPr marL="12700" marR="5080">
              <a:lnSpc>
                <a:spcPct val="123800"/>
              </a:lnSpc>
            </a:pPr>
            <a:endParaRPr lang="en-US" sz="2000" spc="-20" dirty="0">
              <a:latin typeface="Arial"/>
              <a:cs typeface="Arial"/>
            </a:endParaRPr>
          </a:p>
          <a:p>
            <a:pPr marL="12700" marR="5080">
              <a:lnSpc>
                <a:spcPct val="123800"/>
              </a:lnSpc>
            </a:pPr>
            <a:endParaRPr lang="en-US" sz="2000" spc="-20" dirty="0">
              <a:latin typeface="Arial"/>
              <a:cs typeface="Arial"/>
            </a:endParaRPr>
          </a:p>
          <a:p>
            <a:pPr marL="12700" marR="5080">
              <a:lnSpc>
                <a:spcPct val="123800"/>
              </a:lnSpc>
            </a:pPr>
            <a:r>
              <a:rPr lang="en-US" sz="2000" b="1" i="1" spc="-20" dirty="0">
                <a:latin typeface="Arial"/>
                <a:cs typeface="Arial"/>
              </a:rPr>
              <a:t>non-cooperative</a:t>
            </a:r>
            <a:r>
              <a:rPr lang="en-US" sz="2000" b="1" spc="-20" dirty="0">
                <a:latin typeface="Arial"/>
                <a:cs typeface="Arial"/>
              </a:rPr>
              <a:t> </a:t>
            </a:r>
            <a:r>
              <a:rPr lang="en-US" sz="2000" spc="-20" dirty="0">
                <a:latin typeface="Arial"/>
                <a:cs typeface="Arial"/>
              </a:rPr>
              <a:t>means: </a:t>
            </a:r>
          </a:p>
          <a:p>
            <a:pPr marL="749300" marR="5080" indent="-342900">
              <a:lnSpc>
                <a:spcPct val="123800"/>
              </a:lnSpc>
              <a:buFont typeface="Arial" panose="020B0604020202020204" pitchFamily="34" charset="0"/>
              <a:buChar char="•"/>
            </a:pPr>
            <a:r>
              <a:rPr lang="en-US" sz="2000" spc="-20" dirty="0">
                <a:latin typeface="Arial"/>
                <a:cs typeface="Arial"/>
              </a:rPr>
              <a:t> The individual is the basic actor, </a:t>
            </a:r>
          </a:p>
          <a:p>
            <a:pPr marL="749300" marR="5080" indent="-342900">
              <a:lnSpc>
                <a:spcPct val="123800"/>
              </a:lnSpc>
              <a:buFont typeface="Arial" panose="020B0604020202020204" pitchFamily="34" charset="0"/>
              <a:buChar char="•"/>
            </a:pPr>
            <a:r>
              <a:rPr lang="en-US" sz="2000" spc="-20" dirty="0">
                <a:latin typeface="Arial"/>
                <a:cs typeface="Arial"/>
              </a:rPr>
              <a:t> Individuals pursue their own interests</a:t>
            </a:r>
          </a:p>
        </p:txBody>
      </p:sp>
    </p:spTree>
    <p:extLst>
      <p:ext uri="{BB962C8B-B14F-4D97-AF65-F5344CB8AC3E}">
        <p14:creationId xmlns:p14="http://schemas.microsoft.com/office/powerpoint/2010/main" val="4044395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32560" y="222465"/>
            <a:ext cx="6289040" cy="424180"/>
          </a:xfrm>
          <a:prstGeom prst="rect">
            <a:avLst/>
          </a:prstGeom>
        </p:spPr>
        <p:txBody>
          <a:bodyPr vert="horz" wrap="square" lIns="0" tIns="0" rIns="0" bIns="0" rtlCol="0">
            <a:spAutoFit/>
          </a:bodyPr>
          <a:lstStyle/>
          <a:p>
            <a:pPr marL="12700">
              <a:lnSpc>
                <a:spcPct val="100000"/>
              </a:lnSpc>
            </a:pPr>
            <a:r>
              <a:rPr sz="3100" b="1" spc="20" dirty="0">
                <a:solidFill>
                  <a:srgbClr val="FFFFFF"/>
                </a:solidFill>
                <a:latin typeface="Arial"/>
                <a:cs typeface="Arial"/>
              </a:rPr>
              <a:t>B</a:t>
            </a:r>
            <a:r>
              <a:rPr sz="3100" b="1" spc="5" dirty="0">
                <a:solidFill>
                  <a:srgbClr val="FFFFFF"/>
                </a:solidFill>
                <a:latin typeface="Arial"/>
                <a:cs typeface="Arial"/>
              </a:rPr>
              <a:t>iologi</a:t>
            </a:r>
            <a:r>
              <a:rPr sz="3100" b="1" spc="10" dirty="0">
                <a:solidFill>
                  <a:srgbClr val="FFFFFF"/>
                </a:solidFill>
                <a:latin typeface="Arial"/>
                <a:cs typeface="Arial"/>
              </a:rPr>
              <a:t>cal</a:t>
            </a:r>
            <a:r>
              <a:rPr sz="3100" b="1" spc="5" dirty="0">
                <a:solidFill>
                  <a:srgbClr val="FFFFFF"/>
                </a:solidFill>
                <a:latin typeface="Arial"/>
                <a:cs typeface="Arial"/>
              </a:rPr>
              <a:t> </a:t>
            </a:r>
            <a:r>
              <a:rPr sz="3100" b="1" spc="15" dirty="0">
                <a:solidFill>
                  <a:srgbClr val="FFFFFF"/>
                </a:solidFill>
                <a:latin typeface="Arial"/>
                <a:cs typeface="Arial"/>
              </a:rPr>
              <a:t>a</a:t>
            </a:r>
            <a:r>
              <a:rPr sz="3100" b="1" spc="10" dirty="0">
                <a:solidFill>
                  <a:srgbClr val="FFFFFF"/>
                </a:solidFill>
                <a:latin typeface="Arial"/>
                <a:cs typeface="Arial"/>
              </a:rPr>
              <a:t>n</a:t>
            </a:r>
            <a:r>
              <a:rPr sz="3100" b="1" spc="15" dirty="0">
                <a:solidFill>
                  <a:srgbClr val="FFFFFF"/>
                </a:solidFill>
                <a:latin typeface="Arial"/>
                <a:cs typeface="Arial"/>
              </a:rPr>
              <a:t>d</a:t>
            </a:r>
            <a:r>
              <a:rPr sz="3100" b="1" spc="5" dirty="0">
                <a:solidFill>
                  <a:srgbClr val="FFFFFF"/>
                </a:solidFill>
                <a:latin typeface="Arial"/>
                <a:cs typeface="Arial"/>
              </a:rPr>
              <a:t> </a:t>
            </a:r>
            <a:r>
              <a:rPr sz="3100" b="1" spc="15" dirty="0">
                <a:solidFill>
                  <a:srgbClr val="FFFFFF"/>
                </a:solidFill>
                <a:latin typeface="Arial"/>
                <a:cs typeface="Arial"/>
              </a:rPr>
              <a:t>Ec</a:t>
            </a:r>
            <a:r>
              <a:rPr sz="3100" b="1" spc="5" dirty="0">
                <a:solidFill>
                  <a:srgbClr val="FFFFFF"/>
                </a:solidFill>
                <a:latin typeface="Arial"/>
                <a:cs typeface="Arial"/>
              </a:rPr>
              <a:t>ologi</a:t>
            </a:r>
            <a:r>
              <a:rPr sz="3100" b="1" spc="10" dirty="0">
                <a:solidFill>
                  <a:srgbClr val="FFFFFF"/>
                </a:solidFill>
                <a:latin typeface="Arial"/>
                <a:cs typeface="Arial"/>
              </a:rPr>
              <a:t>cal</a:t>
            </a:r>
            <a:r>
              <a:rPr sz="3100" b="1" spc="5" dirty="0">
                <a:solidFill>
                  <a:srgbClr val="FFFFFF"/>
                </a:solidFill>
                <a:latin typeface="Arial"/>
                <a:cs typeface="Arial"/>
              </a:rPr>
              <a:t> </a:t>
            </a:r>
            <a:r>
              <a:rPr sz="3100" b="1" spc="15" dirty="0">
                <a:solidFill>
                  <a:srgbClr val="FFFFFF"/>
                </a:solidFill>
                <a:latin typeface="Arial"/>
                <a:cs typeface="Arial"/>
              </a:rPr>
              <a:t>Games</a:t>
            </a:r>
            <a:endParaRPr sz="3100" dirty="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4">
            <a:extLst>
              <a:ext uri="{FF2B5EF4-FFF2-40B4-BE49-F238E27FC236}">
                <a16:creationId xmlns:a16="http://schemas.microsoft.com/office/drawing/2014/main" id="{C0C4AE1F-1B3F-C5D4-5548-D76BED92F0AC}"/>
              </a:ext>
            </a:extLst>
          </p:cNvPr>
          <p:cNvSpPr txBox="1">
            <a:spLocks noGrp="1"/>
          </p:cNvSpPr>
          <p:nvPr>
            <p:ph type="title"/>
          </p:nvPr>
        </p:nvSpPr>
        <p:spPr>
          <a:xfrm>
            <a:off x="461328" y="230587"/>
            <a:ext cx="8221344" cy="431800"/>
          </a:xfrm>
          <a:prstGeom prst="rect">
            <a:avLst/>
          </a:prstGeom>
        </p:spPr>
        <p:txBody>
          <a:bodyPr vert="horz" wrap="square" lIns="0" tIns="0" rIns="0" bIns="0" rtlCol="0">
            <a:spAutoFit/>
          </a:bodyPr>
          <a:lstStyle/>
          <a:p>
            <a:pPr marL="12700">
              <a:lnSpc>
                <a:spcPct val="100000"/>
              </a:lnSpc>
            </a:pPr>
            <a:r>
              <a:rPr dirty="0"/>
              <a:t>Compe</a:t>
            </a:r>
            <a:r>
              <a:rPr spc="-15" dirty="0"/>
              <a:t>t</a:t>
            </a:r>
            <a:r>
              <a:rPr dirty="0"/>
              <a:t>i</a:t>
            </a:r>
            <a:r>
              <a:rPr spc="-15" dirty="0"/>
              <a:t>t</a:t>
            </a:r>
            <a:r>
              <a:rPr dirty="0"/>
              <a:t>ion</a:t>
            </a:r>
            <a:r>
              <a:rPr spc="-5" dirty="0"/>
              <a:t> </a:t>
            </a:r>
            <a:r>
              <a:rPr spc="-15" dirty="0"/>
              <a:t>f</a:t>
            </a:r>
            <a:r>
              <a:rPr dirty="0"/>
              <a:t>or</a:t>
            </a:r>
            <a:r>
              <a:rPr spc="-5" dirty="0"/>
              <a:t> </a:t>
            </a:r>
            <a:r>
              <a:rPr spc="-15" dirty="0"/>
              <a:t>f</a:t>
            </a:r>
            <a:r>
              <a:rPr dirty="0"/>
              <a:t>ood</a:t>
            </a:r>
          </a:p>
        </p:txBody>
      </p:sp>
      <p:sp>
        <p:nvSpPr>
          <p:cNvPr id="4" name="object 5">
            <a:extLst>
              <a:ext uri="{FF2B5EF4-FFF2-40B4-BE49-F238E27FC236}">
                <a16:creationId xmlns:a16="http://schemas.microsoft.com/office/drawing/2014/main" id="{3D112E67-119B-AECE-DA77-5EF200A3D6BD}"/>
              </a:ext>
            </a:extLst>
          </p:cNvPr>
          <p:cNvSpPr txBox="1"/>
          <p:nvPr/>
        </p:nvSpPr>
        <p:spPr>
          <a:xfrm>
            <a:off x="443546" y="1515664"/>
            <a:ext cx="8239126" cy="3780522"/>
          </a:xfrm>
          <a:prstGeom prst="rect">
            <a:avLst/>
          </a:prstGeom>
        </p:spPr>
        <p:txBody>
          <a:bodyPr vert="horz" wrap="square" lIns="0" tIns="0" rIns="0" bIns="0" rtlCol="0">
            <a:spAutoFit/>
          </a:bodyPr>
          <a:lstStyle/>
          <a:p>
            <a:pPr marL="355600" marR="412115" indent="-342900">
              <a:lnSpc>
                <a:spcPts val="2800"/>
              </a:lnSpc>
              <a:buClr>
                <a:schemeClr val="tx1"/>
              </a:buClr>
              <a:buFont typeface="Arial"/>
              <a:buChar char="•"/>
              <a:tabLst>
                <a:tab pos="355600" algn="l"/>
              </a:tabLst>
            </a:pPr>
            <a:r>
              <a:rPr sz="2400" spc="-30" dirty="0">
                <a:latin typeface="Arial"/>
                <a:cs typeface="Arial"/>
              </a:rPr>
              <a:t>W</a:t>
            </a:r>
            <a:r>
              <a:rPr sz="2400" spc="-15" dirty="0">
                <a:latin typeface="Arial"/>
                <a:cs typeface="Arial"/>
              </a:rPr>
              <a:t>h</a:t>
            </a:r>
            <a:r>
              <a:rPr sz="2400" dirty="0">
                <a:latin typeface="Arial"/>
                <a:cs typeface="Arial"/>
              </a:rPr>
              <a:t>e</a:t>
            </a:r>
            <a:r>
              <a:rPr sz="2400" spc="-15" dirty="0">
                <a:latin typeface="Arial"/>
                <a:cs typeface="Arial"/>
              </a:rPr>
              <a:t>n</a:t>
            </a:r>
            <a:r>
              <a:rPr sz="2400" spc="-5" dirty="0">
                <a:latin typeface="Arial"/>
                <a:cs typeface="Arial"/>
              </a:rPr>
              <a:t> </a:t>
            </a:r>
            <a:r>
              <a:rPr sz="2400" spc="-15" dirty="0">
                <a:latin typeface="Arial"/>
                <a:cs typeface="Arial"/>
              </a:rPr>
              <a:t>b</a:t>
            </a:r>
            <a:r>
              <a:rPr sz="2400" dirty="0">
                <a:latin typeface="Arial"/>
                <a:cs typeface="Arial"/>
              </a:rPr>
              <a:t>ee</a:t>
            </a:r>
            <a:r>
              <a:rPr sz="2400" spc="-10" dirty="0">
                <a:latin typeface="Arial"/>
                <a:cs typeface="Arial"/>
              </a:rPr>
              <a:t>tl</a:t>
            </a:r>
            <a:r>
              <a:rPr sz="2400" dirty="0">
                <a:latin typeface="Arial"/>
                <a:cs typeface="Arial"/>
              </a:rPr>
              <a:t>es</a:t>
            </a:r>
            <a:r>
              <a:rPr sz="2400" spc="-5" dirty="0">
                <a:latin typeface="Arial"/>
                <a:cs typeface="Arial"/>
              </a:rPr>
              <a:t> </a:t>
            </a:r>
            <a:r>
              <a:rPr sz="2400" spc="-15" dirty="0">
                <a:latin typeface="Arial"/>
                <a:cs typeface="Arial"/>
              </a:rPr>
              <a:t>o</a:t>
            </a:r>
            <a:r>
              <a:rPr sz="2400" dirty="0">
                <a:latin typeface="Arial"/>
                <a:cs typeface="Arial"/>
              </a:rPr>
              <a:t>f</a:t>
            </a:r>
            <a:r>
              <a:rPr sz="2400" spc="-5" dirty="0">
                <a:latin typeface="Arial"/>
                <a:cs typeface="Arial"/>
              </a:rPr>
              <a:t> </a:t>
            </a:r>
            <a:r>
              <a:rPr sz="2400" spc="-15" dirty="0">
                <a:latin typeface="Arial"/>
                <a:cs typeface="Arial"/>
              </a:rPr>
              <a:t>th</a:t>
            </a:r>
            <a:r>
              <a:rPr sz="2400" dirty="0">
                <a:latin typeface="Arial"/>
                <a:cs typeface="Arial"/>
              </a:rPr>
              <a:t>e</a:t>
            </a:r>
            <a:r>
              <a:rPr sz="2400" spc="-5" dirty="0">
                <a:latin typeface="Arial"/>
                <a:cs typeface="Arial"/>
              </a:rPr>
              <a:t> </a:t>
            </a:r>
            <a:r>
              <a:rPr sz="2400" dirty="0">
                <a:latin typeface="Arial"/>
                <a:cs typeface="Arial"/>
              </a:rPr>
              <a:t>same</a:t>
            </a:r>
            <a:r>
              <a:rPr sz="2400" spc="-5" dirty="0">
                <a:latin typeface="Arial"/>
                <a:cs typeface="Arial"/>
              </a:rPr>
              <a:t> </a:t>
            </a:r>
            <a:r>
              <a:rPr sz="2400" dirty="0">
                <a:latin typeface="Arial"/>
                <a:cs typeface="Arial"/>
              </a:rPr>
              <a:t>s</a:t>
            </a:r>
            <a:r>
              <a:rPr sz="2400" spc="-10" dirty="0">
                <a:latin typeface="Arial"/>
                <a:cs typeface="Arial"/>
              </a:rPr>
              <a:t>i</a:t>
            </a:r>
            <a:r>
              <a:rPr sz="2400" dirty="0">
                <a:latin typeface="Arial"/>
                <a:cs typeface="Arial"/>
              </a:rPr>
              <a:t>ze</a:t>
            </a:r>
            <a:r>
              <a:rPr sz="2400" spc="-5" dirty="0">
                <a:latin typeface="Arial"/>
                <a:cs typeface="Arial"/>
              </a:rPr>
              <a:t> </a:t>
            </a:r>
            <a:r>
              <a:rPr sz="2400" dirty="0">
                <a:latin typeface="Arial"/>
                <a:cs typeface="Arial"/>
              </a:rPr>
              <a:t>c</a:t>
            </a:r>
            <a:r>
              <a:rPr sz="2400" spc="-15" dirty="0">
                <a:latin typeface="Arial"/>
                <a:cs typeface="Arial"/>
              </a:rPr>
              <a:t>o</a:t>
            </a:r>
            <a:r>
              <a:rPr sz="2400" dirty="0">
                <a:latin typeface="Arial"/>
                <a:cs typeface="Arial"/>
              </a:rPr>
              <a:t>m</a:t>
            </a:r>
            <a:r>
              <a:rPr sz="2400" spc="-15" dirty="0">
                <a:latin typeface="Arial"/>
                <a:cs typeface="Arial"/>
              </a:rPr>
              <a:t>p</a:t>
            </a:r>
            <a:r>
              <a:rPr sz="2400" dirty="0">
                <a:latin typeface="Arial"/>
                <a:cs typeface="Arial"/>
              </a:rPr>
              <a:t>ete</a:t>
            </a:r>
            <a:r>
              <a:rPr sz="2400" spc="-10" dirty="0">
                <a:latin typeface="Arial"/>
                <a:cs typeface="Arial"/>
              </a:rPr>
              <a:t>,</a:t>
            </a:r>
            <a:r>
              <a:rPr sz="2400" spc="-5" dirty="0">
                <a:latin typeface="Arial"/>
                <a:cs typeface="Arial"/>
              </a:rPr>
              <a:t> </a:t>
            </a:r>
            <a:r>
              <a:rPr sz="2400" spc="-15" dirty="0">
                <a:latin typeface="Arial"/>
                <a:cs typeface="Arial"/>
              </a:rPr>
              <a:t>th</a:t>
            </a:r>
            <a:r>
              <a:rPr sz="2400" dirty="0">
                <a:latin typeface="Arial"/>
                <a:cs typeface="Arial"/>
              </a:rPr>
              <a:t>ey </a:t>
            </a:r>
            <a:r>
              <a:rPr sz="2400" spc="-15" dirty="0">
                <a:latin typeface="Arial"/>
                <a:cs typeface="Arial"/>
              </a:rPr>
              <a:t>g</a:t>
            </a:r>
            <a:r>
              <a:rPr sz="2400" dirty="0">
                <a:latin typeface="Arial"/>
                <a:cs typeface="Arial"/>
              </a:rPr>
              <a:t>et</a:t>
            </a:r>
            <a:r>
              <a:rPr sz="2400" spc="-5" dirty="0">
                <a:latin typeface="Arial"/>
                <a:cs typeface="Arial"/>
              </a:rPr>
              <a:t> </a:t>
            </a:r>
            <a:r>
              <a:rPr sz="2400" dirty="0">
                <a:latin typeface="Arial"/>
                <a:cs typeface="Arial"/>
              </a:rPr>
              <a:t>e</a:t>
            </a:r>
            <a:r>
              <a:rPr sz="2400" spc="-15" dirty="0">
                <a:latin typeface="Arial"/>
                <a:cs typeface="Arial"/>
              </a:rPr>
              <a:t>qu</a:t>
            </a:r>
            <a:r>
              <a:rPr sz="2400" dirty="0">
                <a:latin typeface="Arial"/>
                <a:cs typeface="Arial"/>
              </a:rPr>
              <a:t>a</a:t>
            </a:r>
            <a:r>
              <a:rPr sz="2400" spc="-10" dirty="0">
                <a:latin typeface="Arial"/>
                <a:cs typeface="Arial"/>
              </a:rPr>
              <a:t>l</a:t>
            </a:r>
            <a:r>
              <a:rPr sz="2400" spc="-5" dirty="0">
                <a:latin typeface="Arial"/>
                <a:cs typeface="Arial"/>
              </a:rPr>
              <a:t> </a:t>
            </a:r>
            <a:r>
              <a:rPr sz="2400" dirty="0">
                <a:latin typeface="Arial"/>
                <a:cs typeface="Arial"/>
              </a:rPr>
              <a:t>s</a:t>
            </a:r>
            <a:r>
              <a:rPr sz="2400" spc="-15" dirty="0">
                <a:latin typeface="Arial"/>
                <a:cs typeface="Arial"/>
              </a:rPr>
              <a:t>h</a:t>
            </a:r>
            <a:r>
              <a:rPr sz="2400" dirty="0">
                <a:latin typeface="Arial"/>
                <a:cs typeface="Arial"/>
              </a:rPr>
              <a:t>ares</a:t>
            </a:r>
            <a:r>
              <a:rPr sz="2400" spc="-5" dirty="0">
                <a:latin typeface="Arial"/>
                <a:cs typeface="Arial"/>
              </a:rPr>
              <a:t> </a:t>
            </a:r>
            <a:r>
              <a:rPr sz="2400" spc="-15" dirty="0">
                <a:latin typeface="Arial"/>
                <a:cs typeface="Arial"/>
              </a:rPr>
              <a:t>o</a:t>
            </a:r>
            <a:r>
              <a:rPr sz="2400" dirty="0">
                <a:latin typeface="Arial"/>
                <a:cs typeface="Arial"/>
              </a:rPr>
              <a:t>f</a:t>
            </a:r>
            <a:r>
              <a:rPr sz="2400" spc="-5" dirty="0">
                <a:latin typeface="Arial"/>
                <a:cs typeface="Arial"/>
              </a:rPr>
              <a:t> </a:t>
            </a:r>
            <a:r>
              <a:rPr sz="2400" spc="-15" dirty="0">
                <a:latin typeface="Arial"/>
                <a:cs typeface="Arial"/>
              </a:rPr>
              <a:t>th</a:t>
            </a:r>
            <a:r>
              <a:rPr sz="2400" dirty="0">
                <a:latin typeface="Arial"/>
                <a:cs typeface="Arial"/>
              </a:rPr>
              <a:t>e</a:t>
            </a:r>
            <a:r>
              <a:rPr sz="2400" spc="-5" dirty="0">
                <a:latin typeface="Arial"/>
                <a:cs typeface="Arial"/>
              </a:rPr>
              <a:t> </a:t>
            </a:r>
            <a:r>
              <a:rPr sz="2400" spc="-15" dirty="0">
                <a:latin typeface="Arial"/>
                <a:cs typeface="Arial"/>
              </a:rPr>
              <a:t>food</a:t>
            </a:r>
            <a:endParaRPr sz="2400" dirty="0">
              <a:latin typeface="Arial"/>
              <a:cs typeface="Arial"/>
            </a:endParaRPr>
          </a:p>
          <a:p>
            <a:pPr>
              <a:lnSpc>
                <a:spcPct val="100000"/>
              </a:lnSpc>
              <a:spcBef>
                <a:spcPts val="47"/>
              </a:spcBef>
              <a:buClr>
                <a:schemeClr val="tx1"/>
              </a:buClr>
              <a:buFont typeface="Arial"/>
              <a:buChar char="•"/>
            </a:pPr>
            <a:endParaRPr sz="2950" dirty="0">
              <a:latin typeface="Times New Roman"/>
              <a:cs typeface="Times New Roman"/>
            </a:endParaRPr>
          </a:p>
          <a:p>
            <a:pPr marL="355600" marR="226060" indent="-342900">
              <a:lnSpc>
                <a:spcPts val="2800"/>
              </a:lnSpc>
              <a:buClr>
                <a:schemeClr val="tx1"/>
              </a:buClr>
              <a:buFont typeface="Arial"/>
              <a:buChar char="•"/>
              <a:tabLst>
                <a:tab pos="355600" algn="l"/>
              </a:tabLst>
            </a:pPr>
            <a:r>
              <a:rPr sz="2400" spc="-30" dirty="0">
                <a:latin typeface="Arial"/>
                <a:cs typeface="Arial"/>
              </a:rPr>
              <a:t>W</a:t>
            </a:r>
            <a:r>
              <a:rPr sz="2400" spc="-15" dirty="0">
                <a:latin typeface="Arial"/>
                <a:cs typeface="Arial"/>
              </a:rPr>
              <a:t>h</a:t>
            </a:r>
            <a:r>
              <a:rPr sz="2400" dirty="0">
                <a:latin typeface="Arial"/>
                <a:cs typeface="Arial"/>
              </a:rPr>
              <a:t>e</a:t>
            </a:r>
            <a:r>
              <a:rPr sz="2400" spc="-15" dirty="0">
                <a:latin typeface="Arial"/>
                <a:cs typeface="Arial"/>
              </a:rPr>
              <a:t>n</a:t>
            </a:r>
            <a:r>
              <a:rPr sz="2400" spc="-5" dirty="0">
                <a:latin typeface="Arial"/>
                <a:cs typeface="Arial"/>
              </a:rPr>
              <a:t> </a:t>
            </a:r>
            <a:r>
              <a:rPr sz="2400" dirty="0">
                <a:latin typeface="Arial"/>
                <a:cs typeface="Arial"/>
              </a:rPr>
              <a:t>a</a:t>
            </a:r>
            <a:r>
              <a:rPr sz="2400" spc="-5" dirty="0">
                <a:latin typeface="Arial"/>
                <a:cs typeface="Arial"/>
              </a:rPr>
              <a:t> </a:t>
            </a:r>
            <a:r>
              <a:rPr sz="2400" spc="-10" dirty="0">
                <a:latin typeface="Arial"/>
                <a:cs typeface="Arial"/>
              </a:rPr>
              <a:t>l</a:t>
            </a:r>
            <a:r>
              <a:rPr sz="2400" dirty="0">
                <a:latin typeface="Arial"/>
                <a:cs typeface="Arial"/>
              </a:rPr>
              <a:t>ar</a:t>
            </a:r>
            <a:r>
              <a:rPr sz="2400" spc="-15" dirty="0">
                <a:latin typeface="Arial"/>
                <a:cs typeface="Arial"/>
              </a:rPr>
              <a:t>g</a:t>
            </a:r>
            <a:r>
              <a:rPr sz="2400" dirty="0">
                <a:latin typeface="Arial"/>
                <a:cs typeface="Arial"/>
              </a:rPr>
              <a:t>e</a:t>
            </a:r>
            <a:r>
              <a:rPr sz="2400" spc="-5" dirty="0">
                <a:latin typeface="Arial"/>
                <a:cs typeface="Arial"/>
              </a:rPr>
              <a:t> </a:t>
            </a:r>
            <a:r>
              <a:rPr sz="2400" spc="-15" dirty="0">
                <a:latin typeface="Arial"/>
                <a:cs typeface="Arial"/>
              </a:rPr>
              <a:t>b</a:t>
            </a:r>
            <a:r>
              <a:rPr sz="2400" dirty="0">
                <a:latin typeface="Arial"/>
                <a:cs typeface="Arial"/>
              </a:rPr>
              <a:t>ee</a:t>
            </a:r>
            <a:r>
              <a:rPr sz="2400" spc="-10" dirty="0">
                <a:latin typeface="Arial"/>
                <a:cs typeface="Arial"/>
              </a:rPr>
              <a:t>tl</a:t>
            </a:r>
            <a:r>
              <a:rPr sz="2400" dirty="0">
                <a:latin typeface="Arial"/>
                <a:cs typeface="Arial"/>
              </a:rPr>
              <a:t>e</a:t>
            </a:r>
            <a:r>
              <a:rPr sz="2400" spc="-5" dirty="0">
                <a:latin typeface="Arial"/>
                <a:cs typeface="Arial"/>
              </a:rPr>
              <a:t> </a:t>
            </a:r>
            <a:r>
              <a:rPr sz="2400" dirty="0">
                <a:latin typeface="Arial"/>
                <a:cs typeface="Arial"/>
              </a:rPr>
              <a:t>c</a:t>
            </a:r>
            <a:r>
              <a:rPr sz="2400" spc="-15" dirty="0">
                <a:latin typeface="Arial"/>
                <a:cs typeface="Arial"/>
              </a:rPr>
              <a:t>o</a:t>
            </a:r>
            <a:r>
              <a:rPr sz="2400" dirty="0">
                <a:latin typeface="Arial"/>
                <a:cs typeface="Arial"/>
              </a:rPr>
              <a:t>m</a:t>
            </a:r>
            <a:r>
              <a:rPr sz="2400" spc="-15" dirty="0">
                <a:latin typeface="Arial"/>
                <a:cs typeface="Arial"/>
              </a:rPr>
              <a:t>p</a:t>
            </a:r>
            <a:r>
              <a:rPr sz="2400" dirty="0">
                <a:latin typeface="Arial"/>
                <a:cs typeface="Arial"/>
              </a:rPr>
              <a:t>etes</a:t>
            </a:r>
            <a:r>
              <a:rPr sz="2400" spc="-5" dirty="0">
                <a:latin typeface="Arial"/>
                <a:cs typeface="Arial"/>
              </a:rPr>
              <a:t> </a:t>
            </a:r>
            <a:r>
              <a:rPr sz="2400" spc="-15" dirty="0">
                <a:latin typeface="Arial"/>
                <a:cs typeface="Arial"/>
              </a:rPr>
              <a:t>with</a:t>
            </a:r>
            <a:r>
              <a:rPr sz="2400" spc="-5" dirty="0">
                <a:latin typeface="Arial"/>
                <a:cs typeface="Arial"/>
              </a:rPr>
              <a:t> </a:t>
            </a:r>
            <a:r>
              <a:rPr sz="2400" dirty="0">
                <a:latin typeface="Arial"/>
                <a:cs typeface="Arial"/>
              </a:rPr>
              <a:t>a</a:t>
            </a:r>
            <a:r>
              <a:rPr sz="2400" spc="-5" dirty="0">
                <a:latin typeface="Arial"/>
                <a:cs typeface="Arial"/>
              </a:rPr>
              <a:t> </a:t>
            </a:r>
            <a:r>
              <a:rPr sz="2400" dirty="0">
                <a:latin typeface="Arial"/>
                <a:cs typeface="Arial"/>
              </a:rPr>
              <a:t>sma</a:t>
            </a:r>
            <a:r>
              <a:rPr sz="2400" spc="-10" dirty="0">
                <a:latin typeface="Arial"/>
                <a:cs typeface="Arial"/>
              </a:rPr>
              <a:t>ll</a:t>
            </a:r>
            <a:r>
              <a:rPr sz="2400" spc="-15" dirty="0">
                <a:latin typeface="Arial"/>
                <a:cs typeface="Arial"/>
              </a:rPr>
              <a:t> b</a:t>
            </a:r>
            <a:r>
              <a:rPr sz="2400" dirty="0">
                <a:latin typeface="Arial"/>
                <a:cs typeface="Arial"/>
              </a:rPr>
              <a:t>ee</a:t>
            </a:r>
            <a:r>
              <a:rPr sz="2400" spc="-10" dirty="0">
                <a:latin typeface="Arial"/>
                <a:cs typeface="Arial"/>
              </a:rPr>
              <a:t>tl</a:t>
            </a:r>
            <a:r>
              <a:rPr sz="2400" dirty="0">
                <a:latin typeface="Arial"/>
                <a:cs typeface="Arial"/>
              </a:rPr>
              <a:t>e</a:t>
            </a:r>
            <a:r>
              <a:rPr sz="2400" spc="-10" dirty="0">
                <a:latin typeface="Arial"/>
                <a:cs typeface="Arial"/>
              </a:rPr>
              <a:t>,</a:t>
            </a:r>
            <a:r>
              <a:rPr sz="2400" spc="-5" dirty="0">
                <a:latin typeface="Arial"/>
                <a:cs typeface="Arial"/>
              </a:rPr>
              <a:t> </a:t>
            </a:r>
            <a:r>
              <a:rPr sz="2400" spc="-15" dirty="0">
                <a:latin typeface="Arial"/>
                <a:cs typeface="Arial"/>
              </a:rPr>
              <a:t>th</a:t>
            </a:r>
            <a:r>
              <a:rPr sz="2400" dirty="0">
                <a:latin typeface="Arial"/>
                <a:cs typeface="Arial"/>
              </a:rPr>
              <a:t>e</a:t>
            </a:r>
            <a:r>
              <a:rPr sz="2400" spc="-5" dirty="0">
                <a:latin typeface="Arial"/>
                <a:cs typeface="Arial"/>
              </a:rPr>
              <a:t> </a:t>
            </a:r>
            <a:r>
              <a:rPr sz="2400" spc="-10" dirty="0">
                <a:latin typeface="Arial"/>
                <a:cs typeface="Arial"/>
              </a:rPr>
              <a:t>l</a:t>
            </a:r>
            <a:r>
              <a:rPr sz="2400" dirty="0">
                <a:latin typeface="Arial"/>
                <a:cs typeface="Arial"/>
              </a:rPr>
              <a:t>ar</a:t>
            </a:r>
            <a:r>
              <a:rPr sz="2400" spc="-15" dirty="0">
                <a:latin typeface="Arial"/>
                <a:cs typeface="Arial"/>
              </a:rPr>
              <a:t>g</a:t>
            </a:r>
            <a:r>
              <a:rPr sz="2400" dirty="0">
                <a:latin typeface="Arial"/>
                <a:cs typeface="Arial"/>
              </a:rPr>
              <a:t>e</a:t>
            </a:r>
            <a:r>
              <a:rPr sz="2400" spc="-5" dirty="0">
                <a:latin typeface="Arial"/>
                <a:cs typeface="Arial"/>
              </a:rPr>
              <a:t> </a:t>
            </a:r>
            <a:r>
              <a:rPr sz="2400" spc="-15" dirty="0">
                <a:latin typeface="Arial"/>
                <a:cs typeface="Arial"/>
              </a:rPr>
              <a:t>b</a:t>
            </a:r>
            <a:r>
              <a:rPr sz="2400" dirty="0">
                <a:latin typeface="Arial"/>
                <a:cs typeface="Arial"/>
              </a:rPr>
              <a:t>ee</a:t>
            </a:r>
            <a:r>
              <a:rPr sz="2400" spc="-10" dirty="0">
                <a:latin typeface="Arial"/>
                <a:cs typeface="Arial"/>
              </a:rPr>
              <a:t>tl</a:t>
            </a:r>
            <a:r>
              <a:rPr sz="2400" dirty="0">
                <a:latin typeface="Arial"/>
                <a:cs typeface="Arial"/>
              </a:rPr>
              <a:t>e</a:t>
            </a:r>
            <a:r>
              <a:rPr sz="2400" spc="-5" dirty="0">
                <a:latin typeface="Arial"/>
                <a:cs typeface="Arial"/>
              </a:rPr>
              <a:t> </a:t>
            </a:r>
            <a:r>
              <a:rPr sz="2400" spc="-15" dirty="0">
                <a:latin typeface="Arial"/>
                <a:cs typeface="Arial"/>
              </a:rPr>
              <a:t>g</a:t>
            </a:r>
            <a:r>
              <a:rPr sz="2400" dirty="0">
                <a:latin typeface="Arial"/>
                <a:cs typeface="Arial"/>
              </a:rPr>
              <a:t>ets</a:t>
            </a:r>
            <a:r>
              <a:rPr sz="2400" spc="-5" dirty="0">
                <a:latin typeface="Arial"/>
                <a:cs typeface="Arial"/>
              </a:rPr>
              <a:t> </a:t>
            </a:r>
            <a:r>
              <a:rPr sz="2400" spc="-15" dirty="0">
                <a:latin typeface="Arial"/>
                <a:cs typeface="Arial"/>
              </a:rPr>
              <a:t>th</a:t>
            </a:r>
            <a:r>
              <a:rPr sz="2400" dirty="0">
                <a:latin typeface="Arial"/>
                <a:cs typeface="Arial"/>
              </a:rPr>
              <a:t>e</a:t>
            </a:r>
            <a:r>
              <a:rPr sz="2400" spc="-5" dirty="0">
                <a:latin typeface="Arial"/>
                <a:cs typeface="Arial"/>
              </a:rPr>
              <a:t> </a:t>
            </a:r>
            <a:r>
              <a:rPr sz="2400" dirty="0">
                <a:latin typeface="Arial"/>
                <a:cs typeface="Arial"/>
              </a:rPr>
              <a:t>ma</a:t>
            </a:r>
            <a:r>
              <a:rPr sz="2400" spc="-15" dirty="0">
                <a:latin typeface="Arial"/>
                <a:cs typeface="Arial"/>
              </a:rPr>
              <a:t>jo</a:t>
            </a:r>
            <a:r>
              <a:rPr sz="2400" dirty="0">
                <a:latin typeface="Arial"/>
                <a:cs typeface="Arial"/>
              </a:rPr>
              <a:t>r</a:t>
            </a:r>
            <a:r>
              <a:rPr sz="2400" spc="-10" dirty="0">
                <a:latin typeface="Arial"/>
                <a:cs typeface="Arial"/>
              </a:rPr>
              <a:t>i</a:t>
            </a:r>
            <a:r>
              <a:rPr sz="2400" dirty="0">
                <a:latin typeface="Arial"/>
                <a:cs typeface="Arial"/>
              </a:rPr>
              <a:t>ty</a:t>
            </a:r>
            <a:r>
              <a:rPr sz="2400" spc="-5" dirty="0">
                <a:latin typeface="Arial"/>
                <a:cs typeface="Arial"/>
              </a:rPr>
              <a:t> </a:t>
            </a:r>
            <a:r>
              <a:rPr sz="2400" spc="-15" dirty="0">
                <a:latin typeface="Arial"/>
                <a:cs typeface="Arial"/>
              </a:rPr>
              <a:t>o</a:t>
            </a:r>
            <a:r>
              <a:rPr sz="2400" dirty="0">
                <a:latin typeface="Arial"/>
                <a:cs typeface="Arial"/>
              </a:rPr>
              <a:t>f</a:t>
            </a:r>
            <a:r>
              <a:rPr sz="2400" spc="-5" dirty="0">
                <a:latin typeface="Arial"/>
                <a:cs typeface="Arial"/>
              </a:rPr>
              <a:t> </a:t>
            </a:r>
            <a:r>
              <a:rPr sz="2400" spc="-15" dirty="0">
                <a:latin typeface="Arial"/>
                <a:cs typeface="Arial"/>
              </a:rPr>
              <a:t>th</a:t>
            </a:r>
            <a:r>
              <a:rPr sz="2400" dirty="0">
                <a:latin typeface="Arial"/>
                <a:cs typeface="Arial"/>
              </a:rPr>
              <a:t>e </a:t>
            </a:r>
            <a:r>
              <a:rPr sz="2400" spc="-15" dirty="0">
                <a:latin typeface="Arial"/>
                <a:cs typeface="Arial"/>
              </a:rPr>
              <a:t>food.</a:t>
            </a:r>
            <a:endParaRPr sz="2400" dirty="0">
              <a:latin typeface="Arial"/>
              <a:cs typeface="Arial"/>
            </a:endParaRPr>
          </a:p>
          <a:p>
            <a:pPr>
              <a:lnSpc>
                <a:spcPct val="100000"/>
              </a:lnSpc>
              <a:spcBef>
                <a:spcPts val="47"/>
              </a:spcBef>
              <a:buClr>
                <a:schemeClr val="tx1"/>
              </a:buClr>
              <a:buFont typeface="Arial"/>
              <a:buChar char="•"/>
            </a:pPr>
            <a:endParaRPr sz="2950" dirty="0">
              <a:latin typeface="Times New Roman"/>
              <a:cs typeface="Times New Roman"/>
            </a:endParaRPr>
          </a:p>
          <a:p>
            <a:pPr marL="355600" marR="5080" indent="-342900">
              <a:lnSpc>
                <a:spcPts val="2800"/>
              </a:lnSpc>
              <a:buClr>
                <a:schemeClr val="tx1"/>
              </a:buClr>
              <a:buFont typeface="Arial"/>
              <a:buChar char="•"/>
              <a:tabLst>
                <a:tab pos="355600" algn="l"/>
              </a:tabLst>
            </a:pPr>
            <a:r>
              <a:rPr sz="2400" dirty="0">
                <a:latin typeface="Arial"/>
                <a:cs typeface="Arial"/>
              </a:rPr>
              <a:t>B</a:t>
            </a:r>
            <a:r>
              <a:rPr sz="2400" spc="-15" dirty="0">
                <a:latin typeface="Arial"/>
                <a:cs typeface="Arial"/>
              </a:rPr>
              <a:t>ut</a:t>
            </a:r>
            <a:r>
              <a:rPr sz="2400" spc="-5" dirty="0">
                <a:latin typeface="Arial"/>
                <a:cs typeface="Arial"/>
              </a:rPr>
              <a:t> </a:t>
            </a:r>
            <a:r>
              <a:rPr sz="2400" spc="-15" dirty="0">
                <a:latin typeface="Arial"/>
                <a:cs typeface="Arial"/>
              </a:rPr>
              <a:t>b</a:t>
            </a:r>
            <a:r>
              <a:rPr sz="2400" dirty="0">
                <a:latin typeface="Arial"/>
                <a:cs typeface="Arial"/>
              </a:rPr>
              <a:t>e</a:t>
            </a:r>
            <a:r>
              <a:rPr sz="2400" spc="-15" dirty="0">
                <a:latin typeface="Arial"/>
                <a:cs typeface="Arial"/>
              </a:rPr>
              <a:t>ing</a:t>
            </a:r>
            <a:r>
              <a:rPr sz="2400" spc="-5" dirty="0">
                <a:latin typeface="Arial"/>
                <a:cs typeface="Arial"/>
              </a:rPr>
              <a:t> </a:t>
            </a:r>
            <a:r>
              <a:rPr sz="2400" spc="-10" dirty="0">
                <a:latin typeface="Arial"/>
                <a:cs typeface="Arial"/>
              </a:rPr>
              <a:t>l</a:t>
            </a:r>
            <a:r>
              <a:rPr sz="2400" dirty="0">
                <a:latin typeface="Arial"/>
                <a:cs typeface="Arial"/>
              </a:rPr>
              <a:t>ar</a:t>
            </a:r>
            <a:r>
              <a:rPr sz="2400" spc="-15" dirty="0">
                <a:latin typeface="Arial"/>
                <a:cs typeface="Arial"/>
              </a:rPr>
              <a:t>g</a:t>
            </a:r>
            <a:r>
              <a:rPr sz="2400" dirty="0">
                <a:latin typeface="Arial"/>
                <a:cs typeface="Arial"/>
              </a:rPr>
              <a:t>e</a:t>
            </a:r>
            <a:r>
              <a:rPr sz="2400" spc="-5" dirty="0">
                <a:latin typeface="Arial"/>
                <a:cs typeface="Arial"/>
              </a:rPr>
              <a:t> </a:t>
            </a:r>
            <a:r>
              <a:rPr sz="2400" spc="-10" dirty="0">
                <a:latin typeface="Arial"/>
                <a:cs typeface="Arial"/>
              </a:rPr>
              <a:t>i</a:t>
            </a:r>
            <a:r>
              <a:rPr sz="2400" dirty="0">
                <a:latin typeface="Arial"/>
                <a:cs typeface="Arial"/>
              </a:rPr>
              <a:t>s</a:t>
            </a:r>
            <a:r>
              <a:rPr sz="2400" spc="-5" dirty="0">
                <a:latin typeface="Arial"/>
                <a:cs typeface="Arial"/>
              </a:rPr>
              <a:t> </a:t>
            </a:r>
            <a:r>
              <a:rPr sz="2400" spc="-15" dirty="0">
                <a:latin typeface="Arial"/>
                <a:cs typeface="Arial"/>
              </a:rPr>
              <a:t>no</a:t>
            </a:r>
            <a:r>
              <a:rPr sz="2400" dirty="0">
                <a:latin typeface="Arial"/>
                <a:cs typeface="Arial"/>
              </a:rPr>
              <a:t>t</a:t>
            </a:r>
            <a:r>
              <a:rPr sz="2400" spc="-5" dirty="0">
                <a:latin typeface="Arial"/>
                <a:cs typeface="Arial"/>
              </a:rPr>
              <a:t> </a:t>
            </a:r>
            <a:r>
              <a:rPr sz="2400" spc="-15" dirty="0">
                <a:latin typeface="Arial"/>
                <a:cs typeface="Arial"/>
              </a:rPr>
              <a:t>onl</a:t>
            </a:r>
            <a:r>
              <a:rPr sz="2400" dirty="0">
                <a:latin typeface="Arial"/>
                <a:cs typeface="Arial"/>
              </a:rPr>
              <a:t>y</a:t>
            </a:r>
            <a:r>
              <a:rPr sz="2400" spc="-5" dirty="0">
                <a:latin typeface="Arial"/>
                <a:cs typeface="Arial"/>
              </a:rPr>
              <a:t> </a:t>
            </a:r>
            <a:r>
              <a:rPr sz="2400" spc="-15" dirty="0">
                <a:latin typeface="Arial"/>
                <a:cs typeface="Arial"/>
              </a:rPr>
              <a:t>po</a:t>
            </a:r>
            <a:r>
              <a:rPr sz="2400" dirty="0">
                <a:latin typeface="Arial"/>
                <a:cs typeface="Arial"/>
              </a:rPr>
              <a:t>s</a:t>
            </a:r>
            <a:r>
              <a:rPr sz="2400" spc="-10" dirty="0">
                <a:latin typeface="Arial"/>
                <a:cs typeface="Arial"/>
              </a:rPr>
              <a:t>iti</a:t>
            </a:r>
            <a:r>
              <a:rPr sz="2400" dirty="0">
                <a:latin typeface="Arial"/>
                <a:cs typeface="Arial"/>
              </a:rPr>
              <a:t>ve:</a:t>
            </a:r>
            <a:r>
              <a:rPr sz="2400" spc="-5" dirty="0">
                <a:latin typeface="Arial"/>
                <a:cs typeface="Arial"/>
              </a:rPr>
              <a:t> </a:t>
            </a:r>
            <a:r>
              <a:rPr sz="2400" spc="-10" dirty="0">
                <a:latin typeface="Arial"/>
                <a:cs typeface="Arial"/>
              </a:rPr>
              <a:t>l</a:t>
            </a:r>
            <a:r>
              <a:rPr sz="2400" dirty="0">
                <a:latin typeface="Arial"/>
                <a:cs typeface="Arial"/>
              </a:rPr>
              <a:t>ar</a:t>
            </a:r>
            <a:r>
              <a:rPr sz="2400" spc="-15" dirty="0">
                <a:latin typeface="Arial"/>
                <a:cs typeface="Arial"/>
              </a:rPr>
              <a:t>g</a:t>
            </a:r>
            <a:r>
              <a:rPr sz="2400" dirty="0">
                <a:latin typeface="Arial"/>
                <a:cs typeface="Arial"/>
              </a:rPr>
              <a:t>e </a:t>
            </a:r>
            <a:r>
              <a:rPr sz="2400" spc="-15" dirty="0">
                <a:latin typeface="Arial"/>
                <a:cs typeface="Arial"/>
              </a:rPr>
              <a:t>b</a:t>
            </a:r>
            <a:r>
              <a:rPr sz="2400" dirty="0">
                <a:latin typeface="Arial"/>
                <a:cs typeface="Arial"/>
              </a:rPr>
              <a:t>ee</a:t>
            </a:r>
            <a:r>
              <a:rPr sz="2400" spc="-10" dirty="0">
                <a:latin typeface="Arial"/>
                <a:cs typeface="Arial"/>
              </a:rPr>
              <a:t>tl</a:t>
            </a:r>
            <a:r>
              <a:rPr sz="2400" dirty="0">
                <a:latin typeface="Arial"/>
                <a:cs typeface="Arial"/>
              </a:rPr>
              <a:t>es</a:t>
            </a:r>
            <a:r>
              <a:rPr sz="2400" spc="-5" dirty="0">
                <a:latin typeface="Arial"/>
                <a:cs typeface="Arial"/>
              </a:rPr>
              <a:t> </a:t>
            </a:r>
            <a:r>
              <a:rPr sz="2400" dirty="0">
                <a:latin typeface="Arial"/>
                <a:cs typeface="Arial"/>
              </a:rPr>
              <a:t>ex</a:t>
            </a:r>
            <a:r>
              <a:rPr sz="2400" spc="-15" dirty="0">
                <a:latin typeface="Arial"/>
                <a:cs typeface="Arial"/>
              </a:rPr>
              <a:t>p</a:t>
            </a:r>
            <a:r>
              <a:rPr sz="2400" dirty="0">
                <a:latin typeface="Arial"/>
                <a:cs typeface="Arial"/>
              </a:rPr>
              <a:t>er</a:t>
            </a:r>
            <a:r>
              <a:rPr sz="2400" spc="-10" dirty="0">
                <a:latin typeface="Arial"/>
                <a:cs typeface="Arial"/>
              </a:rPr>
              <a:t>i</a:t>
            </a:r>
            <a:r>
              <a:rPr sz="2400" dirty="0">
                <a:latin typeface="Arial"/>
                <a:cs typeface="Arial"/>
              </a:rPr>
              <a:t>e</a:t>
            </a:r>
            <a:r>
              <a:rPr sz="2400" spc="-15" dirty="0">
                <a:latin typeface="Arial"/>
                <a:cs typeface="Arial"/>
              </a:rPr>
              <a:t>n</a:t>
            </a:r>
            <a:r>
              <a:rPr sz="2400" dirty="0">
                <a:latin typeface="Arial"/>
                <a:cs typeface="Arial"/>
              </a:rPr>
              <a:t>ce</a:t>
            </a:r>
            <a:r>
              <a:rPr sz="2400" spc="-5" dirty="0">
                <a:latin typeface="Arial"/>
                <a:cs typeface="Arial"/>
              </a:rPr>
              <a:t> </a:t>
            </a:r>
            <a:r>
              <a:rPr sz="2400" spc="-10" dirty="0">
                <a:latin typeface="Arial"/>
                <a:cs typeface="Arial"/>
              </a:rPr>
              <a:t>l</a:t>
            </a:r>
            <a:r>
              <a:rPr sz="2400" dirty="0">
                <a:latin typeface="Arial"/>
                <a:cs typeface="Arial"/>
              </a:rPr>
              <a:t>ess</a:t>
            </a:r>
            <a:r>
              <a:rPr sz="2400" spc="-5" dirty="0">
                <a:latin typeface="Arial"/>
                <a:cs typeface="Arial"/>
              </a:rPr>
              <a:t> </a:t>
            </a:r>
            <a:r>
              <a:rPr sz="2400" spc="-15" dirty="0">
                <a:latin typeface="Arial"/>
                <a:cs typeface="Arial"/>
              </a:rPr>
              <a:t>o</a:t>
            </a:r>
            <a:r>
              <a:rPr sz="2400" dirty="0">
                <a:latin typeface="Arial"/>
                <a:cs typeface="Arial"/>
              </a:rPr>
              <a:t>f</a:t>
            </a:r>
            <a:r>
              <a:rPr sz="2400" spc="-5" dirty="0">
                <a:latin typeface="Arial"/>
                <a:cs typeface="Arial"/>
              </a:rPr>
              <a:t> </a:t>
            </a:r>
            <a:r>
              <a:rPr sz="2400" dirty="0">
                <a:latin typeface="Arial"/>
                <a:cs typeface="Arial"/>
              </a:rPr>
              <a:t>a</a:t>
            </a:r>
            <a:r>
              <a:rPr sz="2400" spc="-5" dirty="0">
                <a:latin typeface="Arial"/>
                <a:cs typeface="Arial"/>
              </a:rPr>
              <a:t> </a:t>
            </a:r>
            <a:r>
              <a:rPr sz="2400" spc="-10" dirty="0">
                <a:latin typeface="Arial"/>
                <a:cs typeface="Arial"/>
              </a:rPr>
              <a:t>fitn</a:t>
            </a:r>
            <a:r>
              <a:rPr sz="2400" dirty="0">
                <a:latin typeface="Arial"/>
                <a:cs typeface="Arial"/>
              </a:rPr>
              <a:t>ess</a:t>
            </a:r>
            <a:r>
              <a:rPr sz="2400" spc="-5" dirty="0">
                <a:latin typeface="Arial"/>
                <a:cs typeface="Arial"/>
              </a:rPr>
              <a:t> </a:t>
            </a:r>
            <a:r>
              <a:rPr sz="2400" spc="-15" dirty="0">
                <a:latin typeface="Arial"/>
                <a:cs typeface="Arial"/>
              </a:rPr>
              <a:t>b</a:t>
            </a:r>
            <a:r>
              <a:rPr sz="2400" dirty="0">
                <a:latin typeface="Arial"/>
                <a:cs typeface="Arial"/>
              </a:rPr>
              <a:t>e</a:t>
            </a:r>
            <a:r>
              <a:rPr sz="2400" spc="-15" dirty="0">
                <a:latin typeface="Arial"/>
                <a:cs typeface="Arial"/>
              </a:rPr>
              <a:t>n</a:t>
            </a:r>
            <a:r>
              <a:rPr sz="2400" dirty="0">
                <a:latin typeface="Arial"/>
                <a:cs typeface="Arial"/>
              </a:rPr>
              <a:t>e</a:t>
            </a:r>
            <a:r>
              <a:rPr sz="2400" spc="-10" dirty="0">
                <a:latin typeface="Arial"/>
                <a:cs typeface="Arial"/>
              </a:rPr>
              <a:t>fi</a:t>
            </a:r>
            <a:r>
              <a:rPr sz="2400" dirty="0">
                <a:latin typeface="Arial"/>
                <a:cs typeface="Arial"/>
              </a:rPr>
              <a:t>t</a:t>
            </a:r>
            <a:r>
              <a:rPr sz="2400" spc="-5" dirty="0">
                <a:latin typeface="Arial"/>
                <a:cs typeface="Arial"/>
              </a:rPr>
              <a:t> </a:t>
            </a:r>
            <a:r>
              <a:rPr sz="2400" dirty="0">
                <a:latin typeface="Arial"/>
                <a:cs typeface="Arial"/>
              </a:rPr>
              <a:t>fr</a:t>
            </a:r>
            <a:r>
              <a:rPr sz="2400" spc="-15" dirty="0">
                <a:latin typeface="Arial"/>
                <a:cs typeface="Arial"/>
              </a:rPr>
              <a:t>o</a:t>
            </a:r>
            <a:r>
              <a:rPr sz="2400" dirty="0">
                <a:latin typeface="Arial"/>
                <a:cs typeface="Arial"/>
              </a:rPr>
              <a:t>m a</a:t>
            </a:r>
            <a:r>
              <a:rPr sz="2400" spc="-5" dirty="0">
                <a:latin typeface="Arial"/>
                <a:cs typeface="Arial"/>
              </a:rPr>
              <a:t> </a:t>
            </a:r>
            <a:r>
              <a:rPr sz="2400" spc="-15" dirty="0">
                <a:latin typeface="Arial"/>
                <a:cs typeface="Arial"/>
              </a:rPr>
              <a:t>gi</a:t>
            </a:r>
            <a:r>
              <a:rPr sz="2400" dirty="0">
                <a:latin typeface="Arial"/>
                <a:cs typeface="Arial"/>
              </a:rPr>
              <a:t>ve</a:t>
            </a:r>
            <a:r>
              <a:rPr sz="2400" spc="-15" dirty="0">
                <a:latin typeface="Arial"/>
                <a:cs typeface="Arial"/>
              </a:rPr>
              <a:t>n</a:t>
            </a:r>
            <a:r>
              <a:rPr sz="2400" spc="-5" dirty="0">
                <a:latin typeface="Arial"/>
                <a:cs typeface="Arial"/>
              </a:rPr>
              <a:t> </a:t>
            </a:r>
            <a:r>
              <a:rPr sz="2400" spc="-15" dirty="0">
                <a:latin typeface="Arial"/>
                <a:cs typeface="Arial"/>
              </a:rPr>
              <a:t>qu</a:t>
            </a:r>
            <a:r>
              <a:rPr sz="2400" dirty="0">
                <a:latin typeface="Arial"/>
                <a:cs typeface="Arial"/>
              </a:rPr>
              <a:t>a</a:t>
            </a:r>
            <a:r>
              <a:rPr sz="2400" spc="-10" dirty="0">
                <a:latin typeface="Arial"/>
                <a:cs typeface="Arial"/>
              </a:rPr>
              <a:t>nti</a:t>
            </a:r>
            <a:r>
              <a:rPr sz="2400" dirty="0">
                <a:latin typeface="Arial"/>
                <a:cs typeface="Arial"/>
              </a:rPr>
              <a:t>ty</a:t>
            </a:r>
            <a:r>
              <a:rPr sz="2400" spc="-5" dirty="0">
                <a:latin typeface="Arial"/>
                <a:cs typeface="Arial"/>
              </a:rPr>
              <a:t> </a:t>
            </a:r>
            <a:r>
              <a:rPr sz="2400" spc="-15" dirty="0">
                <a:latin typeface="Arial"/>
                <a:cs typeface="Arial"/>
              </a:rPr>
              <a:t>o</a:t>
            </a:r>
            <a:r>
              <a:rPr sz="2400" dirty="0">
                <a:latin typeface="Arial"/>
                <a:cs typeface="Arial"/>
              </a:rPr>
              <a:t>f</a:t>
            </a:r>
            <a:r>
              <a:rPr sz="2400" spc="-5" dirty="0">
                <a:latin typeface="Arial"/>
                <a:cs typeface="Arial"/>
              </a:rPr>
              <a:t> </a:t>
            </a:r>
            <a:r>
              <a:rPr sz="2400" spc="-15" dirty="0">
                <a:latin typeface="Arial"/>
                <a:cs typeface="Arial"/>
              </a:rPr>
              <a:t>food,</a:t>
            </a:r>
            <a:r>
              <a:rPr sz="2400" spc="-5" dirty="0">
                <a:latin typeface="Arial"/>
                <a:cs typeface="Arial"/>
              </a:rPr>
              <a:t> </a:t>
            </a:r>
            <a:r>
              <a:rPr sz="2400" dirty="0">
                <a:latin typeface="Arial"/>
                <a:cs typeface="Arial"/>
              </a:rPr>
              <a:t>s</a:t>
            </a:r>
            <a:r>
              <a:rPr sz="2400" spc="-15" dirty="0">
                <a:latin typeface="Arial"/>
                <a:cs typeface="Arial"/>
              </a:rPr>
              <a:t>in</a:t>
            </a:r>
            <a:r>
              <a:rPr sz="2400" dirty="0">
                <a:latin typeface="Arial"/>
                <a:cs typeface="Arial"/>
              </a:rPr>
              <a:t>ce</a:t>
            </a:r>
            <a:r>
              <a:rPr sz="2400" spc="-5" dirty="0">
                <a:latin typeface="Arial"/>
                <a:cs typeface="Arial"/>
              </a:rPr>
              <a:t> </a:t>
            </a:r>
            <a:r>
              <a:rPr sz="2400" dirty="0">
                <a:latin typeface="Arial"/>
                <a:cs typeface="Arial"/>
              </a:rPr>
              <a:t>s</a:t>
            </a:r>
            <a:r>
              <a:rPr sz="2400" spc="-15" dirty="0">
                <a:latin typeface="Arial"/>
                <a:cs typeface="Arial"/>
              </a:rPr>
              <a:t>o</a:t>
            </a:r>
            <a:r>
              <a:rPr sz="2400" dirty="0">
                <a:latin typeface="Arial"/>
                <a:cs typeface="Arial"/>
              </a:rPr>
              <a:t>me</a:t>
            </a:r>
            <a:r>
              <a:rPr sz="2400" spc="-5" dirty="0">
                <a:latin typeface="Arial"/>
                <a:cs typeface="Arial"/>
              </a:rPr>
              <a:t> </a:t>
            </a:r>
            <a:r>
              <a:rPr sz="2400" spc="-15" dirty="0">
                <a:latin typeface="Arial"/>
                <a:cs typeface="Arial"/>
              </a:rPr>
              <a:t>o</a:t>
            </a:r>
            <a:r>
              <a:rPr sz="2400" dirty="0">
                <a:latin typeface="Arial"/>
                <a:cs typeface="Arial"/>
              </a:rPr>
              <a:t>f</a:t>
            </a:r>
            <a:r>
              <a:rPr sz="2400" spc="-5" dirty="0">
                <a:latin typeface="Arial"/>
                <a:cs typeface="Arial"/>
              </a:rPr>
              <a:t> </a:t>
            </a:r>
            <a:r>
              <a:rPr sz="2400" spc="-10" dirty="0">
                <a:latin typeface="Arial"/>
                <a:cs typeface="Arial"/>
              </a:rPr>
              <a:t>i</a:t>
            </a:r>
            <a:r>
              <a:rPr sz="2400" dirty="0">
                <a:latin typeface="Arial"/>
                <a:cs typeface="Arial"/>
              </a:rPr>
              <a:t>t</a:t>
            </a:r>
            <a:r>
              <a:rPr sz="2400" spc="-5" dirty="0">
                <a:latin typeface="Arial"/>
                <a:cs typeface="Arial"/>
              </a:rPr>
              <a:t> </a:t>
            </a:r>
            <a:r>
              <a:rPr sz="2400" spc="-10" dirty="0">
                <a:latin typeface="Arial"/>
                <a:cs typeface="Arial"/>
              </a:rPr>
              <a:t>i</a:t>
            </a:r>
            <a:r>
              <a:rPr sz="2400" dirty="0">
                <a:latin typeface="Arial"/>
                <a:cs typeface="Arial"/>
              </a:rPr>
              <a:t>s </a:t>
            </a:r>
            <a:r>
              <a:rPr sz="2400" spc="-15" dirty="0">
                <a:latin typeface="Arial"/>
                <a:cs typeface="Arial"/>
              </a:rPr>
              <a:t>di</a:t>
            </a:r>
            <a:r>
              <a:rPr sz="2400" dirty="0">
                <a:latin typeface="Arial"/>
                <a:cs typeface="Arial"/>
              </a:rPr>
              <a:t>verte</a:t>
            </a:r>
            <a:r>
              <a:rPr sz="2400" spc="-15" dirty="0">
                <a:latin typeface="Arial"/>
                <a:cs typeface="Arial"/>
              </a:rPr>
              <a:t>d</a:t>
            </a:r>
            <a:r>
              <a:rPr sz="2400" spc="-5" dirty="0">
                <a:latin typeface="Arial"/>
                <a:cs typeface="Arial"/>
              </a:rPr>
              <a:t> </a:t>
            </a:r>
            <a:r>
              <a:rPr sz="2400" spc="-15" dirty="0">
                <a:latin typeface="Arial"/>
                <a:cs typeface="Arial"/>
              </a:rPr>
              <a:t>into</a:t>
            </a:r>
            <a:r>
              <a:rPr sz="2400" spc="-5" dirty="0">
                <a:latin typeface="Arial"/>
                <a:cs typeface="Arial"/>
              </a:rPr>
              <a:t> </a:t>
            </a:r>
            <a:r>
              <a:rPr sz="2400" dirty="0">
                <a:latin typeface="Arial"/>
                <a:cs typeface="Arial"/>
              </a:rPr>
              <a:t>ma</a:t>
            </a:r>
            <a:r>
              <a:rPr sz="2400" spc="-15" dirty="0">
                <a:latin typeface="Arial"/>
                <a:cs typeface="Arial"/>
              </a:rPr>
              <a:t>in</a:t>
            </a:r>
            <a:r>
              <a:rPr sz="2400" dirty="0">
                <a:latin typeface="Arial"/>
                <a:cs typeface="Arial"/>
              </a:rPr>
              <a:t>ta</a:t>
            </a:r>
            <a:r>
              <a:rPr sz="2400" spc="-15" dirty="0">
                <a:latin typeface="Arial"/>
                <a:cs typeface="Arial"/>
              </a:rPr>
              <a:t>ining</a:t>
            </a:r>
            <a:r>
              <a:rPr sz="2400" spc="-5" dirty="0">
                <a:latin typeface="Arial"/>
                <a:cs typeface="Arial"/>
              </a:rPr>
              <a:t> </a:t>
            </a:r>
            <a:r>
              <a:rPr sz="2400" spc="-15" dirty="0">
                <a:latin typeface="Arial"/>
                <a:cs typeface="Arial"/>
              </a:rPr>
              <a:t>th</a:t>
            </a:r>
            <a:r>
              <a:rPr sz="2400" dirty="0">
                <a:latin typeface="Arial"/>
                <a:cs typeface="Arial"/>
              </a:rPr>
              <a:t>e</a:t>
            </a:r>
            <a:r>
              <a:rPr sz="2400" spc="-10" dirty="0">
                <a:latin typeface="Arial"/>
                <a:cs typeface="Arial"/>
              </a:rPr>
              <a:t>i</a:t>
            </a:r>
            <a:r>
              <a:rPr sz="2400" dirty="0">
                <a:latin typeface="Arial"/>
                <a:cs typeface="Arial"/>
              </a:rPr>
              <a:t>r</a:t>
            </a:r>
            <a:r>
              <a:rPr sz="2400" spc="-5" dirty="0">
                <a:latin typeface="Arial"/>
                <a:cs typeface="Arial"/>
              </a:rPr>
              <a:t> </a:t>
            </a:r>
            <a:r>
              <a:rPr sz="2400" dirty="0">
                <a:latin typeface="Arial"/>
                <a:cs typeface="Arial"/>
              </a:rPr>
              <a:t>ex</a:t>
            </a:r>
            <a:r>
              <a:rPr sz="2400" spc="-15" dirty="0">
                <a:latin typeface="Arial"/>
                <a:cs typeface="Arial"/>
              </a:rPr>
              <a:t>p</a:t>
            </a:r>
            <a:r>
              <a:rPr sz="2400" dirty="0">
                <a:latin typeface="Arial"/>
                <a:cs typeface="Arial"/>
              </a:rPr>
              <a:t>e</a:t>
            </a:r>
            <a:r>
              <a:rPr sz="2400" spc="-15" dirty="0">
                <a:latin typeface="Arial"/>
                <a:cs typeface="Arial"/>
              </a:rPr>
              <a:t>n</a:t>
            </a:r>
            <a:r>
              <a:rPr sz="2400" dirty="0">
                <a:latin typeface="Arial"/>
                <a:cs typeface="Arial"/>
              </a:rPr>
              <a:t>s</a:t>
            </a:r>
            <a:r>
              <a:rPr sz="2400" spc="-10" dirty="0">
                <a:latin typeface="Arial"/>
                <a:cs typeface="Arial"/>
              </a:rPr>
              <a:t>i</a:t>
            </a:r>
            <a:r>
              <a:rPr sz="2400" dirty="0">
                <a:latin typeface="Arial"/>
                <a:cs typeface="Arial"/>
              </a:rPr>
              <a:t>ve meta</a:t>
            </a:r>
            <a:r>
              <a:rPr sz="2400" spc="-15" dirty="0">
                <a:latin typeface="Arial"/>
                <a:cs typeface="Arial"/>
              </a:rPr>
              <a:t>boli</a:t>
            </a:r>
            <a:r>
              <a:rPr sz="2400" dirty="0">
                <a:latin typeface="Arial"/>
                <a:cs typeface="Arial"/>
              </a:rPr>
              <a:t>sm</a:t>
            </a:r>
          </a:p>
        </p:txBody>
      </p:sp>
      <p:sp>
        <p:nvSpPr>
          <p:cNvPr id="7" name="Slide Number Placeholder 6">
            <a:extLst>
              <a:ext uri="{FF2B5EF4-FFF2-40B4-BE49-F238E27FC236}">
                <a16:creationId xmlns:a16="http://schemas.microsoft.com/office/drawing/2014/main" id="{11A5489B-A6BF-5BB9-1A2A-2B103ACF17FC}"/>
              </a:ext>
            </a:extLst>
          </p:cNvPr>
          <p:cNvSpPr>
            <a:spLocks noGrp="1"/>
          </p:cNvSpPr>
          <p:nvPr>
            <p:ph type="sldNum" sz="quarter" idx="2"/>
          </p:nvPr>
        </p:nvSpPr>
        <p:spPr/>
        <p:txBody>
          <a:bodyPr/>
          <a:lstStyle/>
          <a:p>
            <a:fld id="{86CB4B4D-7CA3-9044-876B-883B54F8677D}" type="slidenum">
              <a:rPr lang="en-US" smtClean="0"/>
              <a:pPr/>
              <a:t>8</a:t>
            </a:fld>
            <a:r>
              <a:rPr lang="en-US" dirty="0"/>
              <a:t>/33</a:t>
            </a:r>
          </a:p>
        </p:txBody>
      </p:sp>
      <p:sp>
        <p:nvSpPr>
          <p:cNvPr id="8" name="Footer Placeholder 7">
            <a:extLst>
              <a:ext uri="{FF2B5EF4-FFF2-40B4-BE49-F238E27FC236}">
                <a16:creationId xmlns:a16="http://schemas.microsoft.com/office/drawing/2014/main" id="{EC0B5ECA-7077-573A-AAE1-3ECA4A5BF870}"/>
              </a:ext>
            </a:extLst>
          </p:cNvPr>
          <p:cNvSpPr>
            <a:spLocks noGrp="1"/>
          </p:cNvSpPr>
          <p:nvPr>
            <p:ph type="ftr" sz="quarter" idx="5"/>
          </p:nvPr>
        </p:nvSpPr>
        <p:spPr/>
        <p:txBody>
          <a:bodyPr/>
          <a:lstStyle/>
          <a:p>
            <a:pPr defTabSz="406400" hangingPunct="0">
              <a:defRPr/>
            </a:pPr>
            <a:r>
              <a:rPr lang="en-US" dirty="0"/>
              <a:t>Week-6</a:t>
            </a:r>
          </a:p>
        </p:txBody>
      </p:sp>
      <p:sp>
        <p:nvSpPr>
          <p:cNvPr id="9" name="Rectangle 8">
            <a:extLst>
              <a:ext uri="{FF2B5EF4-FFF2-40B4-BE49-F238E27FC236}">
                <a16:creationId xmlns:a16="http://schemas.microsoft.com/office/drawing/2014/main" id="{B6BC618C-1CE4-8FD9-8BA8-4C8B17E6C038}"/>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D8DEB4F-0B9A-2917-A7B3-8229FA909777}"/>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A757DD8F-E211-8725-A75F-7CAF00EDA9B2}"/>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4763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5">
            <a:extLst>
              <a:ext uri="{FF2B5EF4-FFF2-40B4-BE49-F238E27FC236}">
                <a16:creationId xmlns:a16="http://schemas.microsoft.com/office/drawing/2014/main" id="{8CABB53D-3C60-C1A3-C7D8-5691D6C53DEB}"/>
              </a:ext>
            </a:extLst>
          </p:cNvPr>
          <p:cNvSpPr txBox="1"/>
          <p:nvPr/>
        </p:nvSpPr>
        <p:spPr>
          <a:xfrm>
            <a:off x="414019" y="214168"/>
            <a:ext cx="3131820" cy="398780"/>
          </a:xfrm>
          <a:prstGeom prst="rect">
            <a:avLst/>
          </a:prstGeom>
        </p:spPr>
        <p:txBody>
          <a:bodyPr vert="horz" wrap="square" lIns="0" tIns="0" rIns="0" bIns="0" rtlCol="0">
            <a:spAutoFit/>
          </a:bodyPr>
          <a:lstStyle/>
          <a:p>
            <a:pPr marL="12700">
              <a:lnSpc>
                <a:spcPts val="3695"/>
              </a:lnSpc>
            </a:pPr>
            <a:r>
              <a:rPr sz="3100" spc="10" dirty="0">
                <a:latin typeface="Arial"/>
                <a:cs typeface="Arial"/>
              </a:rPr>
              <a:t>Prisoners’</a:t>
            </a:r>
            <a:r>
              <a:rPr sz="3100" spc="-110" dirty="0">
                <a:latin typeface="Arial"/>
                <a:cs typeface="Arial"/>
              </a:rPr>
              <a:t> </a:t>
            </a:r>
            <a:r>
              <a:rPr sz="3100" spc="15" dirty="0">
                <a:latin typeface="Arial"/>
                <a:cs typeface="Arial"/>
              </a:rPr>
              <a:t>Dilema</a:t>
            </a:r>
            <a:endParaRPr sz="3100" dirty="0">
              <a:latin typeface="Arial"/>
              <a:cs typeface="Arial"/>
            </a:endParaRPr>
          </a:p>
        </p:txBody>
      </p:sp>
      <p:sp>
        <p:nvSpPr>
          <p:cNvPr id="4" name="object 6">
            <a:extLst>
              <a:ext uri="{FF2B5EF4-FFF2-40B4-BE49-F238E27FC236}">
                <a16:creationId xmlns:a16="http://schemas.microsoft.com/office/drawing/2014/main" id="{5439D7C1-6B44-CF4F-6EE1-359FF4018B1D}"/>
              </a:ext>
            </a:extLst>
          </p:cNvPr>
          <p:cNvSpPr txBox="1"/>
          <p:nvPr/>
        </p:nvSpPr>
        <p:spPr>
          <a:xfrm>
            <a:off x="414018" y="5105400"/>
            <a:ext cx="8348981" cy="1409425"/>
          </a:xfrm>
          <a:prstGeom prst="rect">
            <a:avLst/>
          </a:prstGeom>
        </p:spPr>
        <p:txBody>
          <a:bodyPr vert="horz" wrap="square" lIns="0" tIns="0" rIns="0" bIns="0" rtlCol="0">
            <a:spAutoFit/>
          </a:bodyPr>
          <a:lstStyle/>
          <a:p>
            <a:pPr marL="12700" marR="5080">
              <a:lnSpc>
                <a:spcPct val="109400"/>
              </a:lnSpc>
            </a:pPr>
            <a:r>
              <a:rPr sz="1600" spc="30" dirty="0">
                <a:latin typeface="Tahoma"/>
                <a:cs typeface="Tahoma"/>
              </a:rPr>
              <a:t>D</a:t>
            </a:r>
            <a:r>
              <a:rPr sz="1600" spc="5" dirty="0">
                <a:latin typeface="Tahoma"/>
                <a:cs typeface="Tahoma"/>
              </a:rPr>
              <a:t>il</a:t>
            </a:r>
            <a:r>
              <a:rPr sz="1600" spc="75" dirty="0">
                <a:latin typeface="Tahoma"/>
                <a:cs typeface="Tahoma"/>
              </a:rPr>
              <a:t>e</a:t>
            </a:r>
            <a:r>
              <a:rPr sz="1600" spc="70" dirty="0">
                <a:latin typeface="Tahoma"/>
                <a:cs typeface="Tahoma"/>
              </a:rPr>
              <a:t>mma</a:t>
            </a:r>
            <a:r>
              <a:rPr sz="1600" spc="-85" dirty="0">
                <a:latin typeface="Tahoma"/>
                <a:cs typeface="Tahoma"/>
              </a:rPr>
              <a:t>:</a:t>
            </a:r>
            <a:r>
              <a:rPr sz="1600" spc="30" dirty="0">
                <a:latin typeface="Tahoma"/>
                <a:cs typeface="Tahoma"/>
              </a:rPr>
              <a:t> </a:t>
            </a:r>
            <a:r>
              <a:rPr lang="en-US" sz="1600" spc="30" dirty="0">
                <a:latin typeface="Tahoma"/>
                <a:cs typeface="Tahoma"/>
              </a:rPr>
              <a:t>If </a:t>
            </a:r>
            <a:r>
              <a:rPr sz="1600" spc="75" dirty="0">
                <a:latin typeface="Tahoma"/>
                <a:cs typeface="Tahoma"/>
              </a:rPr>
              <a:t>e</a:t>
            </a:r>
            <a:r>
              <a:rPr sz="1600" spc="5" dirty="0">
                <a:latin typeface="Tahoma"/>
                <a:cs typeface="Tahoma"/>
              </a:rPr>
              <a:t>i</a:t>
            </a:r>
            <a:r>
              <a:rPr sz="1600" spc="170" dirty="0">
                <a:latin typeface="Tahoma"/>
                <a:cs typeface="Tahoma"/>
              </a:rPr>
              <a:t>t</a:t>
            </a:r>
            <a:r>
              <a:rPr sz="1600" spc="35" dirty="0">
                <a:latin typeface="Tahoma"/>
                <a:cs typeface="Tahoma"/>
              </a:rPr>
              <a:t>h</a:t>
            </a:r>
            <a:r>
              <a:rPr sz="1600" spc="75" dirty="0">
                <a:latin typeface="Tahoma"/>
                <a:cs typeface="Tahoma"/>
              </a:rPr>
              <a:t>e</a:t>
            </a:r>
            <a:r>
              <a:rPr sz="1600" spc="40" dirty="0">
                <a:latin typeface="Tahoma"/>
                <a:cs typeface="Tahoma"/>
              </a:rPr>
              <a:t>r</a:t>
            </a:r>
            <a:r>
              <a:rPr sz="1600" spc="30" dirty="0">
                <a:latin typeface="Tahoma"/>
                <a:cs typeface="Tahoma"/>
              </a:rPr>
              <a:t> </a:t>
            </a:r>
            <a:r>
              <a:rPr sz="1600" spc="70" dirty="0">
                <a:latin typeface="Tahoma"/>
                <a:cs typeface="Tahoma"/>
              </a:rPr>
              <a:t>p</a:t>
            </a:r>
            <a:r>
              <a:rPr sz="1600" spc="5" dirty="0">
                <a:latin typeface="Tahoma"/>
                <a:cs typeface="Tahoma"/>
              </a:rPr>
              <a:t>l</a:t>
            </a:r>
            <a:r>
              <a:rPr sz="1600" spc="40" dirty="0">
                <a:latin typeface="Tahoma"/>
                <a:cs typeface="Tahoma"/>
              </a:rPr>
              <a:t>a</a:t>
            </a:r>
            <a:r>
              <a:rPr sz="1600" spc="110" dirty="0">
                <a:latin typeface="Tahoma"/>
                <a:cs typeface="Tahoma"/>
              </a:rPr>
              <a:t>y</a:t>
            </a:r>
            <a:r>
              <a:rPr sz="1600" spc="75" dirty="0">
                <a:latin typeface="Tahoma"/>
                <a:cs typeface="Tahoma"/>
              </a:rPr>
              <a:t>e</a:t>
            </a:r>
            <a:r>
              <a:rPr sz="1600" spc="40" dirty="0">
                <a:latin typeface="Tahoma"/>
                <a:cs typeface="Tahoma"/>
              </a:rPr>
              <a:t>r</a:t>
            </a:r>
            <a:r>
              <a:rPr sz="1600" spc="30" dirty="0">
                <a:latin typeface="Tahoma"/>
                <a:cs typeface="Tahoma"/>
              </a:rPr>
              <a:t> </a:t>
            </a:r>
            <a:r>
              <a:rPr sz="1600" spc="40" dirty="0">
                <a:latin typeface="Tahoma"/>
                <a:cs typeface="Tahoma"/>
              </a:rPr>
              <a:t>r</a:t>
            </a:r>
            <a:r>
              <a:rPr sz="1600" spc="75" dirty="0">
                <a:latin typeface="Tahoma"/>
                <a:cs typeface="Tahoma"/>
              </a:rPr>
              <a:t>e</a:t>
            </a:r>
            <a:r>
              <a:rPr sz="1600" spc="40" dirty="0">
                <a:latin typeface="Tahoma"/>
                <a:cs typeface="Tahoma"/>
              </a:rPr>
              <a:t>a</a:t>
            </a:r>
            <a:r>
              <a:rPr sz="1600" spc="130" dirty="0">
                <a:latin typeface="Tahoma"/>
                <a:cs typeface="Tahoma"/>
              </a:rPr>
              <a:t>c</a:t>
            </a:r>
            <a:r>
              <a:rPr sz="1600" spc="170" dirty="0">
                <a:latin typeface="Tahoma"/>
                <a:cs typeface="Tahoma"/>
              </a:rPr>
              <a:t>t</a:t>
            </a:r>
            <a:r>
              <a:rPr sz="1600" spc="100" dirty="0">
                <a:latin typeface="Tahoma"/>
                <a:cs typeface="Tahoma"/>
              </a:rPr>
              <a:t>s</a:t>
            </a:r>
            <a:r>
              <a:rPr sz="1600" spc="30" dirty="0">
                <a:latin typeface="Tahoma"/>
                <a:cs typeface="Tahoma"/>
              </a:rPr>
              <a:t> </a:t>
            </a:r>
            <a:r>
              <a:rPr sz="1600" spc="125" dirty="0">
                <a:latin typeface="Tahoma"/>
                <a:cs typeface="Tahoma"/>
              </a:rPr>
              <a:t>“f</a:t>
            </a:r>
            <a:r>
              <a:rPr sz="1600" spc="35" dirty="0">
                <a:latin typeface="Tahoma"/>
                <a:cs typeface="Tahoma"/>
              </a:rPr>
              <a:t>u</a:t>
            </a:r>
            <a:r>
              <a:rPr sz="1600" spc="5" dirty="0">
                <a:latin typeface="Tahoma"/>
                <a:cs typeface="Tahoma"/>
              </a:rPr>
              <a:t>ll</a:t>
            </a:r>
            <a:r>
              <a:rPr sz="1600" spc="110" dirty="0">
                <a:latin typeface="Tahoma"/>
                <a:cs typeface="Tahoma"/>
              </a:rPr>
              <a:t>y</a:t>
            </a:r>
            <a:r>
              <a:rPr sz="1600" spc="30" dirty="0">
                <a:latin typeface="Tahoma"/>
                <a:cs typeface="Tahoma"/>
              </a:rPr>
              <a:t> </a:t>
            </a:r>
            <a:r>
              <a:rPr sz="1600" spc="40" dirty="0">
                <a:latin typeface="Tahoma"/>
                <a:cs typeface="Tahoma"/>
              </a:rPr>
              <a:t>ra</a:t>
            </a:r>
            <a:r>
              <a:rPr sz="1600" spc="170" dirty="0">
                <a:latin typeface="Tahoma"/>
                <a:cs typeface="Tahoma"/>
              </a:rPr>
              <a:t>t</a:t>
            </a:r>
            <a:r>
              <a:rPr sz="1600" spc="5" dirty="0">
                <a:latin typeface="Tahoma"/>
                <a:cs typeface="Tahoma"/>
              </a:rPr>
              <a:t>i</a:t>
            </a:r>
            <a:r>
              <a:rPr sz="1600" spc="70" dirty="0">
                <a:latin typeface="Tahoma"/>
                <a:cs typeface="Tahoma"/>
              </a:rPr>
              <a:t>on</a:t>
            </a:r>
            <a:r>
              <a:rPr sz="1600" spc="40" dirty="0">
                <a:latin typeface="Tahoma"/>
                <a:cs typeface="Tahoma"/>
              </a:rPr>
              <a:t>a</a:t>
            </a:r>
            <a:r>
              <a:rPr sz="1600" spc="5" dirty="0">
                <a:latin typeface="Tahoma"/>
                <a:cs typeface="Tahoma"/>
              </a:rPr>
              <a:t>ll</a:t>
            </a:r>
            <a:r>
              <a:rPr sz="1600" spc="110" dirty="0">
                <a:latin typeface="Tahoma"/>
                <a:cs typeface="Tahoma"/>
              </a:rPr>
              <a:t>y</a:t>
            </a:r>
            <a:r>
              <a:rPr sz="1600" spc="140" dirty="0">
                <a:latin typeface="Tahoma"/>
                <a:cs typeface="Tahoma"/>
              </a:rPr>
              <a:t>”</a:t>
            </a:r>
            <a:r>
              <a:rPr sz="1600" spc="30" dirty="0">
                <a:latin typeface="Tahoma"/>
                <a:cs typeface="Tahoma"/>
              </a:rPr>
              <a:t> </a:t>
            </a:r>
            <a:r>
              <a:rPr sz="1600" spc="35" dirty="0">
                <a:latin typeface="Tahoma"/>
                <a:cs typeface="Tahoma"/>
              </a:rPr>
              <a:t>h</a:t>
            </a:r>
            <a:r>
              <a:rPr sz="1600" spc="75" dirty="0">
                <a:latin typeface="Tahoma"/>
                <a:cs typeface="Tahoma"/>
              </a:rPr>
              <a:t>e</a:t>
            </a:r>
            <a:r>
              <a:rPr sz="1600" spc="240" dirty="0">
                <a:latin typeface="Tahoma"/>
                <a:cs typeface="Tahoma"/>
              </a:rPr>
              <a:t>/</a:t>
            </a:r>
            <a:r>
              <a:rPr sz="1600" spc="100" dirty="0">
                <a:latin typeface="Tahoma"/>
                <a:cs typeface="Tahoma"/>
              </a:rPr>
              <a:t>s</a:t>
            </a:r>
            <a:r>
              <a:rPr sz="1600" spc="35" dirty="0">
                <a:latin typeface="Tahoma"/>
                <a:cs typeface="Tahoma"/>
              </a:rPr>
              <a:t>h</a:t>
            </a:r>
            <a:r>
              <a:rPr sz="1600" spc="75" dirty="0">
                <a:latin typeface="Tahoma"/>
                <a:cs typeface="Tahoma"/>
              </a:rPr>
              <a:t>e</a:t>
            </a:r>
            <a:r>
              <a:rPr sz="1600" spc="30" dirty="0">
                <a:latin typeface="Tahoma"/>
                <a:cs typeface="Tahoma"/>
              </a:rPr>
              <a:t> </a:t>
            </a:r>
            <a:r>
              <a:rPr sz="1600" spc="55" dirty="0">
                <a:latin typeface="Tahoma"/>
                <a:cs typeface="Tahoma"/>
              </a:rPr>
              <a:t>w</a:t>
            </a:r>
            <a:r>
              <a:rPr sz="1600" spc="70" dirty="0">
                <a:latin typeface="Tahoma"/>
                <a:cs typeface="Tahoma"/>
              </a:rPr>
              <a:t>ou</a:t>
            </a:r>
            <a:r>
              <a:rPr sz="1600" spc="5" dirty="0">
                <a:latin typeface="Tahoma"/>
                <a:cs typeface="Tahoma"/>
              </a:rPr>
              <a:t>l</a:t>
            </a:r>
            <a:r>
              <a:rPr sz="1600" spc="70" dirty="0">
                <a:latin typeface="Tahoma"/>
                <a:cs typeface="Tahoma"/>
              </a:rPr>
              <a:t>d</a:t>
            </a:r>
            <a:r>
              <a:rPr sz="1600" spc="30" dirty="0">
                <a:latin typeface="Tahoma"/>
                <a:cs typeface="Tahoma"/>
              </a:rPr>
              <a:t> </a:t>
            </a:r>
            <a:r>
              <a:rPr sz="1600" spc="40" dirty="0">
                <a:latin typeface="Tahoma"/>
                <a:cs typeface="Tahoma"/>
              </a:rPr>
              <a:t>a</a:t>
            </a:r>
            <a:r>
              <a:rPr sz="1600" spc="5" dirty="0">
                <a:latin typeface="Tahoma"/>
                <a:cs typeface="Tahoma"/>
              </a:rPr>
              <a:t>l</a:t>
            </a:r>
            <a:r>
              <a:rPr sz="1600" spc="50" dirty="0">
                <a:latin typeface="Tahoma"/>
                <a:cs typeface="Tahoma"/>
              </a:rPr>
              <a:t>wa</a:t>
            </a:r>
            <a:r>
              <a:rPr sz="1600" spc="105" dirty="0">
                <a:latin typeface="Tahoma"/>
                <a:cs typeface="Tahoma"/>
              </a:rPr>
              <a:t>ys</a:t>
            </a:r>
            <a:r>
              <a:rPr sz="1600" spc="30" dirty="0">
                <a:latin typeface="Tahoma"/>
                <a:cs typeface="Tahoma"/>
              </a:rPr>
              <a:t> </a:t>
            </a:r>
            <a:r>
              <a:rPr sz="1600" spc="70" dirty="0">
                <a:latin typeface="Tahoma"/>
                <a:cs typeface="Tahoma"/>
              </a:rPr>
              <a:t>d</a:t>
            </a:r>
            <a:r>
              <a:rPr sz="1600" spc="75" dirty="0">
                <a:latin typeface="Tahoma"/>
                <a:cs typeface="Tahoma"/>
              </a:rPr>
              <a:t>e</a:t>
            </a:r>
            <a:r>
              <a:rPr sz="1600" spc="110" dirty="0">
                <a:latin typeface="Tahoma"/>
                <a:cs typeface="Tahoma"/>
              </a:rPr>
              <a:t>f</a:t>
            </a:r>
            <a:r>
              <a:rPr sz="1600" spc="75" dirty="0">
                <a:latin typeface="Tahoma"/>
                <a:cs typeface="Tahoma"/>
              </a:rPr>
              <a:t>e</a:t>
            </a:r>
            <a:r>
              <a:rPr sz="1600" spc="130" dirty="0">
                <a:latin typeface="Tahoma"/>
                <a:cs typeface="Tahoma"/>
              </a:rPr>
              <a:t>c</a:t>
            </a:r>
            <a:r>
              <a:rPr sz="1600" spc="170" dirty="0">
                <a:latin typeface="Tahoma"/>
                <a:cs typeface="Tahoma"/>
              </a:rPr>
              <a:t>t</a:t>
            </a:r>
            <a:r>
              <a:rPr sz="1600" spc="30" dirty="0">
                <a:latin typeface="Tahoma"/>
                <a:cs typeface="Tahoma"/>
              </a:rPr>
              <a:t> </a:t>
            </a:r>
            <a:r>
              <a:rPr sz="1600" spc="95" dirty="0">
                <a:latin typeface="Tahoma"/>
                <a:cs typeface="Tahoma"/>
              </a:rPr>
              <a:t>(</a:t>
            </a:r>
            <a:r>
              <a:rPr sz="1600" spc="170" dirty="0">
                <a:latin typeface="Tahoma"/>
                <a:cs typeface="Tahoma"/>
              </a:rPr>
              <a:t>t</a:t>
            </a:r>
            <a:r>
              <a:rPr sz="1600" spc="40" dirty="0">
                <a:latin typeface="Tahoma"/>
                <a:cs typeface="Tahoma"/>
              </a:rPr>
              <a:t>a</a:t>
            </a:r>
            <a:r>
              <a:rPr sz="1600" spc="5" dirty="0">
                <a:latin typeface="Tahoma"/>
                <a:cs typeface="Tahoma"/>
              </a:rPr>
              <a:t>l</a:t>
            </a:r>
            <a:r>
              <a:rPr sz="1600" spc="60" dirty="0">
                <a:latin typeface="Tahoma"/>
                <a:cs typeface="Tahoma"/>
              </a:rPr>
              <a:t>k</a:t>
            </a:r>
            <a:r>
              <a:rPr sz="1600" spc="95" dirty="0">
                <a:latin typeface="Tahoma"/>
                <a:cs typeface="Tahoma"/>
              </a:rPr>
              <a:t>)</a:t>
            </a:r>
            <a:r>
              <a:rPr sz="1600" dirty="0">
                <a:latin typeface="Tahoma"/>
                <a:cs typeface="Tahoma"/>
              </a:rPr>
              <a:t>. </a:t>
            </a:r>
            <a:r>
              <a:rPr sz="1600" spc="20" dirty="0">
                <a:latin typeface="Tahoma"/>
                <a:cs typeface="Tahoma"/>
              </a:rPr>
              <a:t>H</a:t>
            </a:r>
            <a:r>
              <a:rPr sz="1600" spc="70" dirty="0">
                <a:latin typeface="Tahoma"/>
                <a:cs typeface="Tahoma"/>
              </a:rPr>
              <a:t>ow</a:t>
            </a:r>
            <a:r>
              <a:rPr sz="1600" spc="75" dirty="0">
                <a:latin typeface="Tahoma"/>
                <a:cs typeface="Tahoma"/>
              </a:rPr>
              <a:t>e</a:t>
            </a:r>
            <a:r>
              <a:rPr sz="1600" spc="100" dirty="0">
                <a:latin typeface="Tahoma"/>
                <a:cs typeface="Tahoma"/>
              </a:rPr>
              <a:t>v</a:t>
            </a:r>
            <a:r>
              <a:rPr sz="1600" spc="75" dirty="0">
                <a:latin typeface="Tahoma"/>
                <a:cs typeface="Tahoma"/>
              </a:rPr>
              <a:t>e</a:t>
            </a:r>
            <a:r>
              <a:rPr sz="1600" spc="40" dirty="0">
                <a:latin typeface="Tahoma"/>
                <a:cs typeface="Tahoma"/>
              </a:rPr>
              <a:t>r</a:t>
            </a:r>
            <a:r>
              <a:rPr sz="1600" dirty="0">
                <a:latin typeface="Tahoma"/>
                <a:cs typeface="Tahoma"/>
              </a:rPr>
              <a:t>,</a:t>
            </a:r>
            <a:r>
              <a:rPr sz="1600" spc="30" dirty="0">
                <a:latin typeface="Tahoma"/>
                <a:cs typeface="Tahoma"/>
              </a:rPr>
              <a:t> </a:t>
            </a:r>
            <a:r>
              <a:rPr sz="1600" spc="170" dirty="0">
                <a:latin typeface="Tahoma"/>
                <a:cs typeface="Tahoma"/>
              </a:rPr>
              <a:t>t</a:t>
            </a:r>
            <a:r>
              <a:rPr sz="1600" spc="35" dirty="0">
                <a:latin typeface="Tahoma"/>
                <a:cs typeface="Tahoma"/>
              </a:rPr>
              <a:t>h</a:t>
            </a:r>
            <a:r>
              <a:rPr sz="1600" spc="75" dirty="0">
                <a:latin typeface="Tahoma"/>
                <a:cs typeface="Tahoma"/>
              </a:rPr>
              <a:t>e</a:t>
            </a:r>
            <a:r>
              <a:rPr sz="1600" spc="30" dirty="0">
                <a:latin typeface="Tahoma"/>
                <a:cs typeface="Tahoma"/>
              </a:rPr>
              <a:t> </a:t>
            </a:r>
            <a:r>
              <a:rPr sz="1600" spc="140" dirty="0">
                <a:latin typeface="Tahoma"/>
                <a:cs typeface="Tahoma"/>
              </a:rPr>
              <a:t>“</a:t>
            </a:r>
            <a:r>
              <a:rPr sz="1600" spc="5" dirty="0">
                <a:latin typeface="Tahoma"/>
                <a:cs typeface="Tahoma"/>
              </a:rPr>
              <a:t>i</a:t>
            </a:r>
            <a:r>
              <a:rPr sz="1600" spc="40" dirty="0">
                <a:latin typeface="Tahoma"/>
                <a:cs typeface="Tahoma"/>
              </a:rPr>
              <a:t>rra</a:t>
            </a:r>
            <a:r>
              <a:rPr sz="1600" spc="170" dirty="0">
                <a:latin typeface="Tahoma"/>
                <a:cs typeface="Tahoma"/>
              </a:rPr>
              <a:t>t</a:t>
            </a:r>
            <a:r>
              <a:rPr sz="1600" spc="5" dirty="0">
                <a:latin typeface="Tahoma"/>
                <a:cs typeface="Tahoma"/>
              </a:rPr>
              <a:t>i</a:t>
            </a:r>
            <a:r>
              <a:rPr sz="1600" spc="70" dirty="0">
                <a:latin typeface="Tahoma"/>
                <a:cs typeface="Tahoma"/>
              </a:rPr>
              <a:t>on</a:t>
            </a:r>
            <a:r>
              <a:rPr sz="1600" spc="40" dirty="0">
                <a:latin typeface="Tahoma"/>
                <a:cs typeface="Tahoma"/>
              </a:rPr>
              <a:t>a</a:t>
            </a:r>
            <a:r>
              <a:rPr sz="1600" spc="5" dirty="0">
                <a:latin typeface="Tahoma"/>
                <a:cs typeface="Tahoma"/>
              </a:rPr>
              <a:t>l</a:t>
            </a:r>
            <a:r>
              <a:rPr sz="1600" spc="140" dirty="0">
                <a:latin typeface="Tahoma"/>
                <a:cs typeface="Tahoma"/>
              </a:rPr>
              <a:t>”</a:t>
            </a:r>
            <a:r>
              <a:rPr sz="1600" spc="30" dirty="0">
                <a:latin typeface="Tahoma"/>
                <a:cs typeface="Tahoma"/>
              </a:rPr>
              <a:t> </a:t>
            </a:r>
            <a:r>
              <a:rPr sz="1600" spc="35" dirty="0">
                <a:latin typeface="Tahoma"/>
                <a:cs typeface="Tahoma"/>
              </a:rPr>
              <a:t>h</a:t>
            </a:r>
            <a:r>
              <a:rPr sz="1600" spc="85" dirty="0">
                <a:latin typeface="Tahoma"/>
                <a:cs typeface="Tahoma"/>
              </a:rPr>
              <a:t>op</a:t>
            </a:r>
            <a:r>
              <a:rPr sz="1600" spc="75" dirty="0">
                <a:latin typeface="Tahoma"/>
                <a:cs typeface="Tahoma"/>
              </a:rPr>
              <a:t>e</a:t>
            </a:r>
            <a:r>
              <a:rPr sz="1600" spc="30" dirty="0">
                <a:latin typeface="Tahoma"/>
                <a:cs typeface="Tahoma"/>
              </a:rPr>
              <a:t> </a:t>
            </a:r>
            <a:r>
              <a:rPr sz="1600" spc="5" dirty="0">
                <a:latin typeface="Tahoma"/>
                <a:cs typeface="Tahoma"/>
              </a:rPr>
              <a:t>i</a:t>
            </a:r>
            <a:r>
              <a:rPr sz="1600" spc="100" dirty="0">
                <a:latin typeface="Tahoma"/>
                <a:cs typeface="Tahoma"/>
              </a:rPr>
              <a:t>s</a:t>
            </a:r>
            <a:r>
              <a:rPr sz="1600" spc="30" dirty="0">
                <a:latin typeface="Tahoma"/>
                <a:cs typeface="Tahoma"/>
              </a:rPr>
              <a:t> </a:t>
            </a:r>
            <a:r>
              <a:rPr sz="1600" spc="170" dirty="0">
                <a:latin typeface="Tahoma"/>
                <a:cs typeface="Tahoma"/>
              </a:rPr>
              <a:t>t</a:t>
            </a:r>
            <a:r>
              <a:rPr sz="1600" spc="35" dirty="0">
                <a:latin typeface="Tahoma"/>
                <a:cs typeface="Tahoma"/>
              </a:rPr>
              <a:t>h</a:t>
            </a:r>
            <a:r>
              <a:rPr sz="1600" spc="40" dirty="0">
                <a:latin typeface="Tahoma"/>
                <a:cs typeface="Tahoma"/>
              </a:rPr>
              <a:t>a</a:t>
            </a:r>
            <a:r>
              <a:rPr sz="1600" spc="170" dirty="0">
                <a:latin typeface="Tahoma"/>
                <a:cs typeface="Tahoma"/>
              </a:rPr>
              <a:t>t</a:t>
            </a:r>
            <a:r>
              <a:rPr sz="1600" spc="30" dirty="0">
                <a:latin typeface="Tahoma"/>
                <a:cs typeface="Tahoma"/>
              </a:rPr>
              <a:t> </a:t>
            </a:r>
            <a:r>
              <a:rPr sz="1600" spc="170" dirty="0">
                <a:latin typeface="Tahoma"/>
                <a:cs typeface="Tahoma"/>
              </a:rPr>
              <a:t>t</a:t>
            </a:r>
            <a:r>
              <a:rPr sz="1600" spc="35" dirty="0">
                <a:latin typeface="Tahoma"/>
                <a:cs typeface="Tahoma"/>
              </a:rPr>
              <a:t>h</a:t>
            </a:r>
            <a:r>
              <a:rPr sz="1600" spc="75" dirty="0">
                <a:latin typeface="Tahoma"/>
                <a:cs typeface="Tahoma"/>
              </a:rPr>
              <a:t>e</a:t>
            </a:r>
            <a:r>
              <a:rPr sz="1600" spc="30" dirty="0">
                <a:latin typeface="Tahoma"/>
                <a:cs typeface="Tahoma"/>
              </a:rPr>
              <a:t> </a:t>
            </a:r>
            <a:r>
              <a:rPr sz="1600" spc="130" dirty="0">
                <a:latin typeface="Tahoma"/>
                <a:cs typeface="Tahoma"/>
              </a:rPr>
              <a:t>ot</a:t>
            </a:r>
            <a:r>
              <a:rPr sz="1600" spc="35" dirty="0">
                <a:latin typeface="Tahoma"/>
                <a:cs typeface="Tahoma"/>
              </a:rPr>
              <a:t>h</a:t>
            </a:r>
            <a:r>
              <a:rPr sz="1600" spc="75" dirty="0">
                <a:latin typeface="Tahoma"/>
                <a:cs typeface="Tahoma"/>
              </a:rPr>
              <a:t>e</a:t>
            </a:r>
            <a:r>
              <a:rPr sz="1600" spc="40" dirty="0">
                <a:latin typeface="Tahoma"/>
                <a:cs typeface="Tahoma"/>
              </a:rPr>
              <a:t>r</a:t>
            </a:r>
            <a:r>
              <a:rPr sz="1600" spc="30" dirty="0">
                <a:latin typeface="Tahoma"/>
                <a:cs typeface="Tahoma"/>
              </a:rPr>
              <a:t> </a:t>
            </a:r>
            <a:r>
              <a:rPr sz="1600" spc="70" dirty="0">
                <a:latin typeface="Tahoma"/>
                <a:cs typeface="Tahoma"/>
              </a:rPr>
              <a:t>on</a:t>
            </a:r>
            <a:r>
              <a:rPr sz="1600" spc="75" dirty="0">
                <a:latin typeface="Tahoma"/>
                <a:cs typeface="Tahoma"/>
              </a:rPr>
              <a:t>e</a:t>
            </a:r>
            <a:r>
              <a:rPr sz="1600" spc="30" dirty="0">
                <a:latin typeface="Tahoma"/>
                <a:cs typeface="Tahoma"/>
              </a:rPr>
              <a:t> </a:t>
            </a:r>
            <a:r>
              <a:rPr sz="1600" spc="55" dirty="0">
                <a:latin typeface="Tahoma"/>
                <a:cs typeface="Tahoma"/>
              </a:rPr>
              <a:t>w</a:t>
            </a:r>
            <a:r>
              <a:rPr sz="1600" spc="5" dirty="0">
                <a:latin typeface="Tahoma"/>
                <a:cs typeface="Tahoma"/>
              </a:rPr>
              <a:t>ill</a:t>
            </a:r>
            <a:r>
              <a:rPr sz="1600" spc="30" dirty="0">
                <a:latin typeface="Tahoma"/>
                <a:cs typeface="Tahoma"/>
              </a:rPr>
              <a:t> </a:t>
            </a:r>
            <a:r>
              <a:rPr sz="1600" spc="40" dirty="0">
                <a:latin typeface="Tahoma"/>
                <a:cs typeface="Tahoma"/>
              </a:rPr>
              <a:t>a</a:t>
            </a:r>
            <a:r>
              <a:rPr sz="1600" spc="5" dirty="0">
                <a:latin typeface="Tahoma"/>
                <a:cs typeface="Tahoma"/>
              </a:rPr>
              <a:t>l</a:t>
            </a:r>
            <a:r>
              <a:rPr sz="1600" spc="100" dirty="0">
                <a:latin typeface="Tahoma"/>
                <a:cs typeface="Tahoma"/>
              </a:rPr>
              <a:t>s</a:t>
            </a:r>
            <a:r>
              <a:rPr sz="1600" spc="95" dirty="0">
                <a:latin typeface="Tahoma"/>
                <a:cs typeface="Tahoma"/>
              </a:rPr>
              <a:t>o</a:t>
            </a:r>
            <a:r>
              <a:rPr sz="1600" spc="30" dirty="0">
                <a:latin typeface="Tahoma"/>
                <a:cs typeface="Tahoma"/>
              </a:rPr>
              <a:t> </a:t>
            </a:r>
            <a:r>
              <a:rPr sz="1600" spc="130" dirty="0">
                <a:latin typeface="Tahoma"/>
                <a:cs typeface="Tahoma"/>
              </a:rPr>
              <a:t>c</a:t>
            </a:r>
            <a:r>
              <a:rPr sz="1600" spc="85" dirty="0">
                <a:latin typeface="Tahoma"/>
                <a:cs typeface="Tahoma"/>
              </a:rPr>
              <a:t>oop</a:t>
            </a:r>
            <a:r>
              <a:rPr sz="1600" spc="75" dirty="0">
                <a:latin typeface="Tahoma"/>
                <a:cs typeface="Tahoma"/>
              </a:rPr>
              <a:t>e</a:t>
            </a:r>
            <a:r>
              <a:rPr sz="1600" spc="40" dirty="0">
                <a:latin typeface="Tahoma"/>
                <a:cs typeface="Tahoma"/>
              </a:rPr>
              <a:t>ra</a:t>
            </a:r>
            <a:r>
              <a:rPr sz="1600" spc="170" dirty="0">
                <a:latin typeface="Tahoma"/>
                <a:cs typeface="Tahoma"/>
              </a:rPr>
              <a:t>t</a:t>
            </a:r>
            <a:r>
              <a:rPr sz="1600" spc="75" dirty="0">
                <a:latin typeface="Tahoma"/>
                <a:cs typeface="Tahoma"/>
              </a:rPr>
              <a:t>e</a:t>
            </a:r>
            <a:r>
              <a:rPr sz="1600" dirty="0">
                <a:latin typeface="Tahoma"/>
                <a:cs typeface="Tahoma"/>
              </a:rPr>
              <a:t>.</a:t>
            </a:r>
          </a:p>
          <a:p>
            <a:pPr>
              <a:lnSpc>
                <a:spcPct val="100000"/>
              </a:lnSpc>
              <a:spcBef>
                <a:spcPts val="29"/>
              </a:spcBef>
            </a:pPr>
            <a:endParaRPr sz="300" dirty="0">
              <a:latin typeface="Times New Roman"/>
              <a:cs typeface="Times New Roman"/>
            </a:endParaRPr>
          </a:p>
          <a:p>
            <a:pPr marL="12700" marR="172085">
              <a:lnSpc>
                <a:spcPct val="109400"/>
              </a:lnSpc>
            </a:pPr>
            <a:r>
              <a:rPr sz="1600" spc="50" dirty="0">
                <a:latin typeface="Tahoma"/>
                <a:cs typeface="Tahoma"/>
              </a:rPr>
              <a:t>Su</a:t>
            </a:r>
            <a:r>
              <a:rPr sz="1600" spc="130" dirty="0">
                <a:latin typeface="Tahoma"/>
                <a:cs typeface="Tahoma"/>
              </a:rPr>
              <a:t>c</a:t>
            </a:r>
            <a:r>
              <a:rPr sz="1600" spc="35" dirty="0">
                <a:latin typeface="Tahoma"/>
                <a:cs typeface="Tahoma"/>
              </a:rPr>
              <a:t>h</a:t>
            </a:r>
            <a:r>
              <a:rPr sz="1600" spc="30" dirty="0">
                <a:latin typeface="Tahoma"/>
                <a:cs typeface="Tahoma"/>
              </a:rPr>
              <a:t> </a:t>
            </a:r>
            <a:r>
              <a:rPr sz="1600" spc="85" dirty="0">
                <a:latin typeface="Tahoma"/>
                <a:cs typeface="Tahoma"/>
              </a:rPr>
              <a:t>g</a:t>
            </a:r>
            <a:r>
              <a:rPr sz="1600" spc="40" dirty="0">
                <a:latin typeface="Tahoma"/>
                <a:cs typeface="Tahoma"/>
              </a:rPr>
              <a:t>a</a:t>
            </a:r>
            <a:r>
              <a:rPr sz="1600" spc="75" dirty="0">
                <a:latin typeface="Tahoma"/>
                <a:cs typeface="Tahoma"/>
              </a:rPr>
              <a:t>me</a:t>
            </a:r>
            <a:r>
              <a:rPr sz="1600" spc="100" dirty="0">
                <a:latin typeface="Tahoma"/>
                <a:cs typeface="Tahoma"/>
              </a:rPr>
              <a:t>s</a:t>
            </a:r>
            <a:r>
              <a:rPr sz="1600" spc="30" dirty="0">
                <a:latin typeface="Tahoma"/>
                <a:cs typeface="Tahoma"/>
              </a:rPr>
              <a:t> </a:t>
            </a:r>
            <a:r>
              <a:rPr sz="1600" spc="85" dirty="0">
                <a:latin typeface="Tahoma"/>
                <a:cs typeface="Tahoma"/>
              </a:rPr>
              <a:t>b</a:t>
            </a:r>
            <a:r>
              <a:rPr sz="1600" spc="75" dirty="0">
                <a:latin typeface="Tahoma"/>
                <a:cs typeface="Tahoma"/>
              </a:rPr>
              <a:t>e</a:t>
            </a:r>
            <a:r>
              <a:rPr sz="1600" spc="130" dirty="0">
                <a:latin typeface="Tahoma"/>
                <a:cs typeface="Tahoma"/>
              </a:rPr>
              <a:t>c</a:t>
            </a:r>
            <a:r>
              <a:rPr sz="1600" spc="80" dirty="0">
                <a:latin typeface="Tahoma"/>
                <a:cs typeface="Tahoma"/>
              </a:rPr>
              <a:t>ome</a:t>
            </a:r>
            <a:r>
              <a:rPr sz="1600" spc="30" dirty="0">
                <a:latin typeface="Tahoma"/>
                <a:cs typeface="Tahoma"/>
              </a:rPr>
              <a:t> </a:t>
            </a:r>
            <a:r>
              <a:rPr sz="1600" spc="70" dirty="0">
                <a:latin typeface="Tahoma"/>
                <a:cs typeface="Tahoma"/>
              </a:rPr>
              <a:t>mor</a:t>
            </a:r>
            <a:r>
              <a:rPr sz="1600" spc="75" dirty="0">
                <a:latin typeface="Tahoma"/>
                <a:cs typeface="Tahoma"/>
              </a:rPr>
              <a:t>e</a:t>
            </a:r>
            <a:r>
              <a:rPr sz="1600" spc="30" dirty="0">
                <a:latin typeface="Tahoma"/>
                <a:cs typeface="Tahoma"/>
              </a:rPr>
              <a:t> </a:t>
            </a:r>
            <a:r>
              <a:rPr sz="1600" spc="75" dirty="0">
                <a:latin typeface="Tahoma"/>
                <a:cs typeface="Tahoma"/>
              </a:rPr>
              <a:t>e</a:t>
            </a:r>
            <a:r>
              <a:rPr sz="1600" spc="100" dirty="0">
                <a:latin typeface="Tahoma"/>
                <a:cs typeface="Tahoma"/>
              </a:rPr>
              <a:t>v</a:t>
            </a:r>
            <a:r>
              <a:rPr sz="1600" spc="75" dirty="0">
                <a:latin typeface="Tahoma"/>
                <a:cs typeface="Tahoma"/>
              </a:rPr>
              <a:t>e</a:t>
            </a:r>
            <a:r>
              <a:rPr sz="1600" spc="35" dirty="0">
                <a:latin typeface="Tahoma"/>
                <a:cs typeface="Tahoma"/>
              </a:rPr>
              <a:t>n</a:t>
            </a:r>
            <a:r>
              <a:rPr sz="1600" spc="30" dirty="0">
                <a:latin typeface="Tahoma"/>
                <a:cs typeface="Tahoma"/>
              </a:rPr>
              <a:t> </a:t>
            </a:r>
            <a:r>
              <a:rPr sz="1600" spc="70" dirty="0">
                <a:latin typeface="Tahoma"/>
                <a:cs typeface="Tahoma"/>
              </a:rPr>
              <a:t>mor</a:t>
            </a:r>
            <a:r>
              <a:rPr sz="1600" spc="75" dirty="0">
                <a:latin typeface="Tahoma"/>
                <a:cs typeface="Tahoma"/>
              </a:rPr>
              <a:t>e</a:t>
            </a:r>
            <a:r>
              <a:rPr sz="1600" spc="30" dirty="0">
                <a:latin typeface="Tahoma"/>
                <a:cs typeface="Tahoma"/>
              </a:rPr>
              <a:t> </a:t>
            </a:r>
            <a:r>
              <a:rPr sz="1600" spc="5" dirty="0">
                <a:latin typeface="Tahoma"/>
                <a:cs typeface="Tahoma"/>
              </a:rPr>
              <a:t>i</a:t>
            </a:r>
            <a:r>
              <a:rPr sz="1600" spc="35" dirty="0">
                <a:latin typeface="Tahoma"/>
                <a:cs typeface="Tahoma"/>
              </a:rPr>
              <a:t>n</a:t>
            </a:r>
            <a:r>
              <a:rPr sz="1600" spc="170" dirty="0">
                <a:latin typeface="Tahoma"/>
                <a:cs typeface="Tahoma"/>
              </a:rPr>
              <a:t>t</a:t>
            </a:r>
            <a:r>
              <a:rPr sz="1600" spc="75" dirty="0">
                <a:latin typeface="Tahoma"/>
                <a:cs typeface="Tahoma"/>
              </a:rPr>
              <a:t>e</a:t>
            </a:r>
            <a:r>
              <a:rPr sz="1600" spc="40" dirty="0">
                <a:latin typeface="Tahoma"/>
                <a:cs typeface="Tahoma"/>
              </a:rPr>
              <a:t>r</a:t>
            </a:r>
            <a:r>
              <a:rPr sz="1600" spc="75" dirty="0">
                <a:latin typeface="Tahoma"/>
                <a:cs typeface="Tahoma"/>
              </a:rPr>
              <a:t>e</a:t>
            </a:r>
            <a:r>
              <a:rPr sz="1600" spc="100" dirty="0">
                <a:latin typeface="Tahoma"/>
                <a:cs typeface="Tahoma"/>
              </a:rPr>
              <a:t>s</a:t>
            </a:r>
            <a:r>
              <a:rPr sz="1600" spc="170" dirty="0">
                <a:latin typeface="Tahoma"/>
                <a:cs typeface="Tahoma"/>
              </a:rPr>
              <a:t>t</a:t>
            </a:r>
            <a:r>
              <a:rPr sz="1600" spc="5" dirty="0">
                <a:latin typeface="Tahoma"/>
                <a:cs typeface="Tahoma"/>
              </a:rPr>
              <a:t>i</a:t>
            </a:r>
            <a:r>
              <a:rPr sz="1600" spc="35" dirty="0">
                <a:latin typeface="Tahoma"/>
                <a:cs typeface="Tahoma"/>
              </a:rPr>
              <a:t>n</a:t>
            </a:r>
            <a:r>
              <a:rPr sz="1600" spc="85" dirty="0">
                <a:latin typeface="Tahoma"/>
                <a:cs typeface="Tahoma"/>
              </a:rPr>
              <a:t>g</a:t>
            </a:r>
            <a:r>
              <a:rPr sz="1600" spc="30" dirty="0">
                <a:latin typeface="Tahoma"/>
                <a:cs typeface="Tahoma"/>
              </a:rPr>
              <a:t> </a:t>
            </a:r>
            <a:r>
              <a:rPr sz="1600" spc="5" dirty="0">
                <a:latin typeface="Tahoma"/>
                <a:cs typeface="Tahoma"/>
              </a:rPr>
              <a:t>i</a:t>
            </a:r>
            <a:r>
              <a:rPr sz="1600" spc="110" dirty="0">
                <a:latin typeface="Tahoma"/>
                <a:cs typeface="Tahoma"/>
              </a:rPr>
              <a:t>f</a:t>
            </a:r>
            <a:r>
              <a:rPr sz="1600" spc="30" dirty="0">
                <a:latin typeface="Tahoma"/>
                <a:cs typeface="Tahoma"/>
              </a:rPr>
              <a:t> </a:t>
            </a:r>
            <a:r>
              <a:rPr sz="1600" spc="170" dirty="0">
                <a:latin typeface="Tahoma"/>
                <a:cs typeface="Tahoma"/>
              </a:rPr>
              <a:t>t</a:t>
            </a:r>
            <a:r>
              <a:rPr sz="1600" spc="35" dirty="0">
                <a:latin typeface="Tahoma"/>
                <a:cs typeface="Tahoma"/>
              </a:rPr>
              <a:t>h</a:t>
            </a:r>
            <a:r>
              <a:rPr sz="1600" spc="75" dirty="0">
                <a:latin typeface="Tahoma"/>
                <a:cs typeface="Tahoma"/>
              </a:rPr>
              <a:t>e</a:t>
            </a:r>
            <a:r>
              <a:rPr sz="1600" spc="110" dirty="0">
                <a:latin typeface="Tahoma"/>
                <a:cs typeface="Tahoma"/>
              </a:rPr>
              <a:t>y</a:t>
            </a:r>
            <a:r>
              <a:rPr sz="1600" spc="30" dirty="0">
                <a:latin typeface="Tahoma"/>
                <a:cs typeface="Tahoma"/>
              </a:rPr>
              <a:t> </a:t>
            </a:r>
            <a:r>
              <a:rPr sz="1600" spc="40" dirty="0">
                <a:latin typeface="Tahoma"/>
                <a:cs typeface="Tahoma"/>
              </a:rPr>
              <a:t>ar</a:t>
            </a:r>
            <a:r>
              <a:rPr sz="1600" spc="75" dirty="0">
                <a:latin typeface="Tahoma"/>
                <a:cs typeface="Tahoma"/>
              </a:rPr>
              <a:t>e</a:t>
            </a:r>
            <a:r>
              <a:rPr sz="1600" spc="30" dirty="0">
                <a:latin typeface="Tahoma"/>
                <a:cs typeface="Tahoma"/>
              </a:rPr>
              <a:t> </a:t>
            </a:r>
            <a:r>
              <a:rPr sz="1600" spc="5" dirty="0">
                <a:latin typeface="Tahoma"/>
                <a:cs typeface="Tahoma"/>
              </a:rPr>
              <a:t>i</a:t>
            </a:r>
            <a:r>
              <a:rPr sz="1600" spc="170" dirty="0">
                <a:latin typeface="Tahoma"/>
                <a:cs typeface="Tahoma"/>
              </a:rPr>
              <a:t>t</a:t>
            </a:r>
            <a:r>
              <a:rPr sz="1600" spc="75" dirty="0">
                <a:latin typeface="Tahoma"/>
                <a:cs typeface="Tahoma"/>
              </a:rPr>
              <a:t>e</a:t>
            </a:r>
            <a:r>
              <a:rPr sz="1600" spc="40" dirty="0">
                <a:latin typeface="Tahoma"/>
                <a:cs typeface="Tahoma"/>
              </a:rPr>
              <a:t>ra</a:t>
            </a:r>
            <a:r>
              <a:rPr sz="1600" spc="170" dirty="0">
                <a:latin typeface="Tahoma"/>
                <a:cs typeface="Tahoma"/>
              </a:rPr>
              <a:t>t</a:t>
            </a:r>
            <a:r>
              <a:rPr sz="1600" spc="75" dirty="0">
                <a:latin typeface="Tahoma"/>
                <a:cs typeface="Tahoma"/>
              </a:rPr>
              <a:t>e</a:t>
            </a:r>
            <a:r>
              <a:rPr sz="1600" spc="70" dirty="0">
                <a:latin typeface="Tahoma"/>
                <a:cs typeface="Tahoma"/>
              </a:rPr>
              <a:t>d</a:t>
            </a:r>
            <a:r>
              <a:rPr sz="1600" dirty="0">
                <a:latin typeface="Tahoma"/>
                <a:cs typeface="Tahoma"/>
              </a:rPr>
              <a:t>,</a:t>
            </a:r>
            <a:r>
              <a:rPr sz="1600" spc="30" dirty="0">
                <a:latin typeface="Tahoma"/>
                <a:cs typeface="Tahoma"/>
              </a:rPr>
              <a:t> </a:t>
            </a:r>
            <a:r>
              <a:rPr sz="1600" spc="100" dirty="0">
                <a:latin typeface="Tahoma"/>
                <a:cs typeface="Tahoma"/>
              </a:rPr>
              <a:t>s</a:t>
            </a:r>
            <a:r>
              <a:rPr sz="1600" spc="95" dirty="0">
                <a:latin typeface="Tahoma"/>
                <a:cs typeface="Tahoma"/>
              </a:rPr>
              <a:t>o</a:t>
            </a:r>
            <a:r>
              <a:rPr sz="1600" spc="30" dirty="0">
                <a:latin typeface="Tahoma"/>
                <a:cs typeface="Tahoma"/>
              </a:rPr>
              <a:t> </a:t>
            </a:r>
            <a:r>
              <a:rPr sz="1600" spc="170" dirty="0">
                <a:latin typeface="Tahoma"/>
                <a:cs typeface="Tahoma"/>
              </a:rPr>
              <a:t>t</a:t>
            </a:r>
            <a:r>
              <a:rPr sz="1600" spc="35" dirty="0">
                <a:latin typeface="Tahoma"/>
                <a:cs typeface="Tahoma"/>
              </a:rPr>
              <a:t>h</a:t>
            </a:r>
            <a:r>
              <a:rPr sz="1600" spc="40" dirty="0">
                <a:latin typeface="Tahoma"/>
                <a:cs typeface="Tahoma"/>
              </a:rPr>
              <a:t>a</a:t>
            </a:r>
            <a:r>
              <a:rPr sz="1600" spc="170" dirty="0">
                <a:latin typeface="Tahoma"/>
                <a:cs typeface="Tahoma"/>
              </a:rPr>
              <a:t>t</a:t>
            </a:r>
            <a:r>
              <a:rPr sz="1600" spc="30" dirty="0">
                <a:latin typeface="Tahoma"/>
                <a:cs typeface="Tahoma"/>
              </a:rPr>
              <a:t> </a:t>
            </a:r>
            <a:r>
              <a:rPr sz="1600" spc="200" dirty="0">
                <a:latin typeface="Tahoma"/>
                <a:cs typeface="Tahoma"/>
              </a:rPr>
              <a:t>A</a:t>
            </a:r>
            <a:r>
              <a:rPr sz="1600" spc="240" dirty="0">
                <a:latin typeface="Tahoma"/>
                <a:cs typeface="Tahoma"/>
              </a:rPr>
              <a:t>/</a:t>
            </a:r>
            <a:r>
              <a:rPr sz="1600" spc="75" dirty="0">
                <a:latin typeface="Tahoma"/>
                <a:cs typeface="Tahoma"/>
              </a:rPr>
              <a:t>B</a:t>
            </a:r>
            <a:r>
              <a:rPr sz="1600" spc="40" dirty="0">
                <a:latin typeface="Tahoma"/>
                <a:cs typeface="Tahoma"/>
              </a:rPr>
              <a:t> </a:t>
            </a:r>
            <a:r>
              <a:rPr sz="1600" spc="130" dirty="0">
                <a:latin typeface="Tahoma"/>
                <a:cs typeface="Tahoma"/>
              </a:rPr>
              <a:t>c</a:t>
            </a:r>
            <a:r>
              <a:rPr sz="1600" spc="40" dirty="0">
                <a:latin typeface="Tahoma"/>
                <a:cs typeface="Tahoma"/>
              </a:rPr>
              <a:t>a</a:t>
            </a:r>
            <a:r>
              <a:rPr sz="1600" spc="35" dirty="0">
                <a:latin typeface="Tahoma"/>
                <a:cs typeface="Tahoma"/>
              </a:rPr>
              <a:t>n</a:t>
            </a:r>
            <a:r>
              <a:rPr sz="1600" spc="30" dirty="0">
                <a:latin typeface="Tahoma"/>
                <a:cs typeface="Tahoma"/>
              </a:rPr>
              <a:t> </a:t>
            </a:r>
            <a:r>
              <a:rPr sz="1600" spc="85" dirty="0">
                <a:latin typeface="Tahoma"/>
                <a:cs typeface="Tahoma"/>
              </a:rPr>
              <a:t>g</a:t>
            </a:r>
            <a:r>
              <a:rPr sz="1600" spc="40" dirty="0">
                <a:latin typeface="Tahoma"/>
                <a:cs typeface="Tahoma"/>
              </a:rPr>
              <a:t>a</a:t>
            </a:r>
            <a:r>
              <a:rPr sz="1600" spc="5" dirty="0">
                <a:latin typeface="Tahoma"/>
                <a:cs typeface="Tahoma"/>
              </a:rPr>
              <a:t>i</a:t>
            </a:r>
            <a:r>
              <a:rPr sz="1600" spc="35" dirty="0">
                <a:latin typeface="Tahoma"/>
                <a:cs typeface="Tahoma"/>
              </a:rPr>
              <a:t>n</a:t>
            </a:r>
            <a:r>
              <a:rPr sz="1600" spc="30" dirty="0">
                <a:latin typeface="Tahoma"/>
                <a:cs typeface="Tahoma"/>
              </a:rPr>
              <a:t> </a:t>
            </a:r>
            <a:r>
              <a:rPr sz="1600" spc="5" dirty="0">
                <a:latin typeface="Tahoma"/>
                <a:cs typeface="Tahoma"/>
              </a:rPr>
              <a:t>i</a:t>
            </a:r>
            <a:r>
              <a:rPr sz="1600" spc="35" dirty="0">
                <a:latin typeface="Tahoma"/>
                <a:cs typeface="Tahoma"/>
              </a:rPr>
              <a:t>n</a:t>
            </a:r>
            <a:r>
              <a:rPr sz="1600" spc="110" dirty="0">
                <a:latin typeface="Tahoma"/>
                <a:cs typeface="Tahoma"/>
              </a:rPr>
              <a:t>f</a:t>
            </a:r>
            <a:r>
              <a:rPr sz="1600" spc="65" dirty="0">
                <a:latin typeface="Tahoma"/>
                <a:cs typeface="Tahoma"/>
              </a:rPr>
              <a:t>orma</a:t>
            </a:r>
            <a:r>
              <a:rPr sz="1600" spc="170" dirty="0">
                <a:latin typeface="Tahoma"/>
                <a:cs typeface="Tahoma"/>
              </a:rPr>
              <a:t>t</a:t>
            </a:r>
            <a:r>
              <a:rPr sz="1600" spc="5" dirty="0">
                <a:latin typeface="Tahoma"/>
                <a:cs typeface="Tahoma"/>
              </a:rPr>
              <a:t>i</a:t>
            </a:r>
            <a:r>
              <a:rPr sz="1600" spc="70" dirty="0">
                <a:latin typeface="Tahoma"/>
                <a:cs typeface="Tahoma"/>
              </a:rPr>
              <a:t>on</a:t>
            </a:r>
            <a:r>
              <a:rPr sz="1600" spc="30" dirty="0">
                <a:latin typeface="Tahoma"/>
                <a:cs typeface="Tahoma"/>
              </a:rPr>
              <a:t> </a:t>
            </a:r>
            <a:r>
              <a:rPr sz="1600" spc="40" dirty="0">
                <a:latin typeface="Tahoma"/>
                <a:cs typeface="Tahoma"/>
              </a:rPr>
              <a:t>a</a:t>
            </a:r>
            <a:r>
              <a:rPr sz="1600" spc="85" dirty="0">
                <a:latin typeface="Tahoma"/>
                <a:cs typeface="Tahoma"/>
              </a:rPr>
              <a:t>b</a:t>
            </a:r>
            <a:r>
              <a:rPr sz="1600" spc="70" dirty="0">
                <a:latin typeface="Tahoma"/>
                <a:cs typeface="Tahoma"/>
              </a:rPr>
              <a:t>ou</a:t>
            </a:r>
            <a:r>
              <a:rPr sz="1600" spc="170" dirty="0">
                <a:latin typeface="Tahoma"/>
                <a:cs typeface="Tahoma"/>
              </a:rPr>
              <a:t>t</a:t>
            </a:r>
            <a:r>
              <a:rPr sz="1600" spc="30" dirty="0">
                <a:latin typeface="Tahoma"/>
                <a:cs typeface="Tahoma"/>
              </a:rPr>
              <a:t> </a:t>
            </a:r>
            <a:r>
              <a:rPr sz="1600" spc="75" dirty="0">
                <a:latin typeface="Tahoma"/>
                <a:cs typeface="Tahoma"/>
              </a:rPr>
              <a:t>B</a:t>
            </a:r>
            <a:r>
              <a:rPr sz="1600" spc="240" dirty="0">
                <a:latin typeface="Tahoma"/>
                <a:cs typeface="Tahoma"/>
              </a:rPr>
              <a:t>/</a:t>
            </a:r>
            <a:r>
              <a:rPr sz="1600" spc="200" dirty="0">
                <a:latin typeface="Tahoma"/>
                <a:cs typeface="Tahoma"/>
              </a:rPr>
              <a:t>A</a:t>
            </a:r>
            <a:r>
              <a:rPr sz="1600" spc="145" dirty="0">
                <a:latin typeface="Tahoma"/>
                <a:cs typeface="Tahoma"/>
              </a:rPr>
              <a:t>’</a:t>
            </a:r>
            <a:r>
              <a:rPr sz="1600" spc="100" dirty="0">
                <a:latin typeface="Tahoma"/>
                <a:cs typeface="Tahoma"/>
              </a:rPr>
              <a:t>s</a:t>
            </a:r>
            <a:r>
              <a:rPr sz="1600" spc="30" dirty="0">
                <a:latin typeface="Tahoma"/>
                <a:cs typeface="Tahoma"/>
              </a:rPr>
              <a:t> </a:t>
            </a:r>
            <a:r>
              <a:rPr sz="1600" spc="100" dirty="0">
                <a:latin typeface="Tahoma"/>
                <a:cs typeface="Tahoma"/>
              </a:rPr>
              <a:t>s</a:t>
            </a:r>
            <a:r>
              <a:rPr sz="1600" spc="170" dirty="0">
                <a:latin typeface="Tahoma"/>
                <a:cs typeface="Tahoma"/>
              </a:rPr>
              <a:t>t</a:t>
            </a:r>
            <a:r>
              <a:rPr sz="1600" spc="40" dirty="0">
                <a:latin typeface="Tahoma"/>
                <a:cs typeface="Tahoma"/>
              </a:rPr>
              <a:t>ra</a:t>
            </a:r>
            <a:r>
              <a:rPr sz="1600" spc="170" dirty="0">
                <a:latin typeface="Tahoma"/>
                <a:cs typeface="Tahoma"/>
              </a:rPr>
              <a:t>t</a:t>
            </a:r>
            <a:r>
              <a:rPr sz="1600" spc="75" dirty="0">
                <a:latin typeface="Tahoma"/>
                <a:cs typeface="Tahoma"/>
              </a:rPr>
              <a:t>e</a:t>
            </a:r>
            <a:r>
              <a:rPr sz="1600" spc="85" dirty="0">
                <a:latin typeface="Tahoma"/>
                <a:cs typeface="Tahoma"/>
              </a:rPr>
              <a:t>g</a:t>
            </a:r>
            <a:r>
              <a:rPr sz="1600" spc="110" dirty="0">
                <a:latin typeface="Tahoma"/>
                <a:cs typeface="Tahoma"/>
              </a:rPr>
              <a:t>y</a:t>
            </a:r>
            <a:r>
              <a:rPr sz="1600" dirty="0">
                <a:latin typeface="Tahoma"/>
                <a:cs typeface="Tahoma"/>
              </a:rPr>
              <a:t>.</a:t>
            </a:r>
            <a:r>
              <a:rPr sz="1600" spc="30" dirty="0">
                <a:latin typeface="Tahoma"/>
                <a:cs typeface="Tahoma"/>
              </a:rPr>
              <a:t> </a:t>
            </a:r>
            <a:r>
              <a:rPr sz="1600" spc="95" dirty="0">
                <a:latin typeface="Tahoma"/>
                <a:cs typeface="Tahoma"/>
              </a:rPr>
              <a:t>(</a:t>
            </a:r>
            <a:r>
              <a:rPr sz="1600" spc="55" dirty="0">
                <a:latin typeface="Tahoma"/>
                <a:cs typeface="Tahoma"/>
              </a:rPr>
              <a:t>W</a:t>
            </a:r>
            <a:r>
              <a:rPr sz="1600" spc="5" dirty="0">
                <a:latin typeface="Tahoma"/>
                <a:cs typeface="Tahoma"/>
              </a:rPr>
              <a:t>i</a:t>
            </a:r>
            <a:r>
              <a:rPr sz="1600" spc="170" dirty="0">
                <a:latin typeface="Tahoma"/>
                <a:cs typeface="Tahoma"/>
              </a:rPr>
              <a:t>t</a:t>
            </a:r>
            <a:r>
              <a:rPr sz="1600" spc="35" dirty="0">
                <a:latin typeface="Tahoma"/>
                <a:cs typeface="Tahoma"/>
              </a:rPr>
              <a:t>h</a:t>
            </a:r>
            <a:r>
              <a:rPr sz="1600" spc="70" dirty="0">
                <a:latin typeface="Tahoma"/>
                <a:cs typeface="Tahoma"/>
              </a:rPr>
              <a:t>ou</a:t>
            </a:r>
            <a:r>
              <a:rPr sz="1600" spc="170" dirty="0">
                <a:latin typeface="Tahoma"/>
                <a:cs typeface="Tahoma"/>
              </a:rPr>
              <a:t>t</a:t>
            </a:r>
            <a:r>
              <a:rPr sz="1600" spc="30" dirty="0">
                <a:latin typeface="Tahoma"/>
                <a:cs typeface="Tahoma"/>
              </a:rPr>
              <a:t> </a:t>
            </a:r>
            <a:r>
              <a:rPr sz="1600" spc="5" dirty="0">
                <a:latin typeface="Tahoma"/>
                <a:cs typeface="Tahoma"/>
              </a:rPr>
              <a:t>i</a:t>
            </a:r>
            <a:r>
              <a:rPr sz="1600" spc="170" dirty="0">
                <a:latin typeface="Tahoma"/>
                <a:cs typeface="Tahoma"/>
              </a:rPr>
              <a:t>t</a:t>
            </a:r>
            <a:r>
              <a:rPr sz="1600" spc="30" dirty="0">
                <a:latin typeface="Tahoma"/>
                <a:cs typeface="Tahoma"/>
              </a:rPr>
              <a:t> </a:t>
            </a:r>
            <a:r>
              <a:rPr sz="1600" spc="85" dirty="0">
                <a:latin typeface="Tahoma"/>
                <a:cs typeface="Tahoma"/>
              </a:rPr>
              <a:t>b</a:t>
            </a:r>
            <a:r>
              <a:rPr sz="1600" spc="75" dirty="0">
                <a:latin typeface="Tahoma"/>
                <a:cs typeface="Tahoma"/>
              </a:rPr>
              <a:t>e</a:t>
            </a:r>
            <a:r>
              <a:rPr sz="1600" spc="5" dirty="0">
                <a:latin typeface="Tahoma"/>
                <a:cs typeface="Tahoma"/>
              </a:rPr>
              <a:t>i</a:t>
            </a:r>
            <a:r>
              <a:rPr sz="1600" spc="35" dirty="0">
                <a:latin typeface="Tahoma"/>
                <a:cs typeface="Tahoma"/>
              </a:rPr>
              <a:t>n</a:t>
            </a:r>
            <a:r>
              <a:rPr sz="1600" spc="85" dirty="0">
                <a:latin typeface="Tahoma"/>
                <a:cs typeface="Tahoma"/>
              </a:rPr>
              <a:t>g</a:t>
            </a:r>
            <a:r>
              <a:rPr sz="1600" spc="30" dirty="0">
                <a:latin typeface="Tahoma"/>
                <a:cs typeface="Tahoma"/>
              </a:rPr>
              <a:t> </a:t>
            </a:r>
            <a:r>
              <a:rPr sz="1600" spc="60" dirty="0">
                <a:latin typeface="Tahoma"/>
                <a:cs typeface="Tahoma"/>
              </a:rPr>
              <a:t>k</a:t>
            </a:r>
            <a:r>
              <a:rPr sz="1600" spc="35" dirty="0">
                <a:latin typeface="Tahoma"/>
                <a:cs typeface="Tahoma"/>
              </a:rPr>
              <a:t>n</a:t>
            </a:r>
            <a:r>
              <a:rPr sz="1600" spc="70" dirty="0">
                <a:latin typeface="Tahoma"/>
                <a:cs typeface="Tahoma"/>
              </a:rPr>
              <a:t>ow</a:t>
            </a:r>
            <a:r>
              <a:rPr sz="1600" spc="35" dirty="0">
                <a:latin typeface="Tahoma"/>
                <a:cs typeface="Tahoma"/>
              </a:rPr>
              <a:t>n</a:t>
            </a:r>
            <a:r>
              <a:rPr sz="1600" spc="30" dirty="0">
                <a:latin typeface="Tahoma"/>
                <a:cs typeface="Tahoma"/>
              </a:rPr>
              <a:t> </a:t>
            </a:r>
            <a:r>
              <a:rPr sz="1600" spc="55" dirty="0">
                <a:latin typeface="Tahoma"/>
                <a:cs typeface="Tahoma"/>
              </a:rPr>
              <a:t>w</a:t>
            </a:r>
            <a:r>
              <a:rPr sz="1600" spc="35" dirty="0">
                <a:latin typeface="Tahoma"/>
                <a:cs typeface="Tahoma"/>
              </a:rPr>
              <a:t>h</a:t>
            </a:r>
            <a:r>
              <a:rPr sz="1600" spc="75" dirty="0">
                <a:latin typeface="Tahoma"/>
                <a:cs typeface="Tahoma"/>
              </a:rPr>
              <a:t>e</a:t>
            </a:r>
            <a:r>
              <a:rPr sz="1600" spc="35" dirty="0">
                <a:latin typeface="Tahoma"/>
                <a:cs typeface="Tahoma"/>
              </a:rPr>
              <a:t>n</a:t>
            </a:r>
            <a:r>
              <a:rPr sz="1600" spc="30" dirty="0">
                <a:latin typeface="Tahoma"/>
                <a:cs typeface="Tahoma"/>
              </a:rPr>
              <a:t> </a:t>
            </a:r>
            <a:r>
              <a:rPr sz="1600" spc="170" dirty="0">
                <a:latin typeface="Tahoma"/>
                <a:cs typeface="Tahoma"/>
              </a:rPr>
              <a:t>t</a:t>
            </a:r>
            <a:r>
              <a:rPr sz="1600" spc="35" dirty="0">
                <a:latin typeface="Tahoma"/>
                <a:cs typeface="Tahoma"/>
              </a:rPr>
              <a:t>h</a:t>
            </a:r>
            <a:r>
              <a:rPr sz="1600" spc="75" dirty="0">
                <a:latin typeface="Tahoma"/>
                <a:cs typeface="Tahoma"/>
              </a:rPr>
              <a:t>e</a:t>
            </a:r>
            <a:r>
              <a:rPr sz="1600" spc="45" dirty="0">
                <a:latin typeface="Tahoma"/>
                <a:cs typeface="Tahoma"/>
              </a:rPr>
              <a:t> </a:t>
            </a:r>
            <a:r>
              <a:rPr sz="1600" spc="85" dirty="0">
                <a:latin typeface="Tahoma"/>
                <a:cs typeface="Tahoma"/>
              </a:rPr>
              <a:t>g</a:t>
            </a:r>
            <a:r>
              <a:rPr sz="1600" spc="40" dirty="0">
                <a:latin typeface="Tahoma"/>
                <a:cs typeface="Tahoma"/>
              </a:rPr>
              <a:t>a</a:t>
            </a:r>
            <a:r>
              <a:rPr sz="1600" spc="75" dirty="0">
                <a:latin typeface="Tahoma"/>
                <a:cs typeface="Tahoma"/>
              </a:rPr>
              <a:t>me</a:t>
            </a:r>
            <a:r>
              <a:rPr sz="1600" spc="30" dirty="0">
                <a:latin typeface="Tahoma"/>
                <a:cs typeface="Tahoma"/>
              </a:rPr>
              <a:t> </a:t>
            </a:r>
            <a:r>
              <a:rPr sz="1600" spc="75" dirty="0">
                <a:latin typeface="Tahoma"/>
                <a:cs typeface="Tahoma"/>
              </a:rPr>
              <a:t>e</a:t>
            </a:r>
            <a:r>
              <a:rPr sz="1600" spc="35" dirty="0">
                <a:latin typeface="Tahoma"/>
                <a:cs typeface="Tahoma"/>
              </a:rPr>
              <a:t>n</a:t>
            </a:r>
            <a:r>
              <a:rPr sz="1600" spc="70" dirty="0">
                <a:latin typeface="Tahoma"/>
                <a:cs typeface="Tahoma"/>
              </a:rPr>
              <a:t>d</a:t>
            </a:r>
            <a:r>
              <a:rPr sz="1600" spc="100" dirty="0">
                <a:latin typeface="Tahoma"/>
                <a:cs typeface="Tahoma"/>
              </a:rPr>
              <a:t>s</a:t>
            </a:r>
            <a:r>
              <a:rPr sz="1600" spc="-50" dirty="0">
                <a:latin typeface="Tahoma"/>
                <a:cs typeface="Tahoma"/>
              </a:rPr>
              <a:t>!</a:t>
            </a:r>
            <a:r>
              <a:rPr sz="1600" spc="95" dirty="0">
                <a:latin typeface="Tahoma"/>
                <a:cs typeface="Tahoma"/>
              </a:rPr>
              <a:t>)</a:t>
            </a:r>
            <a:endParaRPr sz="1600" dirty="0">
              <a:latin typeface="Tahoma"/>
              <a:cs typeface="Tahoma"/>
            </a:endParaRPr>
          </a:p>
        </p:txBody>
      </p:sp>
      <p:sp>
        <p:nvSpPr>
          <p:cNvPr id="5" name="object 7">
            <a:extLst>
              <a:ext uri="{FF2B5EF4-FFF2-40B4-BE49-F238E27FC236}">
                <a16:creationId xmlns:a16="http://schemas.microsoft.com/office/drawing/2014/main" id="{F3479759-B414-64BF-9716-A77F004056BE}"/>
              </a:ext>
            </a:extLst>
          </p:cNvPr>
          <p:cNvSpPr txBox="1"/>
          <p:nvPr/>
        </p:nvSpPr>
        <p:spPr>
          <a:xfrm>
            <a:off x="337820" y="1030391"/>
            <a:ext cx="8653780" cy="3037498"/>
          </a:xfrm>
          <a:prstGeom prst="rect">
            <a:avLst/>
          </a:prstGeom>
        </p:spPr>
        <p:txBody>
          <a:bodyPr vert="horz" wrap="square" lIns="0" tIns="0" rIns="0" bIns="0" rtlCol="0">
            <a:spAutoFit/>
          </a:bodyPr>
          <a:lstStyle/>
          <a:p>
            <a:pPr marL="12700">
              <a:lnSpc>
                <a:spcPct val="100000"/>
              </a:lnSpc>
            </a:pPr>
            <a:r>
              <a:rPr sz="1800" spc="225" dirty="0">
                <a:latin typeface="Tahoma"/>
                <a:cs typeface="Tahoma"/>
              </a:rPr>
              <a:t>A</a:t>
            </a:r>
            <a:r>
              <a:rPr sz="1800" spc="40" dirty="0">
                <a:latin typeface="Tahoma"/>
                <a:cs typeface="Tahoma"/>
              </a:rPr>
              <a:t>n</a:t>
            </a:r>
            <a:r>
              <a:rPr sz="1800" spc="35" dirty="0">
                <a:latin typeface="Tahoma"/>
                <a:cs typeface="Tahoma"/>
              </a:rPr>
              <a:t> </a:t>
            </a:r>
            <a:r>
              <a:rPr sz="1800" spc="20" dirty="0">
                <a:latin typeface="Tahoma"/>
                <a:cs typeface="Tahoma"/>
              </a:rPr>
              <a:t>E</a:t>
            </a:r>
            <a:r>
              <a:rPr sz="1800" spc="60" dirty="0">
                <a:latin typeface="Tahoma"/>
                <a:cs typeface="Tahoma"/>
              </a:rPr>
              <a:t>x</a:t>
            </a:r>
            <a:r>
              <a:rPr sz="1800" spc="45" dirty="0">
                <a:latin typeface="Tahoma"/>
                <a:cs typeface="Tahoma"/>
              </a:rPr>
              <a:t>a</a:t>
            </a:r>
            <a:r>
              <a:rPr sz="1800" spc="85" dirty="0">
                <a:latin typeface="Tahoma"/>
                <a:cs typeface="Tahoma"/>
              </a:rPr>
              <a:t>mp</a:t>
            </a:r>
            <a:r>
              <a:rPr sz="1800" spc="5" dirty="0">
                <a:latin typeface="Tahoma"/>
                <a:cs typeface="Tahoma"/>
              </a:rPr>
              <a:t>l</a:t>
            </a:r>
            <a:r>
              <a:rPr sz="1800" spc="85" dirty="0">
                <a:latin typeface="Tahoma"/>
                <a:cs typeface="Tahoma"/>
              </a:rPr>
              <a:t>e</a:t>
            </a:r>
            <a:r>
              <a:rPr sz="1800" spc="35" dirty="0">
                <a:latin typeface="Tahoma"/>
                <a:cs typeface="Tahoma"/>
              </a:rPr>
              <a:t> </a:t>
            </a:r>
            <a:r>
              <a:rPr sz="1800" spc="114" dirty="0">
                <a:latin typeface="Tahoma"/>
                <a:cs typeface="Tahoma"/>
              </a:rPr>
              <a:t>of</a:t>
            </a:r>
            <a:r>
              <a:rPr sz="1800" spc="35" dirty="0">
                <a:latin typeface="Tahoma"/>
                <a:cs typeface="Tahoma"/>
              </a:rPr>
              <a:t> </a:t>
            </a:r>
            <a:r>
              <a:rPr sz="1800" spc="45" dirty="0">
                <a:latin typeface="Tahoma"/>
                <a:cs typeface="Tahoma"/>
              </a:rPr>
              <a:t>a</a:t>
            </a:r>
            <a:r>
              <a:rPr sz="1800" spc="35" dirty="0">
                <a:latin typeface="Tahoma"/>
                <a:cs typeface="Tahoma"/>
              </a:rPr>
              <a:t> </a:t>
            </a:r>
            <a:r>
              <a:rPr sz="1800" u="heavy" spc="145" dirty="0">
                <a:latin typeface="Tahoma"/>
                <a:cs typeface="Tahoma"/>
              </a:rPr>
              <a:t>c</a:t>
            </a:r>
            <a:r>
              <a:rPr sz="1800" u="heavy" spc="95" dirty="0">
                <a:latin typeface="Tahoma"/>
                <a:cs typeface="Tahoma"/>
              </a:rPr>
              <a:t>oop</a:t>
            </a:r>
            <a:r>
              <a:rPr sz="1800" u="heavy" spc="85" dirty="0">
                <a:latin typeface="Tahoma"/>
                <a:cs typeface="Tahoma"/>
              </a:rPr>
              <a:t>e</a:t>
            </a:r>
            <a:r>
              <a:rPr sz="1800" u="heavy" spc="45" dirty="0">
                <a:latin typeface="Tahoma"/>
                <a:cs typeface="Tahoma"/>
              </a:rPr>
              <a:t>ra</a:t>
            </a:r>
            <a:r>
              <a:rPr sz="1800" u="heavy" spc="190" dirty="0">
                <a:latin typeface="Tahoma"/>
                <a:cs typeface="Tahoma"/>
              </a:rPr>
              <a:t>t</a:t>
            </a:r>
            <a:r>
              <a:rPr sz="1800" u="heavy" spc="5" dirty="0">
                <a:latin typeface="Tahoma"/>
                <a:cs typeface="Tahoma"/>
              </a:rPr>
              <a:t>i</a:t>
            </a:r>
            <a:r>
              <a:rPr sz="1800" u="heavy" spc="114" dirty="0">
                <a:latin typeface="Tahoma"/>
                <a:cs typeface="Tahoma"/>
              </a:rPr>
              <a:t>v</a:t>
            </a:r>
            <a:r>
              <a:rPr sz="1800" u="heavy" spc="80" dirty="0">
                <a:latin typeface="Tahoma"/>
                <a:cs typeface="Tahoma"/>
              </a:rPr>
              <a:t>e</a:t>
            </a:r>
            <a:r>
              <a:rPr sz="1800" dirty="0">
                <a:latin typeface="Tahoma"/>
                <a:cs typeface="Tahoma"/>
              </a:rPr>
              <a:t>,</a:t>
            </a:r>
            <a:r>
              <a:rPr sz="1800" spc="35" dirty="0">
                <a:latin typeface="Tahoma"/>
                <a:cs typeface="Tahoma"/>
              </a:rPr>
              <a:t> </a:t>
            </a:r>
            <a:r>
              <a:rPr sz="1800" u="heavy" spc="40" dirty="0">
                <a:latin typeface="Tahoma"/>
                <a:cs typeface="Tahoma"/>
              </a:rPr>
              <a:t>n</a:t>
            </a:r>
            <a:r>
              <a:rPr sz="1800" u="heavy" spc="75" dirty="0">
                <a:latin typeface="Tahoma"/>
                <a:cs typeface="Tahoma"/>
              </a:rPr>
              <a:t>on</a:t>
            </a:r>
            <a:r>
              <a:rPr sz="1800" u="heavy" spc="25" dirty="0">
                <a:latin typeface="Tahoma"/>
                <a:cs typeface="Tahoma"/>
              </a:rPr>
              <a:t>-</a:t>
            </a:r>
            <a:r>
              <a:rPr sz="1800" u="heavy" spc="190" dirty="0">
                <a:latin typeface="Tahoma"/>
                <a:cs typeface="Tahoma"/>
              </a:rPr>
              <a:t>z</a:t>
            </a:r>
            <a:r>
              <a:rPr sz="1800" u="heavy" spc="85" dirty="0">
                <a:latin typeface="Tahoma"/>
                <a:cs typeface="Tahoma"/>
              </a:rPr>
              <a:t>e</a:t>
            </a:r>
            <a:r>
              <a:rPr sz="1800" u="heavy" spc="45" dirty="0">
                <a:latin typeface="Tahoma"/>
                <a:cs typeface="Tahoma"/>
              </a:rPr>
              <a:t>r</a:t>
            </a:r>
            <a:r>
              <a:rPr sz="1800" u="heavy" spc="105" dirty="0">
                <a:latin typeface="Tahoma"/>
                <a:cs typeface="Tahoma"/>
              </a:rPr>
              <a:t>o</a:t>
            </a:r>
            <a:r>
              <a:rPr sz="1800" u="heavy" spc="30" dirty="0">
                <a:latin typeface="Tahoma"/>
                <a:cs typeface="Tahoma"/>
              </a:rPr>
              <a:t> </a:t>
            </a:r>
            <a:r>
              <a:rPr sz="1800" u="heavy" spc="110" dirty="0">
                <a:latin typeface="Tahoma"/>
                <a:cs typeface="Tahoma"/>
              </a:rPr>
              <a:t>s</a:t>
            </a:r>
            <a:r>
              <a:rPr sz="1800" u="heavy" spc="40" dirty="0">
                <a:latin typeface="Tahoma"/>
                <a:cs typeface="Tahoma"/>
              </a:rPr>
              <a:t>u</a:t>
            </a:r>
            <a:r>
              <a:rPr sz="1800" u="heavy" spc="60" dirty="0">
                <a:latin typeface="Tahoma"/>
                <a:cs typeface="Tahoma"/>
              </a:rPr>
              <a:t>m </a:t>
            </a:r>
            <a:r>
              <a:rPr sz="1800" u="heavy" spc="95" dirty="0">
                <a:latin typeface="Tahoma"/>
                <a:cs typeface="Tahoma"/>
              </a:rPr>
              <a:t>g</a:t>
            </a:r>
            <a:r>
              <a:rPr sz="1800" u="heavy" spc="45" dirty="0">
                <a:latin typeface="Tahoma"/>
                <a:cs typeface="Tahoma"/>
              </a:rPr>
              <a:t>a</a:t>
            </a:r>
            <a:r>
              <a:rPr sz="1800" u="heavy" spc="85" dirty="0">
                <a:latin typeface="Tahoma"/>
                <a:cs typeface="Tahoma"/>
              </a:rPr>
              <a:t>me</a:t>
            </a:r>
            <a:endParaRPr sz="1800" dirty="0">
              <a:latin typeface="Tahoma"/>
              <a:cs typeface="Tahoma"/>
            </a:endParaRPr>
          </a:p>
          <a:p>
            <a:pPr>
              <a:lnSpc>
                <a:spcPct val="100000"/>
              </a:lnSpc>
              <a:spcBef>
                <a:spcPts val="22"/>
              </a:spcBef>
            </a:pPr>
            <a:endParaRPr sz="1100" dirty="0">
              <a:latin typeface="Times New Roman"/>
              <a:cs typeface="Times New Roman"/>
            </a:endParaRPr>
          </a:p>
          <a:p>
            <a:pPr marL="12700">
              <a:lnSpc>
                <a:spcPct val="100000"/>
              </a:lnSpc>
            </a:pPr>
            <a:r>
              <a:rPr sz="1800" spc="40" dirty="0">
                <a:latin typeface="Tahoma"/>
                <a:cs typeface="Tahoma"/>
              </a:rPr>
              <a:t>Si</a:t>
            </a:r>
            <a:r>
              <a:rPr sz="1800" spc="190" dirty="0">
                <a:latin typeface="Tahoma"/>
                <a:cs typeface="Tahoma"/>
              </a:rPr>
              <a:t>t</a:t>
            </a:r>
            <a:r>
              <a:rPr sz="1800" spc="40" dirty="0">
                <a:latin typeface="Tahoma"/>
                <a:cs typeface="Tahoma"/>
              </a:rPr>
              <a:t>u</a:t>
            </a:r>
            <a:r>
              <a:rPr sz="1800" spc="45" dirty="0">
                <a:latin typeface="Tahoma"/>
                <a:cs typeface="Tahoma"/>
              </a:rPr>
              <a:t>a</a:t>
            </a:r>
            <a:r>
              <a:rPr sz="1800" spc="190" dirty="0">
                <a:latin typeface="Tahoma"/>
                <a:cs typeface="Tahoma"/>
              </a:rPr>
              <a:t>t</a:t>
            </a:r>
            <a:r>
              <a:rPr sz="1800" spc="5" dirty="0">
                <a:latin typeface="Tahoma"/>
                <a:cs typeface="Tahoma"/>
              </a:rPr>
              <a:t>i</a:t>
            </a:r>
            <a:r>
              <a:rPr sz="1800" spc="75" dirty="0">
                <a:latin typeface="Tahoma"/>
                <a:cs typeface="Tahoma"/>
              </a:rPr>
              <a:t>on</a:t>
            </a:r>
            <a:r>
              <a:rPr sz="1800" spc="-100" dirty="0">
                <a:latin typeface="Tahoma"/>
                <a:cs typeface="Tahoma"/>
              </a:rPr>
              <a:t>:</a:t>
            </a:r>
            <a:r>
              <a:rPr sz="1800" spc="35" dirty="0">
                <a:latin typeface="Tahoma"/>
                <a:cs typeface="Tahoma"/>
              </a:rPr>
              <a:t> </a:t>
            </a:r>
            <a:r>
              <a:rPr sz="1800" spc="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60" dirty="0">
                <a:latin typeface="Tahoma"/>
                <a:cs typeface="Tahoma"/>
              </a:rPr>
              <a:t>pol</a:t>
            </a:r>
            <a:r>
              <a:rPr sz="1800" spc="5" dirty="0">
                <a:latin typeface="Tahoma"/>
                <a:cs typeface="Tahoma"/>
              </a:rPr>
              <a:t>i</a:t>
            </a:r>
            <a:r>
              <a:rPr sz="1800" spc="145" dirty="0">
                <a:latin typeface="Tahoma"/>
                <a:cs typeface="Tahoma"/>
              </a:rPr>
              <a:t>c</a:t>
            </a:r>
            <a:r>
              <a:rPr sz="1800" spc="85" dirty="0">
                <a:latin typeface="Tahoma"/>
                <a:cs typeface="Tahoma"/>
              </a:rPr>
              <a:t>e</a:t>
            </a:r>
            <a:r>
              <a:rPr sz="1800" spc="35" dirty="0">
                <a:latin typeface="Tahoma"/>
                <a:cs typeface="Tahoma"/>
              </a:rPr>
              <a:t> </a:t>
            </a:r>
            <a:r>
              <a:rPr sz="1800" spc="45" dirty="0">
                <a:latin typeface="Tahoma"/>
                <a:cs typeface="Tahoma"/>
              </a:rPr>
              <a:t>arr</a:t>
            </a:r>
            <a:r>
              <a:rPr sz="1800" spc="85" dirty="0">
                <a:latin typeface="Tahoma"/>
                <a:cs typeface="Tahoma"/>
              </a:rPr>
              <a:t>e</a:t>
            </a:r>
            <a:r>
              <a:rPr sz="1800" spc="110" dirty="0">
                <a:latin typeface="Tahoma"/>
                <a:cs typeface="Tahoma"/>
              </a:rPr>
              <a:t>s</a:t>
            </a:r>
            <a:r>
              <a:rPr sz="1800" spc="190" dirty="0">
                <a:latin typeface="Tahoma"/>
                <a:cs typeface="Tahoma"/>
              </a:rPr>
              <a:t>t</a:t>
            </a:r>
            <a:r>
              <a:rPr sz="1800" spc="110" dirty="0">
                <a:latin typeface="Tahoma"/>
                <a:cs typeface="Tahoma"/>
              </a:rPr>
              <a:t>s</a:t>
            </a:r>
            <a:r>
              <a:rPr sz="1800" spc="35" dirty="0">
                <a:latin typeface="Tahoma"/>
                <a:cs typeface="Tahoma"/>
              </a:rPr>
              <a:t> </a:t>
            </a:r>
            <a:r>
              <a:rPr sz="1800" spc="190" dirty="0">
                <a:latin typeface="Tahoma"/>
                <a:cs typeface="Tahoma"/>
              </a:rPr>
              <a:t>t</a:t>
            </a:r>
            <a:r>
              <a:rPr sz="1800" spc="65" dirty="0">
                <a:latin typeface="Tahoma"/>
                <a:cs typeface="Tahoma"/>
              </a:rPr>
              <a:t>w</a:t>
            </a:r>
            <a:r>
              <a:rPr sz="1800" spc="105" dirty="0">
                <a:latin typeface="Tahoma"/>
                <a:cs typeface="Tahoma"/>
              </a:rPr>
              <a:t>o</a:t>
            </a:r>
            <a:r>
              <a:rPr sz="1800" spc="35" dirty="0">
                <a:latin typeface="Tahoma"/>
                <a:cs typeface="Tahoma"/>
              </a:rPr>
              <a:t> </a:t>
            </a:r>
            <a:r>
              <a:rPr sz="1800" spc="110" dirty="0">
                <a:latin typeface="Tahoma"/>
                <a:cs typeface="Tahoma"/>
              </a:rPr>
              <a:t>s</a:t>
            </a:r>
            <a:r>
              <a:rPr sz="1800" spc="40" dirty="0">
                <a:latin typeface="Tahoma"/>
                <a:cs typeface="Tahoma"/>
              </a:rPr>
              <a:t>u</a:t>
            </a:r>
            <a:r>
              <a:rPr sz="1800" spc="110" dirty="0">
                <a:latin typeface="Tahoma"/>
                <a:cs typeface="Tahoma"/>
              </a:rPr>
              <a:t>s</a:t>
            </a:r>
            <a:r>
              <a:rPr sz="1800" spc="75" dirty="0">
                <a:latin typeface="Tahoma"/>
                <a:cs typeface="Tahoma"/>
              </a:rPr>
              <a:t>p</a:t>
            </a:r>
            <a:r>
              <a:rPr sz="1800" spc="85" dirty="0">
                <a:latin typeface="Tahoma"/>
                <a:cs typeface="Tahoma"/>
              </a:rPr>
              <a:t>e</a:t>
            </a:r>
            <a:r>
              <a:rPr sz="1800" spc="145" dirty="0">
                <a:latin typeface="Tahoma"/>
                <a:cs typeface="Tahoma"/>
              </a:rPr>
              <a:t>c</a:t>
            </a:r>
            <a:r>
              <a:rPr sz="1800" spc="190" dirty="0">
                <a:latin typeface="Tahoma"/>
                <a:cs typeface="Tahoma"/>
              </a:rPr>
              <a:t>t</a:t>
            </a:r>
            <a:r>
              <a:rPr sz="1800" spc="110" dirty="0">
                <a:latin typeface="Tahoma"/>
                <a:cs typeface="Tahoma"/>
              </a:rPr>
              <a:t>s</a:t>
            </a:r>
            <a:r>
              <a:rPr sz="1800" dirty="0">
                <a:latin typeface="Tahoma"/>
                <a:cs typeface="Tahoma"/>
              </a:rPr>
              <a:t>,</a:t>
            </a:r>
            <a:r>
              <a:rPr sz="1800" spc="35" dirty="0">
                <a:latin typeface="Tahoma"/>
                <a:cs typeface="Tahoma"/>
              </a:rPr>
              <a:t> </a:t>
            </a:r>
            <a:r>
              <a:rPr sz="1800" spc="95" dirty="0">
                <a:latin typeface="Tahoma"/>
                <a:cs typeface="Tahoma"/>
              </a:rPr>
              <a:t>b</a:t>
            </a:r>
            <a:r>
              <a:rPr sz="1800" spc="40" dirty="0">
                <a:latin typeface="Tahoma"/>
                <a:cs typeface="Tahoma"/>
              </a:rPr>
              <a:t>u</a:t>
            </a:r>
            <a:r>
              <a:rPr sz="1800" spc="190" dirty="0">
                <a:latin typeface="Tahoma"/>
                <a:cs typeface="Tahoma"/>
              </a:rPr>
              <a:t>t</a:t>
            </a:r>
            <a:r>
              <a:rPr sz="1800" spc="35" dirty="0">
                <a:latin typeface="Tahoma"/>
                <a:cs typeface="Tahoma"/>
              </a:rPr>
              <a:t> </a:t>
            </a:r>
            <a:r>
              <a:rPr sz="1800" spc="40" dirty="0">
                <a:latin typeface="Tahoma"/>
                <a:cs typeface="Tahoma"/>
              </a:rPr>
              <a:t>h</a:t>
            </a:r>
            <a:r>
              <a:rPr sz="1800" spc="45" dirty="0">
                <a:latin typeface="Tahoma"/>
                <a:cs typeface="Tahoma"/>
              </a:rPr>
              <a:t>a</a:t>
            </a:r>
            <a:r>
              <a:rPr sz="1800" spc="110" dirty="0">
                <a:latin typeface="Tahoma"/>
                <a:cs typeface="Tahoma"/>
              </a:rPr>
              <a:t>s</a:t>
            </a:r>
            <a:r>
              <a:rPr sz="1800" spc="35" dirty="0">
                <a:latin typeface="Tahoma"/>
                <a:cs typeface="Tahoma"/>
              </a:rPr>
              <a:t> </a:t>
            </a:r>
            <a:r>
              <a:rPr sz="1800" spc="75" dirty="0">
                <a:latin typeface="Tahoma"/>
                <a:cs typeface="Tahoma"/>
              </a:rPr>
              <a:t>on</a:t>
            </a:r>
            <a:r>
              <a:rPr sz="1800" spc="5" dirty="0">
                <a:latin typeface="Tahoma"/>
                <a:cs typeface="Tahoma"/>
              </a:rPr>
              <a:t>l</a:t>
            </a:r>
            <a:r>
              <a:rPr sz="1800" spc="125" dirty="0">
                <a:latin typeface="Tahoma"/>
                <a:cs typeface="Tahoma"/>
              </a:rPr>
              <a:t>y</a:t>
            </a:r>
            <a:r>
              <a:rPr sz="1800" spc="35" dirty="0">
                <a:latin typeface="Tahoma"/>
                <a:cs typeface="Tahoma"/>
              </a:rPr>
              <a:t> </a:t>
            </a:r>
            <a:r>
              <a:rPr sz="1800" spc="5" dirty="0">
                <a:latin typeface="Tahoma"/>
                <a:cs typeface="Tahoma"/>
              </a:rPr>
              <a:t>li</a:t>
            </a:r>
            <a:r>
              <a:rPr sz="1800" spc="190" dirty="0">
                <a:latin typeface="Tahoma"/>
                <a:cs typeface="Tahoma"/>
              </a:rPr>
              <a:t>tt</a:t>
            </a:r>
            <a:r>
              <a:rPr sz="1800" spc="5" dirty="0">
                <a:latin typeface="Tahoma"/>
                <a:cs typeface="Tahoma"/>
              </a:rPr>
              <a:t>l</a:t>
            </a:r>
            <a:r>
              <a:rPr sz="1800" spc="85" dirty="0">
                <a:latin typeface="Tahoma"/>
                <a:cs typeface="Tahoma"/>
              </a:rPr>
              <a:t>e</a:t>
            </a:r>
            <a:r>
              <a:rPr sz="1800" spc="35" dirty="0">
                <a:latin typeface="Tahoma"/>
                <a:cs typeface="Tahoma"/>
              </a:rPr>
              <a:t> </a:t>
            </a:r>
            <a:r>
              <a:rPr sz="1800" spc="85" dirty="0">
                <a:latin typeface="Tahoma"/>
                <a:cs typeface="Tahoma"/>
              </a:rPr>
              <a:t>e</a:t>
            </a:r>
            <a:r>
              <a:rPr sz="1800" spc="114" dirty="0">
                <a:latin typeface="Tahoma"/>
                <a:cs typeface="Tahoma"/>
              </a:rPr>
              <a:t>v</a:t>
            </a:r>
            <a:r>
              <a:rPr sz="1800" spc="5" dirty="0">
                <a:latin typeface="Tahoma"/>
                <a:cs typeface="Tahoma"/>
              </a:rPr>
              <a:t>i</a:t>
            </a:r>
            <a:r>
              <a:rPr sz="1800" spc="75" dirty="0">
                <a:latin typeface="Tahoma"/>
                <a:cs typeface="Tahoma"/>
              </a:rPr>
              <a:t>d</a:t>
            </a:r>
            <a:r>
              <a:rPr sz="1800" spc="85" dirty="0">
                <a:latin typeface="Tahoma"/>
                <a:cs typeface="Tahoma"/>
              </a:rPr>
              <a:t>e</a:t>
            </a:r>
            <a:r>
              <a:rPr sz="1800" spc="40" dirty="0">
                <a:latin typeface="Tahoma"/>
                <a:cs typeface="Tahoma"/>
              </a:rPr>
              <a:t>n</a:t>
            </a:r>
            <a:r>
              <a:rPr sz="1800" spc="145" dirty="0">
                <a:latin typeface="Tahoma"/>
                <a:cs typeface="Tahoma"/>
              </a:rPr>
              <a:t>c</a:t>
            </a:r>
            <a:r>
              <a:rPr sz="1800" spc="85" dirty="0">
                <a:latin typeface="Tahoma"/>
                <a:cs typeface="Tahoma"/>
              </a:rPr>
              <a:t>e</a:t>
            </a:r>
            <a:r>
              <a:rPr sz="1800" dirty="0">
                <a:latin typeface="Tahoma"/>
                <a:cs typeface="Tahoma"/>
              </a:rPr>
              <a:t>.</a:t>
            </a:r>
          </a:p>
          <a:p>
            <a:pPr marL="1155700">
              <a:lnSpc>
                <a:spcPct val="100000"/>
              </a:lnSpc>
              <a:spcBef>
                <a:spcPts val="340"/>
              </a:spcBef>
            </a:pPr>
            <a:r>
              <a:rPr sz="1800" spc="80" dirty="0">
                <a:latin typeface="Tahoma"/>
                <a:cs typeface="Tahoma"/>
              </a:rPr>
              <a:t>B</a:t>
            </a:r>
            <a:r>
              <a:rPr sz="1800" spc="150" dirty="0">
                <a:latin typeface="Tahoma"/>
                <a:cs typeface="Tahoma"/>
              </a:rPr>
              <a:t>ot</a:t>
            </a:r>
            <a:r>
              <a:rPr sz="1800" spc="40" dirty="0">
                <a:latin typeface="Tahoma"/>
                <a:cs typeface="Tahoma"/>
              </a:rPr>
              <a:t>h</a:t>
            </a:r>
            <a:r>
              <a:rPr sz="1800" spc="35" dirty="0">
                <a:latin typeface="Tahoma"/>
                <a:cs typeface="Tahoma"/>
              </a:rPr>
              <a:t> </a:t>
            </a:r>
            <a:r>
              <a:rPr sz="1800" spc="110" dirty="0">
                <a:latin typeface="Tahoma"/>
                <a:cs typeface="Tahoma"/>
              </a:rPr>
              <a:t>s</a:t>
            </a:r>
            <a:r>
              <a:rPr sz="1800" spc="40" dirty="0">
                <a:latin typeface="Tahoma"/>
                <a:cs typeface="Tahoma"/>
              </a:rPr>
              <a:t>u</a:t>
            </a:r>
            <a:r>
              <a:rPr sz="1800" spc="110" dirty="0">
                <a:latin typeface="Tahoma"/>
                <a:cs typeface="Tahoma"/>
              </a:rPr>
              <a:t>s</a:t>
            </a:r>
            <a:r>
              <a:rPr sz="1800" spc="75" dirty="0">
                <a:latin typeface="Tahoma"/>
                <a:cs typeface="Tahoma"/>
              </a:rPr>
              <a:t>p</a:t>
            </a:r>
            <a:r>
              <a:rPr sz="1800" spc="85" dirty="0">
                <a:latin typeface="Tahoma"/>
                <a:cs typeface="Tahoma"/>
              </a:rPr>
              <a:t>e</a:t>
            </a:r>
            <a:r>
              <a:rPr sz="1800" spc="145" dirty="0">
                <a:latin typeface="Tahoma"/>
                <a:cs typeface="Tahoma"/>
              </a:rPr>
              <a:t>c</a:t>
            </a:r>
            <a:r>
              <a:rPr sz="1800" spc="190" dirty="0">
                <a:latin typeface="Tahoma"/>
                <a:cs typeface="Tahoma"/>
              </a:rPr>
              <a:t>t</a:t>
            </a:r>
            <a:r>
              <a:rPr sz="1800" spc="110" dirty="0">
                <a:latin typeface="Tahoma"/>
                <a:cs typeface="Tahoma"/>
              </a:rPr>
              <a:t>s</a:t>
            </a:r>
            <a:r>
              <a:rPr sz="1800" spc="35" dirty="0">
                <a:latin typeface="Tahoma"/>
                <a:cs typeface="Tahoma"/>
              </a:rPr>
              <a:t> </a:t>
            </a:r>
            <a:r>
              <a:rPr sz="1800" spc="45" dirty="0">
                <a:latin typeface="Tahoma"/>
                <a:cs typeface="Tahoma"/>
              </a:rPr>
              <a:t>ar</a:t>
            </a:r>
            <a:r>
              <a:rPr sz="1800" spc="85" dirty="0">
                <a:latin typeface="Tahoma"/>
                <a:cs typeface="Tahoma"/>
              </a:rPr>
              <a:t>e</a:t>
            </a:r>
            <a:r>
              <a:rPr sz="1800" spc="35" dirty="0">
                <a:latin typeface="Tahoma"/>
                <a:cs typeface="Tahoma"/>
              </a:rPr>
              <a:t> </a:t>
            </a:r>
            <a:r>
              <a:rPr sz="1800" spc="5" dirty="0">
                <a:latin typeface="Tahoma"/>
                <a:cs typeface="Tahoma"/>
              </a:rPr>
              <a:t>i</a:t>
            </a:r>
            <a:r>
              <a:rPr sz="1800" spc="70" dirty="0">
                <a:latin typeface="Tahoma"/>
                <a:cs typeface="Tahoma"/>
              </a:rPr>
              <a:t>mpr</a:t>
            </a:r>
            <a:r>
              <a:rPr sz="1800" spc="5" dirty="0">
                <a:latin typeface="Tahoma"/>
                <a:cs typeface="Tahoma"/>
              </a:rPr>
              <a:t>i</a:t>
            </a:r>
            <a:r>
              <a:rPr sz="1800" spc="110" dirty="0">
                <a:latin typeface="Tahoma"/>
                <a:cs typeface="Tahoma"/>
              </a:rPr>
              <a:t>s</a:t>
            </a:r>
            <a:r>
              <a:rPr sz="1800" spc="75" dirty="0">
                <a:latin typeface="Tahoma"/>
                <a:cs typeface="Tahoma"/>
              </a:rPr>
              <a:t>on</a:t>
            </a:r>
            <a:r>
              <a:rPr sz="1800" spc="85" dirty="0">
                <a:latin typeface="Tahoma"/>
                <a:cs typeface="Tahoma"/>
              </a:rPr>
              <a:t>e</a:t>
            </a:r>
            <a:r>
              <a:rPr sz="1800" spc="75" dirty="0">
                <a:latin typeface="Tahoma"/>
                <a:cs typeface="Tahoma"/>
              </a:rPr>
              <a:t>d</a:t>
            </a:r>
            <a:r>
              <a:rPr sz="1800" spc="35" dirty="0">
                <a:latin typeface="Tahoma"/>
                <a:cs typeface="Tahoma"/>
              </a:rPr>
              <a:t> </a:t>
            </a:r>
            <a:r>
              <a:rPr sz="1800" spc="5" dirty="0">
                <a:latin typeface="Tahoma"/>
                <a:cs typeface="Tahoma"/>
              </a:rPr>
              <a:t>i</a:t>
            </a:r>
            <a:r>
              <a:rPr sz="1800" spc="40" dirty="0">
                <a:latin typeface="Tahoma"/>
                <a:cs typeface="Tahoma"/>
              </a:rPr>
              <a:t>n</a:t>
            </a:r>
            <a:r>
              <a:rPr sz="1800" spc="35" dirty="0">
                <a:latin typeface="Tahoma"/>
                <a:cs typeface="Tahoma"/>
              </a:rPr>
              <a:t> </a:t>
            </a:r>
            <a:r>
              <a:rPr sz="1800" spc="5" dirty="0">
                <a:latin typeface="Tahoma"/>
                <a:cs typeface="Tahoma"/>
              </a:rPr>
              <a:t>i</a:t>
            </a:r>
            <a:r>
              <a:rPr sz="1800" spc="110" dirty="0">
                <a:latin typeface="Tahoma"/>
                <a:cs typeface="Tahoma"/>
              </a:rPr>
              <a:t>s</a:t>
            </a:r>
            <a:r>
              <a:rPr sz="1800" spc="55" dirty="0">
                <a:latin typeface="Tahoma"/>
                <a:cs typeface="Tahoma"/>
              </a:rPr>
              <a:t>ol</a:t>
            </a:r>
            <a:r>
              <a:rPr sz="1800" spc="45" dirty="0">
                <a:latin typeface="Tahoma"/>
                <a:cs typeface="Tahoma"/>
              </a:rPr>
              <a:t>a</a:t>
            </a:r>
            <a:r>
              <a:rPr sz="1800" spc="190" dirty="0">
                <a:latin typeface="Tahoma"/>
                <a:cs typeface="Tahoma"/>
              </a:rPr>
              <a:t>t</a:t>
            </a:r>
            <a:r>
              <a:rPr sz="1800" spc="5" dirty="0">
                <a:latin typeface="Tahoma"/>
                <a:cs typeface="Tahoma"/>
              </a:rPr>
              <a:t>i</a:t>
            </a:r>
            <a:r>
              <a:rPr sz="1800" spc="75" dirty="0">
                <a:latin typeface="Tahoma"/>
                <a:cs typeface="Tahoma"/>
              </a:rPr>
              <a:t>on</a:t>
            </a:r>
            <a:r>
              <a:rPr sz="1800" spc="35" dirty="0">
                <a:latin typeface="Tahoma"/>
                <a:cs typeface="Tahoma"/>
              </a:rPr>
              <a:t> </a:t>
            </a:r>
            <a:r>
              <a:rPr sz="1800" spc="45" dirty="0">
                <a:latin typeface="Tahoma"/>
                <a:cs typeface="Tahoma"/>
              </a:rPr>
              <a:t>a</a:t>
            </a:r>
            <a:r>
              <a:rPr sz="1800" spc="40" dirty="0">
                <a:latin typeface="Tahoma"/>
                <a:cs typeface="Tahoma"/>
              </a:rPr>
              <a:t>n</a:t>
            </a:r>
            <a:r>
              <a:rPr sz="1800" spc="75" dirty="0">
                <a:latin typeface="Tahoma"/>
                <a:cs typeface="Tahoma"/>
              </a:rPr>
              <a:t>d</a:t>
            </a:r>
            <a:r>
              <a:rPr sz="1800" spc="35" dirty="0">
                <a:latin typeface="Tahoma"/>
                <a:cs typeface="Tahoma"/>
              </a:rPr>
              <a:t> </a:t>
            </a:r>
            <a:r>
              <a:rPr sz="1800" spc="114" dirty="0">
                <a:latin typeface="Tahoma"/>
                <a:cs typeface="Tahoma"/>
              </a:rPr>
              <a:t>of</a:t>
            </a:r>
            <a:r>
              <a:rPr sz="1800" spc="125" dirty="0">
                <a:latin typeface="Tahoma"/>
                <a:cs typeface="Tahoma"/>
              </a:rPr>
              <a:t>f</a:t>
            </a:r>
            <a:r>
              <a:rPr sz="1800" spc="85" dirty="0">
                <a:latin typeface="Tahoma"/>
                <a:cs typeface="Tahoma"/>
              </a:rPr>
              <a:t>e</a:t>
            </a:r>
            <a:r>
              <a:rPr sz="1800" spc="45" dirty="0">
                <a:latin typeface="Tahoma"/>
                <a:cs typeface="Tahoma"/>
              </a:rPr>
              <a:t>r</a:t>
            </a:r>
            <a:r>
              <a:rPr sz="1800" spc="85" dirty="0">
                <a:latin typeface="Tahoma"/>
                <a:cs typeface="Tahoma"/>
              </a:rPr>
              <a:t>e</a:t>
            </a:r>
            <a:r>
              <a:rPr sz="1800" spc="75" dirty="0">
                <a:latin typeface="Tahoma"/>
                <a:cs typeface="Tahoma"/>
              </a:rPr>
              <a:t>d</a:t>
            </a:r>
            <a:endParaRPr sz="1800" dirty="0">
              <a:latin typeface="Tahoma"/>
              <a:cs typeface="Tahoma"/>
            </a:endParaRPr>
          </a:p>
          <a:p>
            <a:pPr marL="1155700" marR="582930">
              <a:lnSpc>
                <a:spcPct val="115700"/>
              </a:lnSpc>
            </a:pPr>
            <a:r>
              <a:rPr sz="1800" spc="45" dirty="0">
                <a:latin typeface="Tahoma"/>
                <a:cs typeface="Tahoma"/>
              </a:rPr>
              <a:t>a</a:t>
            </a:r>
            <a:r>
              <a:rPr sz="1800" spc="35" dirty="0">
                <a:latin typeface="Tahoma"/>
                <a:cs typeface="Tahoma"/>
              </a:rPr>
              <a:t> </a:t>
            </a:r>
            <a:r>
              <a:rPr sz="1800" spc="155" dirty="0">
                <a:latin typeface="Tahoma"/>
                <a:cs typeface="Tahoma"/>
              </a:rPr>
              <a:t>“</a:t>
            </a:r>
            <a:r>
              <a:rPr sz="1800" spc="75" dirty="0">
                <a:latin typeface="Tahoma"/>
                <a:cs typeface="Tahoma"/>
              </a:rPr>
              <a:t>d</a:t>
            </a:r>
            <a:r>
              <a:rPr sz="1800" spc="85" dirty="0">
                <a:latin typeface="Tahoma"/>
                <a:cs typeface="Tahoma"/>
              </a:rPr>
              <a:t>e</a:t>
            </a:r>
            <a:r>
              <a:rPr sz="1800" spc="45" dirty="0">
                <a:latin typeface="Tahoma"/>
                <a:cs typeface="Tahoma"/>
              </a:rPr>
              <a:t>a</a:t>
            </a:r>
            <a:r>
              <a:rPr sz="1800" spc="5" dirty="0">
                <a:latin typeface="Tahoma"/>
                <a:cs typeface="Tahoma"/>
              </a:rPr>
              <a:t>l</a:t>
            </a:r>
            <a:r>
              <a:rPr sz="1800" spc="155" dirty="0">
                <a:latin typeface="Tahoma"/>
                <a:cs typeface="Tahoma"/>
              </a:rPr>
              <a:t>”</a:t>
            </a:r>
            <a:r>
              <a:rPr sz="1800" dirty="0">
                <a:latin typeface="Tahoma"/>
                <a:cs typeface="Tahoma"/>
              </a:rPr>
              <a:t>.</a:t>
            </a:r>
            <a:r>
              <a:rPr sz="1800" spc="35" dirty="0">
                <a:latin typeface="Tahoma"/>
                <a:cs typeface="Tahoma"/>
              </a:rPr>
              <a:t> </a:t>
            </a:r>
            <a:r>
              <a:rPr lang="en-US" sz="1800" spc="35" dirty="0">
                <a:latin typeface="Tahoma"/>
                <a:cs typeface="Tahoma"/>
              </a:rPr>
              <a:t>If </a:t>
            </a:r>
            <a:r>
              <a:rPr sz="1800" spc="85" dirty="0">
                <a:latin typeface="Tahoma"/>
                <a:cs typeface="Tahoma"/>
              </a:rPr>
              <a:t>e</a:t>
            </a:r>
            <a:r>
              <a:rPr sz="1800" spc="5" dirty="0">
                <a:latin typeface="Tahoma"/>
                <a:cs typeface="Tahoma"/>
              </a:rPr>
              <a:t>i</a:t>
            </a:r>
            <a:r>
              <a:rPr sz="1800" spc="190" dirty="0">
                <a:latin typeface="Tahoma"/>
                <a:cs typeface="Tahoma"/>
              </a:rPr>
              <a:t>t</a:t>
            </a:r>
            <a:r>
              <a:rPr sz="1800" spc="40" dirty="0">
                <a:latin typeface="Tahoma"/>
                <a:cs typeface="Tahoma"/>
              </a:rPr>
              <a:t>h</a:t>
            </a:r>
            <a:r>
              <a:rPr sz="1800" spc="85" dirty="0">
                <a:latin typeface="Tahoma"/>
                <a:cs typeface="Tahoma"/>
              </a:rPr>
              <a:t>e</a:t>
            </a:r>
            <a:r>
              <a:rPr sz="1800" spc="45" dirty="0">
                <a:latin typeface="Tahoma"/>
                <a:cs typeface="Tahoma"/>
              </a:rPr>
              <a:t>r</a:t>
            </a:r>
            <a:r>
              <a:rPr sz="1800" spc="35" dirty="0">
                <a:latin typeface="Tahoma"/>
                <a:cs typeface="Tahoma"/>
              </a:rPr>
              <a:t> </a:t>
            </a:r>
            <a:r>
              <a:rPr sz="1800" spc="45" dirty="0">
                <a:latin typeface="Tahoma"/>
                <a:cs typeface="Tahoma"/>
              </a:rPr>
              <a:t>a</a:t>
            </a:r>
            <a:r>
              <a:rPr sz="1800" spc="145" dirty="0">
                <a:latin typeface="Tahoma"/>
                <a:cs typeface="Tahoma"/>
              </a:rPr>
              <a:t>c</a:t>
            </a:r>
            <a:r>
              <a:rPr sz="1800" spc="190" dirty="0">
                <a:latin typeface="Tahoma"/>
                <a:cs typeface="Tahoma"/>
              </a:rPr>
              <a:t>t</a:t>
            </a:r>
            <a:r>
              <a:rPr sz="1800" spc="110" dirty="0">
                <a:latin typeface="Tahoma"/>
                <a:cs typeface="Tahoma"/>
              </a:rPr>
              <a:t>s</a:t>
            </a:r>
            <a:r>
              <a:rPr sz="1800" spc="35" dirty="0">
                <a:latin typeface="Tahoma"/>
                <a:cs typeface="Tahoma"/>
              </a:rPr>
              <a:t> </a:t>
            </a:r>
            <a:r>
              <a:rPr sz="1800" spc="45" dirty="0">
                <a:latin typeface="Tahoma"/>
                <a:cs typeface="Tahoma"/>
              </a:rPr>
              <a:t>a</a:t>
            </a:r>
            <a:r>
              <a:rPr sz="1800" spc="110" dirty="0">
                <a:latin typeface="Tahoma"/>
                <a:cs typeface="Tahoma"/>
              </a:rPr>
              <a:t>s</a:t>
            </a:r>
            <a:r>
              <a:rPr sz="1800" spc="35" dirty="0">
                <a:latin typeface="Tahoma"/>
                <a:cs typeface="Tahoma"/>
              </a:rPr>
              <a:t> </a:t>
            </a:r>
            <a:r>
              <a:rPr sz="1800" spc="65" dirty="0">
                <a:latin typeface="Tahoma"/>
                <a:cs typeface="Tahoma"/>
              </a:rPr>
              <a:t>w</a:t>
            </a:r>
            <a:r>
              <a:rPr sz="1800" spc="5" dirty="0">
                <a:latin typeface="Tahoma"/>
                <a:cs typeface="Tahoma"/>
              </a:rPr>
              <a:t>i</a:t>
            </a:r>
            <a:r>
              <a:rPr sz="1800" spc="190" dirty="0">
                <a:latin typeface="Tahoma"/>
                <a:cs typeface="Tahoma"/>
              </a:rPr>
              <a:t>t</a:t>
            </a:r>
            <a:r>
              <a:rPr sz="1800" spc="40" dirty="0">
                <a:latin typeface="Tahoma"/>
                <a:cs typeface="Tahoma"/>
              </a:rPr>
              <a:t>n</a:t>
            </a:r>
            <a:r>
              <a:rPr sz="1800" spc="85" dirty="0">
                <a:latin typeface="Tahoma"/>
                <a:cs typeface="Tahoma"/>
              </a:rPr>
              <a:t>e</a:t>
            </a:r>
            <a:r>
              <a:rPr sz="1800" spc="110" dirty="0">
                <a:latin typeface="Tahoma"/>
                <a:cs typeface="Tahoma"/>
              </a:rPr>
              <a:t>ss</a:t>
            </a:r>
            <a:r>
              <a:rPr sz="1800" spc="35" dirty="0">
                <a:latin typeface="Tahoma"/>
                <a:cs typeface="Tahoma"/>
              </a:rPr>
              <a:t> </a:t>
            </a:r>
            <a:r>
              <a:rPr sz="1800" spc="45" dirty="0">
                <a:latin typeface="Tahoma"/>
                <a:cs typeface="Tahoma"/>
              </a:rPr>
              <a:t>a</a:t>
            </a:r>
            <a:r>
              <a:rPr sz="1800" spc="95" dirty="0">
                <a:latin typeface="Tahoma"/>
                <a:cs typeface="Tahoma"/>
              </a:rPr>
              <a:t>g</a:t>
            </a:r>
            <a:r>
              <a:rPr sz="1800" spc="45" dirty="0">
                <a:latin typeface="Tahoma"/>
                <a:cs typeface="Tahoma"/>
              </a:rPr>
              <a:t>a</a:t>
            </a:r>
            <a:r>
              <a:rPr sz="1800" spc="5" dirty="0">
                <a:latin typeface="Tahoma"/>
                <a:cs typeface="Tahoma"/>
              </a:rPr>
              <a:t>i</a:t>
            </a:r>
            <a:r>
              <a:rPr sz="1800" spc="40" dirty="0">
                <a:latin typeface="Tahoma"/>
                <a:cs typeface="Tahoma"/>
              </a:rPr>
              <a:t>n</a:t>
            </a:r>
            <a:r>
              <a:rPr sz="1800" spc="110" dirty="0">
                <a:latin typeface="Tahoma"/>
                <a:cs typeface="Tahoma"/>
              </a:rPr>
              <a:t>s</a:t>
            </a:r>
            <a:r>
              <a:rPr sz="1800" spc="190" dirty="0">
                <a:latin typeface="Tahoma"/>
                <a:cs typeface="Tahoma"/>
              </a:rPr>
              <a:t>t</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150" dirty="0">
                <a:latin typeface="Tahoma"/>
                <a:cs typeface="Tahoma"/>
              </a:rPr>
              <a:t>ot</a:t>
            </a:r>
            <a:r>
              <a:rPr sz="1800" spc="40" dirty="0">
                <a:latin typeface="Tahoma"/>
                <a:cs typeface="Tahoma"/>
              </a:rPr>
              <a:t>h</a:t>
            </a:r>
            <a:r>
              <a:rPr sz="1800" spc="85" dirty="0">
                <a:latin typeface="Tahoma"/>
                <a:cs typeface="Tahoma"/>
              </a:rPr>
              <a:t>e</a:t>
            </a:r>
            <a:r>
              <a:rPr sz="1800" spc="45" dirty="0">
                <a:latin typeface="Tahoma"/>
                <a:cs typeface="Tahoma"/>
              </a:rPr>
              <a:t>r</a:t>
            </a:r>
            <a:r>
              <a:rPr sz="1800" spc="35" dirty="0">
                <a:latin typeface="Tahoma"/>
                <a:cs typeface="Tahoma"/>
              </a:rPr>
              <a:t> </a:t>
            </a:r>
            <a:r>
              <a:rPr sz="1800" spc="75" dirty="0">
                <a:latin typeface="Tahoma"/>
                <a:cs typeface="Tahoma"/>
              </a:rPr>
              <a:t>on</a:t>
            </a:r>
            <a:r>
              <a:rPr sz="1800" spc="85" dirty="0">
                <a:latin typeface="Tahoma"/>
                <a:cs typeface="Tahoma"/>
              </a:rPr>
              <a:t>e</a:t>
            </a:r>
            <a:r>
              <a:rPr sz="1800" spc="50" dirty="0">
                <a:latin typeface="Tahoma"/>
                <a:cs typeface="Tahoma"/>
              </a:rPr>
              <a:t> </a:t>
            </a:r>
            <a:r>
              <a:rPr sz="1800" spc="40" dirty="0">
                <a:latin typeface="Tahoma"/>
                <a:cs typeface="Tahoma"/>
              </a:rPr>
              <a:t>h</a:t>
            </a:r>
            <a:r>
              <a:rPr sz="1800" spc="85" dirty="0">
                <a:latin typeface="Tahoma"/>
                <a:cs typeface="Tahoma"/>
              </a:rPr>
              <a:t>e</a:t>
            </a:r>
            <a:r>
              <a:rPr sz="1800" spc="35" dirty="0">
                <a:latin typeface="Tahoma"/>
                <a:cs typeface="Tahoma"/>
              </a:rPr>
              <a:t> </a:t>
            </a:r>
            <a:r>
              <a:rPr sz="1800" spc="5" dirty="0">
                <a:latin typeface="Tahoma"/>
                <a:cs typeface="Tahoma"/>
              </a:rPr>
              <a:t>i</a:t>
            </a:r>
            <a:r>
              <a:rPr sz="1800" spc="110" dirty="0">
                <a:latin typeface="Tahoma"/>
                <a:cs typeface="Tahoma"/>
              </a:rPr>
              <a:t>s</a:t>
            </a:r>
            <a:r>
              <a:rPr sz="1800" spc="35" dirty="0">
                <a:latin typeface="Tahoma"/>
                <a:cs typeface="Tahoma"/>
              </a:rPr>
              <a:t> </a:t>
            </a:r>
            <a:r>
              <a:rPr sz="1800" spc="114" dirty="0">
                <a:latin typeface="Tahoma"/>
                <a:cs typeface="Tahoma"/>
              </a:rPr>
              <a:t>of</a:t>
            </a:r>
            <a:r>
              <a:rPr sz="1800" spc="125" dirty="0">
                <a:latin typeface="Tahoma"/>
                <a:cs typeface="Tahoma"/>
              </a:rPr>
              <a:t>f</a:t>
            </a:r>
            <a:r>
              <a:rPr sz="1800" spc="85" dirty="0">
                <a:latin typeface="Tahoma"/>
                <a:cs typeface="Tahoma"/>
              </a:rPr>
              <a:t>e</a:t>
            </a:r>
            <a:r>
              <a:rPr sz="1800" spc="45" dirty="0">
                <a:latin typeface="Tahoma"/>
                <a:cs typeface="Tahoma"/>
              </a:rPr>
              <a:t>r</a:t>
            </a:r>
            <a:r>
              <a:rPr sz="1800" spc="85" dirty="0">
                <a:latin typeface="Tahoma"/>
                <a:cs typeface="Tahoma"/>
              </a:rPr>
              <a:t>e</a:t>
            </a:r>
            <a:r>
              <a:rPr sz="1800" spc="75" dirty="0">
                <a:latin typeface="Tahoma"/>
                <a:cs typeface="Tahoma"/>
              </a:rPr>
              <a:t>d</a:t>
            </a:r>
            <a:r>
              <a:rPr sz="1800" spc="35" dirty="0">
                <a:latin typeface="Tahoma"/>
                <a:cs typeface="Tahoma"/>
              </a:rPr>
              <a:t> </a:t>
            </a:r>
            <a:r>
              <a:rPr sz="1800" spc="45" dirty="0">
                <a:latin typeface="Tahoma"/>
                <a:cs typeface="Tahoma"/>
              </a:rPr>
              <a:t>a</a:t>
            </a:r>
            <a:r>
              <a:rPr sz="1800" spc="35" dirty="0">
                <a:latin typeface="Tahoma"/>
                <a:cs typeface="Tahoma"/>
              </a:rPr>
              <a:t> </a:t>
            </a:r>
            <a:r>
              <a:rPr sz="1800" spc="45" dirty="0">
                <a:latin typeface="Tahoma"/>
                <a:cs typeface="Tahoma"/>
              </a:rPr>
              <a:t>r</a:t>
            </a:r>
            <a:r>
              <a:rPr sz="1800" spc="85" dirty="0">
                <a:latin typeface="Tahoma"/>
                <a:cs typeface="Tahoma"/>
              </a:rPr>
              <a:t>e</a:t>
            </a:r>
            <a:r>
              <a:rPr sz="1800" spc="75" dirty="0">
                <a:latin typeface="Tahoma"/>
                <a:cs typeface="Tahoma"/>
              </a:rPr>
              <a:t>d</a:t>
            </a:r>
            <a:r>
              <a:rPr sz="1800" spc="40" dirty="0">
                <a:latin typeface="Tahoma"/>
                <a:cs typeface="Tahoma"/>
              </a:rPr>
              <a:t>u</a:t>
            </a:r>
            <a:r>
              <a:rPr sz="1800" spc="145" dirty="0">
                <a:latin typeface="Tahoma"/>
                <a:cs typeface="Tahoma"/>
              </a:rPr>
              <a:t>c</a:t>
            </a:r>
            <a:r>
              <a:rPr sz="1800" spc="85" dirty="0">
                <a:latin typeface="Tahoma"/>
                <a:cs typeface="Tahoma"/>
              </a:rPr>
              <a:t>e</a:t>
            </a:r>
            <a:r>
              <a:rPr sz="1800" spc="75" dirty="0">
                <a:latin typeface="Tahoma"/>
                <a:cs typeface="Tahoma"/>
              </a:rPr>
              <a:t>d</a:t>
            </a:r>
            <a:r>
              <a:rPr sz="1800" spc="35" dirty="0">
                <a:latin typeface="Tahoma"/>
                <a:cs typeface="Tahoma"/>
              </a:rPr>
              <a:t> </a:t>
            </a:r>
            <a:r>
              <a:rPr sz="1800" spc="110" dirty="0">
                <a:latin typeface="Tahoma"/>
                <a:cs typeface="Tahoma"/>
              </a:rPr>
              <a:t>s</a:t>
            </a:r>
            <a:r>
              <a:rPr sz="1800" spc="85" dirty="0">
                <a:latin typeface="Tahoma"/>
                <a:cs typeface="Tahoma"/>
              </a:rPr>
              <a:t>e</a:t>
            </a:r>
            <a:r>
              <a:rPr sz="1800" spc="40" dirty="0">
                <a:latin typeface="Tahoma"/>
                <a:cs typeface="Tahoma"/>
              </a:rPr>
              <a:t>n</a:t>
            </a:r>
            <a:r>
              <a:rPr sz="1800" spc="190" dirty="0">
                <a:latin typeface="Tahoma"/>
                <a:cs typeface="Tahoma"/>
              </a:rPr>
              <a:t>t</a:t>
            </a:r>
            <a:r>
              <a:rPr sz="1800" spc="85" dirty="0">
                <a:latin typeface="Tahoma"/>
                <a:cs typeface="Tahoma"/>
              </a:rPr>
              <a:t>e</a:t>
            </a:r>
            <a:r>
              <a:rPr sz="1800" spc="40" dirty="0">
                <a:latin typeface="Tahoma"/>
                <a:cs typeface="Tahoma"/>
              </a:rPr>
              <a:t>n</a:t>
            </a:r>
            <a:r>
              <a:rPr sz="1800" spc="145" dirty="0">
                <a:latin typeface="Tahoma"/>
                <a:cs typeface="Tahoma"/>
              </a:rPr>
              <a:t>c</a:t>
            </a:r>
            <a:r>
              <a:rPr sz="1800" spc="85" dirty="0">
                <a:latin typeface="Tahoma"/>
                <a:cs typeface="Tahoma"/>
              </a:rPr>
              <a:t>e</a:t>
            </a:r>
            <a:r>
              <a:rPr sz="1800" dirty="0">
                <a:latin typeface="Tahoma"/>
                <a:cs typeface="Tahoma"/>
              </a:rPr>
              <a:t>.</a:t>
            </a:r>
          </a:p>
          <a:p>
            <a:pPr>
              <a:lnSpc>
                <a:spcPct val="100000"/>
              </a:lnSpc>
              <a:spcBef>
                <a:spcPts val="22"/>
              </a:spcBef>
            </a:pPr>
            <a:endParaRPr sz="1000" dirty="0">
              <a:latin typeface="Times New Roman"/>
              <a:cs typeface="Times New Roman"/>
            </a:endParaRPr>
          </a:p>
          <a:p>
            <a:pPr marL="12700">
              <a:lnSpc>
                <a:spcPct val="100000"/>
              </a:lnSpc>
            </a:pPr>
            <a:r>
              <a:rPr sz="1800" dirty="0">
                <a:latin typeface="Times New Roman"/>
                <a:cs typeface="Times New Roman"/>
              </a:rPr>
              <a:t>•</a:t>
            </a:r>
            <a:r>
              <a:rPr lang="en-US" sz="1800" spc="95" dirty="0">
                <a:latin typeface="Tahoma"/>
                <a:cs typeface="Tahoma"/>
              </a:rPr>
              <a:t>If b</a:t>
            </a:r>
            <a:r>
              <a:rPr sz="1800" spc="150" dirty="0">
                <a:latin typeface="Tahoma"/>
                <a:cs typeface="Tahoma"/>
              </a:rPr>
              <a:t>ot</a:t>
            </a:r>
            <a:r>
              <a:rPr sz="1800" spc="40" dirty="0">
                <a:latin typeface="Tahoma"/>
                <a:cs typeface="Tahoma"/>
              </a:rPr>
              <a:t>h</a:t>
            </a:r>
            <a:r>
              <a:rPr sz="1800" spc="35" dirty="0">
                <a:latin typeface="Tahoma"/>
                <a:cs typeface="Tahoma"/>
              </a:rPr>
              <a:t> </a:t>
            </a:r>
            <a:r>
              <a:rPr sz="1800" spc="45" dirty="0">
                <a:latin typeface="Tahoma"/>
                <a:cs typeface="Tahoma"/>
              </a:rPr>
              <a:t>r</a:t>
            </a:r>
            <a:r>
              <a:rPr sz="1800" spc="85" dirty="0">
                <a:latin typeface="Tahoma"/>
                <a:cs typeface="Tahoma"/>
              </a:rPr>
              <a:t>e</a:t>
            </a:r>
            <a:r>
              <a:rPr sz="1800" spc="70" dirty="0">
                <a:latin typeface="Tahoma"/>
                <a:cs typeface="Tahoma"/>
              </a:rPr>
              <a:t>ma</a:t>
            </a:r>
            <a:r>
              <a:rPr sz="1800" spc="5" dirty="0">
                <a:latin typeface="Tahoma"/>
                <a:cs typeface="Tahoma"/>
              </a:rPr>
              <a:t>i</a:t>
            </a:r>
            <a:r>
              <a:rPr sz="1800" spc="40" dirty="0">
                <a:latin typeface="Tahoma"/>
                <a:cs typeface="Tahoma"/>
              </a:rPr>
              <a:t>n</a:t>
            </a:r>
            <a:r>
              <a:rPr sz="1800" spc="35" dirty="0">
                <a:latin typeface="Tahoma"/>
                <a:cs typeface="Tahoma"/>
              </a:rPr>
              <a:t> </a:t>
            </a:r>
            <a:r>
              <a:rPr sz="1800" spc="110" dirty="0">
                <a:latin typeface="Tahoma"/>
                <a:cs typeface="Tahoma"/>
              </a:rPr>
              <a:t>s</a:t>
            </a:r>
            <a:r>
              <a:rPr sz="1800" spc="5" dirty="0">
                <a:latin typeface="Tahoma"/>
                <a:cs typeface="Tahoma"/>
              </a:rPr>
              <a:t>il</a:t>
            </a:r>
            <a:r>
              <a:rPr sz="1800" spc="85" dirty="0">
                <a:latin typeface="Tahoma"/>
                <a:cs typeface="Tahoma"/>
              </a:rPr>
              <a:t>e</a:t>
            </a:r>
            <a:r>
              <a:rPr sz="1800" spc="40" dirty="0">
                <a:latin typeface="Tahoma"/>
                <a:cs typeface="Tahoma"/>
              </a:rPr>
              <a:t>n</a:t>
            </a:r>
            <a:r>
              <a:rPr sz="1800" spc="190" dirty="0">
                <a:latin typeface="Tahoma"/>
                <a:cs typeface="Tahoma"/>
              </a:rPr>
              <a:t>t</a:t>
            </a:r>
            <a:r>
              <a:rPr sz="1800" spc="35" dirty="0">
                <a:latin typeface="Tahoma"/>
                <a:cs typeface="Tahoma"/>
              </a:rPr>
              <a:t> </a:t>
            </a:r>
            <a:r>
              <a:rPr sz="1800" spc="110" dirty="0">
                <a:latin typeface="Tahoma"/>
                <a:cs typeface="Tahoma"/>
              </a:rPr>
              <a:t>(</a:t>
            </a:r>
            <a:r>
              <a:rPr sz="1800" spc="145" dirty="0">
                <a:latin typeface="Tahoma"/>
                <a:cs typeface="Tahoma"/>
              </a:rPr>
              <a:t>c</a:t>
            </a:r>
            <a:r>
              <a:rPr sz="1800" spc="95" dirty="0">
                <a:latin typeface="Tahoma"/>
                <a:cs typeface="Tahoma"/>
              </a:rPr>
              <a:t>oop</a:t>
            </a:r>
            <a:r>
              <a:rPr sz="1800" spc="85" dirty="0">
                <a:latin typeface="Tahoma"/>
                <a:cs typeface="Tahoma"/>
              </a:rPr>
              <a:t>e</a:t>
            </a:r>
            <a:r>
              <a:rPr sz="1800" spc="45" dirty="0">
                <a:latin typeface="Tahoma"/>
                <a:cs typeface="Tahoma"/>
              </a:rPr>
              <a:t>ra</a:t>
            </a:r>
            <a:r>
              <a:rPr sz="1800" spc="190" dirty="0">
                <a:latin typeface="Tahoma"/>
                <a:cs typeface="Tahoma"/>
              </a:rPr>
              <a:t>t</a:t>
            </a:r>
            <a:r>
              <a:rPr sz="1800" spc="85" dirty="0">
                <a:latin typeface="Tahoma"/>
                <a:cs typeface="Tahoma"/>
              </a:rPr>
              <a:t>e</a:t>
            </a:r>
            <a:r>
              <a:rPr sz="1800" spc="35" dirty="0">
                <a:latin typeface="Tahoma"/>
                <a:cs typeface="Tahoma"/>
              </a:rPr>
              <a:t> </a:t>
            </a:r>
            <a:r>
              <a:rPr sz="1800" spc="65" dirty="0">
                <a:latin typeface="Tahoma"/>
                <a:cs typeface="Tahoma"/>
              </a:rPr>
              <a:t>w</a:t>
            </a:r>
            <a:r>
              <a:rPr sz="1800" spc="5" dirty="0">
                <a:latin typeface="Tahoma"/>
                <a:cs typeface="Tahoma"/>
              </a:rPr>
              <a:t>i</a:t>
            </a:r>
            <a:r>
              <a:rPr sz="1800" spc="190" dirty="0">
                <a:latin typeface="Tahoma"/>
                <a:cs typeface="Tahoma"/>
              </a:rPr>
              <a:t>t</a:t>
            </a:r>
            <a:r>
              <a:rPr sz="1800" spc="40" dirty="0">
                <a:latin typeface="Tahoma"/>
                <a:cs typeface="Tahoma"/>
              </a:rPr>
              <a:t>h</a:t>
            </a:r>
            <a:r>
              <a:rPr sz="1800" spc="35" dirty="0">
                <a:latin typeface="Tahoma"/>
                <a:cs typeface="Tahoma"/>
              </a:rPr>
              <a:t> </a:t>
            </a:r>
            <a:r>
              <a:rPr sz="1800" spc="85" dirty="0">
                <a:latin typeface="Tahoma"/>
                <a:cs typeface="Tahoma"/>
              </a:rPr>
              <a:t>e</a:t>
            </a:r>
            <a:r>
              <a:rPr sz="1800" spc="45" dirty="0">
                <a:latin typeface="Tahoma"/>
                <a:cs typeface="Tahoma"/>
              </a:rPr>
              <a:t>a</a:t>
            </a:r>
            <a:r>
              <a:rPr sz="1800" spc="145" dirty="0">
                <a:latin typeface="Tahoma"/>
                <a:cs typeface="Tahoma"/>
              </a:rPr>
              <a:t>c</a:t>
            </a:r>
            <a:r>
              <a:rPr sz="1800" spc="40" dirty="0">
                <a:latin typeface="Tahoma"/>
                <a:cs typeface="Tahoma"/>
              </a:rPr>
              <a:t>h</a:t>
            </a:r>
            <a:r>
              <a:rPr sz="1800" spc="35" dirty="0">
                <a:latin typeface="Tahoma"/>
                <a:cs typeface="Tahoma"/>
              </a:rPr>
              <a:t> </a:t>
            </a:r>
            <a:r>
              <a:rPr sz="1800" spc="150" dirty="0">
                <a:latin typeface="Tahoma"/>
                <a:cs typeface="Tahoma"/>
              </a:rPr>
              <a:t>ot</a:t>
            </a:r>
            <a:r>
              <a:rPr sz="1800" spc="40" dirty="0">
                <a:latin typeface="Tahoma"/>
                <a:cs typeface="Tahoma"/>
              </a:rPr>
              <a:t>h</a:t>
            </a:r>
            <a:r>
              <a:rPr sz="1800" spc="85" dirty="0">
                <a:latin typeface="Tahoma"/>
                <a:cs typeface="Tahoma"/>
              </a:rPr>
              <a:t>e</a:t>
            </a:r>
            <a:r>
              <a:rPr sz="1800" spc="45" dirty="0">
                <a:latin typeface="Tahoma"/>
                <a:cs typeface="Tahoma"/>
              </a:rPr>
              <a:t>r</a:t>
            </a:r>
            <a:r>
              <a:rPr sz="1800" spc="110" dirty="0">
                <a:latin typeface="Tahoma"/>
                <a:cs typeface="Tahoma"/>
              </a:rPr>
              <a:t>)</a:t>
            </a:r>
            <a:r>
              <a:rPr sz="1800" dirty="0">
                <a:latin typeface="Tahoma"/>
                <a:cs typeface="Tahoma"/>
              </a:rPr>
              <a:t>,</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125" dirty="0">
                <a:latin typeface="Tahoma"/>
                <a:cs typeface="Tahoma"/>
              </a:rPr>
              <a:t>y</a:t>
            </a:r>
            <a:r>
              <a:rPr sz="1800" spc="35" dirty="0">
                <a:latin typeface="Tahoma"/>
                <a:cs typeface="Tahoma"/>
              </a:rPr>
              <a:t> </a:t>
            </a:r>
            <a:r>
              <a:rPr sz="1800" spc="95" dirty="0">
                <a:latin typeface="Tahoma"/>
                <a:cs typeface="Tahoma"/>
              </a:rPr>
              <a:t>g</a:t>
            </a:r>
            <a:r>
              <a:rPr sz="1800" spc="45" dirty="0">
                <a:latin typeface="Tahoma"/>
                <a:cs typeface="Tahoma"/>
              </a:rPr>
              <a:t>a</a:t>
            </a:r>
            <a:r>
              <a:rPr sz="1800" spc="5" dirty="0">
                <a:latin typeface="Tahoma"/>
                <a:cs typeface="Tahoma"/>
              </a:rPr>
              <a:t>i</a:t>
            </a:r>
            <a:r>
              <a:rPr sz="1800" spc="40" dirty="0">
                <a:latin typeface="Tahoma"/>
                <a:cs typeface="Tahoma"/>
              </a:rPr>
              <a:t>n</a:t>
            </a:r>
            <a:r>
              <a:rPr sz="1800" spc="35" dirty="0">
                <a:latin typeface="Tahoma"/>
                <a:cs typeface="Tahoma"/>
              </a:rPr>
              <a:t> </a:t>
            </a:r>
            <a:r>
              <a:rPr sz="1800" spc="45" dirty="0">
                <a:latin typeface="Tahoma"/>
                <a:cs typeface="Tahoma"/>
              </a:rPr>
              <a:t>a</a:t>
            </a:r>
            <a:r>
              <a:rPr sz="1800" spc="35" dirty="0">
                <a:latin typeface="Tahoma"/>
                <a:cs typeface="Tahoma"/>
              </a:rPr>
              <a:t> </a:t>
            </a:r>
            <a:r>
              <a:rPr sz="1800" spc="5" dirty="0">
                <a:latin typeface="Tahoma"/>
                <a:cs typeface="Tahoma"/>
              </a:rPr>
              <a:t>li</a:t>
            </a:r>
            <a:r>
              <a:rPr sz="1800" spc="190" dirty="0">
                <a:latin typeface="Tahoma"/>
                <a:cs typeface="Tahoma"/>
              </a:rPr>
              <a:t>tt</a:t>
            </a:r>
            <a:r>
              <a:rPr sz="1800" spc="5" dirty="0">
                <a:latin typeface="Tahoma"/>
                <a:cs typeface="Tahoma"/>
              </a:rPr>
              <a:t>l</a:t>
            </a:r>
            <a:r>
              <a:rPr sz="1800" spc="85" dirty="0">
                <a:latin typeface="Tahoma"/>
                <a:cs typeface="Tahoma"/>
              </a:rPr>
              <a:t>e</a:t>
            </a:r>
            <a:r>
              <a:rPr sz="1800" dirty="0">
                <a:latin typeface="Tahoma"/>
                <a:cs typeface="Tahoma"/>
              </a:rPr>
              <a:t>.</a:t>
            </a:r>
          </a:p>
          <a:p>
            <a:pPr marL="12700">
              <a:lnSpc>
                <a:spcPct val="100000"/>
              </a:lnSpc>
              <a:spcBef>
                <a:spcPts val="340"/>
              </a:spcBef>
            </a:pPr>
            <a:r>
              <a:rPr sz="1800" dirty="0">
                <a:latin typeface="Times New Roman"/>
                <a:cs typeface="Times New Roman"/>
              </a:rPr>
              <a:t>•</a:t>
            </a:r>
            <a:r>
              <a:rPr lang="en-US" sz="1800" spc="95" dirty="0">
                <a:latin typeface="Tahoma"/>
                <a:cs typeface="Tahoma"/>
              </a:rPr>
              <a:t>If </a:t>
            </a:r>
            <a:r>
              <a:rPr sz="1800" spc="95" dirty="0">
                <a:latin typeface="Tahoma"/>
                <a:cs typeface="Tahoma"/>
              </a:rPr>
              <a:t>b</a:t>
            </a:r>
            <a:r>
              <a:rPr sz="1800" spc="150" dirty="0">
                <a:latin typeface="Tahoma"/>
                <a:cs typeface="Tahoma"/>
              </a:rPr>
              <a:t>ot</a:t>
            </a:r>
            <a:r>
              <a:rPr sz="1800" spc="40" dirty="0">
                <a:latin typeface="Tahoma"/>
                <a:cs typeface="Tahoma"/>
              </a:rPr>
              <a:t>h</a:t>
            </a:r>
            <a:r>
              <a:rPr sz="1800" spc="35" dirty="0">
                <a:latin typeface="Tahoma"/>
                <a:cs typeface="Tahoma"/>
              </a:rPr>
              <a:t> </a:t>
            </a:r>
            <a:r>
              <a:rPr sz="1800" spc="190" dirty="0">
                <a:latin typeface="Tahoma"/>
                <a:cs typeface="Tahoma"/>
              </a:rPr>
              <a:t>t</a:t>
            </a:r>
            <a:r>
              <a:rPr sz="1800" spc="45" dirty="0">
                <a:latin typeface="Tahoma"/>
                <a:cs typeface="Tahoma"/>
              </a:rPr>
              <a:t>a</a:t>
            </a:r>
            <a:r>
              <a:rPr sz="1800" spc="5" dirty="0">
                <a:latin typeface="Tahoma"/>
                <a:cs typeface="Tahoma"/>
              </a:rPr>
              <a:t>l</a:t>
            </a:r>
            <a:r>
              <a:rPr sz="1800" spc="70" dirty="0">
                <a:latin typeface="Tahoma"/>
                <a:cs typeface="Tahoma"/>
              </a:rPr>
              <a:t>k</a:t>
            </a:r>
            <a:r>
              <a:rPr sz="1800" dirty="0">
                <a:latin typeface="Tahoma"/>
                <a:cs typeface="Tahoma"/>
              </a:rPr>
              <a:t>,</a:t>
            </a:r>
            <a:r>
              <a:rPr sz="1800" spc="35" dirty="0">
                <a:latin typeface="Tahoma"/>
                <a:cs typeface="Tahoma"/>
              </a:rPr>
              <a:t> </a:t>
            </a:r>
            <a:r>
              <a:rPr sz="1800" spc="95" dirty="0">
                <a:latin typeface="Tahoma"/>
                <a:cs typeface="Tahoma"/>
              </a:rPr>
              <a:t>b</a:t>
            </a:r>
            <a:r>
              <a:rPr sz="1800" spc="150" dirty="0">
                <a:latin typeface="Tahoma"/>
                <a:cs typeface="Tahoma"/>
              </a:rPr>
              <a:t>ot</a:t>
            </a:r>
            <a:r>
              <a:rPr sz="1800" spc="40" dirty="0">
                <a:latin typeface="Tahoma"/>
                <a:cs typeface="Tahoma"/>
              </a:rPr>
              <a:t>h</a:t>
            </a:r>
            <a:r>
              <a:rPr sz="1800" spc="35" dirty="0">
                <a:latin typeface="Tahoma"/>
                <a:cs typeface="Tahoma"/>
              </a:rPr>
              <a:t> </a:t>
            </a:r>
            <a:r>
              <a:rPr sz="1800" spc="45" dirty="0">
                <a:latin typeface="Tahoma"/>
                <a:cs typeface="Tahoma"/>
              </a:rPr>
              <a:t>ar</a:t>
            </a:r>
            <a:r>
              <a:rPr sz="1800" spc="85" dirty="0">
                <a:latin typeface="Tahoma"/>
                <a:cs typeface="Tahoma"/>
              </a:rPr>
              <a:t>e</a:t>
            </a:r>
            <a:r>
              <a:rPr sz="1800" spc="35" dirty="0">
                <a:latin typeface="Tahoma"/>
                <a:cs typeface="Tahoma"/>
              </a:rPr>
              <a:t> </a:t>
            </a:r>
            <a:r>
              <a:rPr sz="1800" spc="75" dirty="0">
                <a:latin typeface="Tahoma"/>
                <a:cs typeface="Tahoma"/>
              </a:rPr>
              <a:t>p</a:t>
            </a:r>
            <a:r>
              <a:rPr sz="1800" spc="40" dirty="0">
                <a:latin typeface="Tahoma"/>
                <a:cs typeface="Tahoma"/>
              </a:rPr>
              <a:t>un</a:t>
            </a:r>
            <a:r>
              <a:rPr sz="1800" spc="5" dirty="0">
                <a:latin typeface="Tahoma"/>
                <a:cs typeface="Tahoma"/>
              </a:rPr>
              <a:t>i</a:t>
            </a:r>
            <a:r>
              <a:rPr sz="1800" spc="110" dirty="0">
                <a:latin typeface="Tahoma"/>
                <a:cs typeface="Tahoma"/>
              </a:rPr>
              <a:t>s</a:t>
            </a:r>
            <a:r>
              <a:rPr sz="1800" spc="40" dirty="0">
                <a:latin typeface="Tahoma"/>
                <a:cs typeface="Tahoma"/>
              </a:rPr>
              <a:t>h</a:t>
            </a:r>
            <a:r>
              <a:rPr sz="1800" spc="85" dirty="0">
                <a:latin typeface="Tahoma"/>
                <a:cs typeface="Tahoma"/>
              </a:rPr>
              <a:t>e</a:t>
            </a:r>
            <a:r>
              <a:rPr sz="1800" spc="75" dirty="0">
                <a:latin typeface="Tahoma"/>
                <a:cs typeface="Tahoma"/>
              </a:rPr>
              <a:t>d</a:t>
            </a:r>
            <a:r>
              <a:rPr sz="1800" spc="35" dirty="0">
                <a:latin typeface="Tahoma"/>
                <a:cs typeface="Tahoma"/>
              </a:rPr>
              <a:t> </a:t>
            </a:r>
            <a:r>
              <a:rPr sz="1800" spc="40" dirty="0">
                <a:latin typeface="Tahoma"/>
                <a:cs typeface="Tahoma"/>
              </a:rPr>
              <a:t>h</a:t>
            </a:r>
            <a:r>
              <a:rPr sz="1800" spc="45" dirty="0">
                <a:latin typeface="Tahoma"/>
                <a:cs typeface="Tahoma"/>
              </a:rPr>
              <a:t>ar</a:t>
            </a:r>
            <a:r>
              <a:rPr sz="1800" spc="75" dirty="0">
                <a:latin typeface="Tahoma"/>
                <a:cs typeface="Tahoma"/>
              </a:rPr>
              <a:t>d</a:t>
            </a:r>
            <a:r>
              <a:rPr sz="1800" spc="85" dirty="0">
                <a:latin typeface="Tahoma"/>
                <a:cs typeface="Tahoma"/>
              </a:rPr>
              <a:t>e</a:t>
            </a:r>
            <a:r>
              <a:rPr sz="1800" spc="45" dirty="0">
                <a:latin typeface="Tahoma"/>
                <a:cs typeface="Tahoma"/>
              </a:rPr>
              <a:t>r</a:t>
            </a:r>
            <a:r>
              <a:rPr sz="1800" spc="35" dirty="0">
                <a:latin typeface="Tahoma"/>
                <a:cs typeface="Tahoma"/>
              </a:rPr>
              <a:t> </a:t>
            </a:r>
            <a:r>
              <a:rPr sz="1800" spc="45" dirty="0">
                <a:latin typeface="Tahoma"/>
                <a:cs typeface="Tahoma"/>
              </a:rPr>
              <a:t>a</a:t>
            </a:r>
            <a:r>
              <a:rPr sz="1800" spc="110" dirty="0">
                <a:latin typeface="Tahoma"/>
                <a:cs typeface="Tahoma"/>
              </a:rPr>
              <a:t>s</a:t>
            </a:r>
            <a:r>
              <a:rPr sz="1800" spc="35" dirty="0">
                <a:latin typeface="Tahoma"/>
                <a:cs typeface="Tahoma"/>
              </a:rPr>
              <a:t> </a:t>
            </a:r>
            <a:r>
              <a:rPr sz="1800" spc="5" dirty="0">
                <a:latin typeface="Tahoma"/>
                <a:cs typeface="Tahoma"/>
              </a:rPr>
              <a:t>i</a:t>
            </a:r>
            <a:r>
              <a:rPr sz="1800" spc="125" dirty="0">
                <a:latin typeface="Tahoma"/>
                <a:cs typeface="Tahoma"/>
              </a:rPr>
              <a:t>f</a:t>
            </a:r>
            <a:r>
              <a:rPr sz="1800" spc="35" dirty="0">
                <a:latin typeface="Tahoma"/>
                <a:cs typeface="Tahoma"/>
              </a:rPr>
              <a:t> </a:t>
            </a:r>
            <a:r>
              <a:rPr sz="1800" spc="95" dirty="0">
                <a:latin typeface="Tahoma"/>
                <a:cs typeface="Tahoma"/>
              </a:rPr>
              <a:t>b</a:t>
            </a:r>
            <a:r>
              <a:rPr sz="1800" spc="150" dirty="0">
                <a:latin typeface="Tahoma"/>
                <a:cs typeface="Tahoma"/>
              </a:rPr>
              <a:t>ot</a:t>
            </a:r>
            <a:r>
              <a:rPr sz="1800" spc="40" dirty="0">
                <a:latin typeface="Tahoma"/>
                <a:cs typeface="Tahoma"/>
              </a:rPr>
              <a:t>h</a:t>
            </a:r>
            <a:r>
              <a:rPr sz="1800" spc="35" dirty="0">
                <a:latin typeface="Tahoma"/>
                <a:cs typeface="Tahoma"/>
              </a:rPr>
              <a:t> </a:t>
            </a:r>
            <a:r>
              <a:rPr sz="1800" spc="45" dirty="0">
                <a:latin typeface="Tahoma"/>
                <a:cs typeface="Tahoma"/>
              </a:rPr>
              <a:t>r</a:t>
            </a:r>
            <a:r>
              <a:rPr sz="1800" spc="85" dirty="0">
                <a:latin typeface="Tahoma"/>
                <a:cs typeface="Tahoma"/>
              </a:rPr>
              <a:t>e</a:t>
            </a:r>
            <a:r>
              <a:rPr sz="1800" spc="70" dirty="0">
                <a:latin typeface="Tahoma"/>
                <a:cs typeface="Tahoma"/>
              </a:rPr>
              <a:t>ma</a:t>
            </a:r>
            <a:r>
              <a:rPr sz="1800" spc="5" dirty="0">
                <a:latin typeface="Tahoma"/>
                <a:cs typeface="Tahoma"/>
              </a:rPr>
              <a:t>i</a:t>
            </a:r>
            <a:r>
              <a:rPr sz="1800" spc="40" dirty="0">
                <a:latin typeface="Tahoma"/>
                <a:cs typeface="Tahoma"/>
              </a:rPr>
              <a:t>n</a:t>
            </a:r>
            <a:r>
              <a:rPr sz="1800" spc="35" dirty="0">
                <a:latin typeface="Tahoma"/>
                <a:cs typeface="Tahoma"/>
              </a:rPr>
              <a:t> </a:t>
            </a:r>
            <a:r>
              <a:rPr sz="1800" spc="110" dirty="0">
                <a:latin typeface="Tahoma"/>
                <a:cs typeface="Tahoma"/>
              </a:rPr>
              <a:t>s</a:t>
            </a:r>
            <a:r>
              <a:rPr sz="1800" spc="5" dirty="0">
                <a:latin typeface="Tahoma"/>
                <a:cs typeface="Tahoma"/>
              </a:rPr>
              <a:t>il</a:t>
            </a:r>
            <a:r>
              <a:rPr sz="1800" spc="85" dirty="0">
                <a:latin typeface="Tahoma"/>
                <a:cs typeface="Tahoma"/>
              </a:rPr>
              <a:t>e</a:t>
            </a:r>
            <a:r>
              <a:rPr sz="1800" spc="40" dirty="0">
                <a:latin typeface="Tahoma"/>
                <a:cs typeface="Tahoma"/>
              </a:rPr>
              <a:t>n</a:t>
            </a:r>
            <a:r>
              <a:rPr sz="1800" spc="190" dirty="0">
                <a:latin typeface="Tahoma"/>
                <a:cs typeface="Tahoma"/>
              </a:rPr>
              <a:t>t</a:t>
            </a:r>
            <a:r>
              <a:rPr sz="1800" dirty="0">
                <a:latin typeface="Tahoma"/>
                <a:cs typeface="Tahoma"/>
              </a:rPr>
              <a:t>.</a:t>
            </a:r>
          </a:p>
          <a:p>
            <a:pPr marL="165100" marR="477520" indent="-153035">
              <a:lnSpc>
                <a:spcPct val="115700"/>
              </a:lnSpc>
            </a:pPr>
            <a:r>
              <a:rPr sz="1800" dirty="0">
                <a:latin typeface="Times New Roman"/>
                <a:cs typeface="Times New Roman"/>
              </a:rPr>
              <a:t>•</a:t>
            </a:r>
            <a:r>
              <a:rPr lang="en-US" sz="1800" spc="95" dirty="0">
                <a:latin typeface="Tahoma"/>
                <a:cs typeface="Tahoma"/>
              </a:rPr>
              <a:t>If </a:t>
            </a:r>
            <a:r>
              <a:rPr sz="1800" spc="225" dirty="0">
                <a:latin typeface="Tahoma"/>
                <a:cs typeface="Tahoma"/>
              </a:rPr>
              <a:t>A</a:t>
            </a:r>
            <a:r>
              <a:rPr sz="1800" spc="35" dirty="0">
                <a:latin typeface="Tahoma"/>
                <a:cs typeface="Tahoma"/>
              </a:rPr>
              <a:t> </a:t>
            </a:r>
            <a:r>
              <a:rPr sz="1800" spc="155" dirty="0">
                <a:latin typeface="Tahoma"/>
                <a:cs typeface="Tahoma"/>
              </a:rPr>
              <a:t>“</a:t>
            </a:r>
            <a:r>
              <a:rPr sz="1800" spc="190" dirty="0">
                <a:latin typeface="Tahoma"/>
                <a:cs typeface="Tahoma"/>
              </a:rPr>
              <a:t>t</a:t>
            </a:r>
            <a:r>
              <a:rPr sz="1800" spc="45" dirty="0">
                <a:latin typeface="Tahoma"/>
                <a:cs typeface="Tahoma"/>
              </a:rPr>
              <a:t>a</a:t>
            </a:r>
            <a:r>
              <a:rPr sz="1800" spc="5" dirty="0">
                <a:latin typeface="Tahoma"/>
                <a:cs typeface="Tahoma"/>
              </a:rPr>
              <a:t>l</a:t>
            </a:r>
            <a:r>
              <a:rPr sz="1800" spc="70" dirty="0">
                <a:latin typeface="Tahoma"/>
                <a:cs typeface="Tahoma"/>
              </a:rPr>
              <a:t>k</a:t>
            </a:r>
            <a:r>
              <a:rPr sz="1800" spc="110" dirty="0">
                <a:latin typeface="Tahoma"/>
                <a:cs typeface="Tahoma"/>
              </a:rPr>
              <a:t>s</a:t>
            </a:r>
            <a:r>
              <a:rPr sz="1800" spc="155" dirty="0">
                <a:latin typeface="Tahoma"/>
                <a:cs typeface="Tahoma"/>
              </a:rPr>
              <a:t>”</a:t>
            </a:r>
            <a:r>
              <a:rPr sz="1800" spc="35" dirty="0">
                <a:latin typeface="Tahoma"/>
                <a:cs typeface="Tahoma"/>
              </a:rPr>
              <a:t> </a:t>
            </a:r>
            <a:r>
              <a:rPr sz="1800" spc="110" dirty="0">
                <a:latin typeface="Tahoma"/>
                <a:cs typeface="Tahoma"/>
              </a:rPr>
              <a:t>(</a:t>
            </a:r>
            <a:r>
              <a:rPr sz="1800" spc="-120" dirty="0">
                <a:latin typeface="Tahoma"/>
                <a:cs typeface="Tahoma"/>
              </a:rPr>
              <a:t>=</a:t>
            </a:r>
            <a:r>
              <a:rPr sz="1800" spc="75" dirty="0">
                <a:latin typeface="Tahoma"/>
                <a:cs typeface="Tahoma"/>
              </a:rPr>
              <a:t>d</a:t>
            </a:r>
            <a:r>
              <a:rPr sz="1800" spc="85" dirty="0">
                <a:latin typeface="Tahoma"/>
                <a:cs typeface="Tahoma"/>
              </a:rPr>
              <a:t>e</a:t>
            </a:r>
            <a:r>
              <a:rPr sz="1800" spc="125" dirty="0">
                <a:latin typeface="Tahoma"/>
                <a:cs typeface="Tahoma"/>
              </a:rPr>
              <a:t>f</a:t>
            </a:r>
            <a:r>
              <a:rPr sz="1800" spc="85" dirty="0">
                <a:latin typeface="Tahoma"/>
                <a:cs typeface="Tahoma"/>
              </a:rPr>
              <a:t>e</a:t>
            </a:r>
            <a:r>
              <a:rPr sz="1800" spc="145" dirty="0">
                <a:latin typeface="Tahoma"/>
                <a:cs typeface="Tahoma"/>
              </a:rPr>
              <a:t>c</a:t>
            </a:r>
            <a:r>
              <a:rPr sz="1800" spc="190" dirty="0">
                <a:latin typeface="Tahoma"/>
                <a:cs typeface="Tahoma"/>
              </a:rPr>
              <a:t>t</a:t>
            </a:r>
            <a:r>
              <a:rPr sz="1800" spc="110" dirty="0">
                <a:latin typeface="Tahoma"/>
                <a:cs typeface="Tahoma"/>
              </a:rPr>
              <a:t>s)</a:t>
            </a:r>
            <a:r>
              <a:rPr sz="1800" spc="35" dirty="0">
                <a:latin typeface="Tahoma"/>
                <a:cs typeface="Tahoma"/>
              </a:rPr>
              <a:t> </a:t>
            </a:r>
            <a:r>
              <a:rPr sz="1800" spc="45" dirty="0">
                <a:latin typeface="Tahoma"/>
                <a:cs typeface="Tahoma"/>
              </a:rPr>
              <a:t>a</a:t>
            </a:r>
            <a:r>
              <a:rPr sz="1800" spc="40" dirty="0">
                <a:latin typeface="Tahoma"/>
                <a:cs typeface="Tahoma"/>
              </a:rPr>
              <a:t>n</a:t>
            </a:r>
            <a:r>
              <a:rPr sz="1800" spc="75" dirty="0">
                <a:latin typeface="Tahoma"/>
                <a:cs typeface="Tahoma"/>
              </a:rPr>
              <a:t>d</a:t>
            </a:r>
            <a:r>
              <a:rPr sz="1800" spc="35" dirty="0">
                <a:latin typeface="Tahoma"/>
                <a:cs typeface="Tahoma"/>
              </a:rPr>
              <a:t> </a:t>
            </a:r>
            <a:r>
              <a:rPr sz="1800" spc="80" dirty="0">
                <a:latin typeface="Tahoma"/>
                <a:cs typeface="Tahoma"/>
              </a:rPr>
              <a:t>B</a:t>
            </a:r>
            <a:r>
              <a:rPr sz="1800" spc="35" dirty="0">
                <a:latin typeface="Tahoma"/>
                <a:cs typeface="Tahoma"/>
              </a:rPr>
              <a:t> </a:t>
            </a:r>
            <a:r>
              <a:rPr sz="1800" spc="45" dirty="0">
                <a:latin typeface="Tahoma"/>
                <a:cs typeface="Tahoma"/>
              </a:rPr>
              <a:t>r</a:t>
            </a:r>
            <a:r>
              <a:rPr sz="1800" spc="85" dirty="0">
                <a:latin typeface="Tahoma"/>
                <a:cs typeface="Tahoma"/>
              </a:rPr>
              <a:t>e</a:t>
            </a:r>
            <a:r>
              <a:rPr sz="1800" spc="70" dirty="0">
                <a:latin typeface="Tahoma"/>
                <a:cs typeface="Tahoma"/>
              </a:rPr>
              <a:t>ma</a:t>
            </a:r>
            <a:r>
              <a:rPr sz="1800" spc="5" dirty="0">
                <a:latin typeface="Tahoma"/>
                <a:cs typeface="Tahoma"/>
              </a:rPr>
              <a:t>i</a:t>
            </a:r>
            <a:r>
              <a:rPr sz="1800" spc="40" dirty="0">
                <a:latin typeface="Tahoma"/>
                <a:cs typeface="Tahoma"/>
              </a:rPr>
              <a:t>n</a:t>
            </a:r>
            <a:r>
              <a:rPr sz="1800" spc="110" dirty="0">
                <a:latin typeface="Tahoma"/>
                <a:cs typeface="Tahoma"/>
              </a:rPr>
              <a:t>s</a:t>
            </a:r>
            <a:r>
              <a:rPr sz="1800" spc="35" dirty="0">
                <a:latin typeface="Tahoma"/>
                <a:cs typeface="Tahoma"/>
              </a:rPr>
              <a:t> </a:t>
            </a:r>
            <a:r>
              <a:rPr sz="1800" spc="110" dirty="0">
                <a:latin typeface="Tahoma"/>
                <a:cs typeface="Tahoma"/>
              </a:rPr>
              <a:t>s</a:t>
            </a:r>
            <a:r>
              <a:rPr sz="1800" spc="5" dirty="0">
                <a:latin typeface="Tahoma"/>
                <a:cs typeface="Tahoma"/>
              </a:rPr>
              <a:t>il</a:t>
            </a:r>
            <a:r>
              <a:rPr sz="1800" spc="85" dirty="0">
                <a:latin typeface="Tahoma"/>
                <a:cs typeface="Tahoma"/>
              </a:rPr>
              <a:t>e</a:t>
            </a:r>
            <a:r>
              <a:rPr sz="1800" spc="40" dirty="0">
                <a:latin typeface="Tahoma"/>
                <a:cs typeface="Tahoma"/>
              </a:rPr>
              <a:t>n</a:t>
            </a:r>
            <a:r>
              <a:rPr sz="1800" spc="190" dirty="0">
                <a:latin typeface="Tahoma"/>
                <a:cs typeface="Tahoma"/>
              </a:rPr>
              <a:t>t</a:t>
            </a:r>
            <a:r>
              <a:rPr sz="1800" spc="35" dirty="0">
                <a:latin typeface="Tahoma"/>
                <a:cs typeface="Tahoma"/>
              </a:rPr>
              <a:t> </a:t>
            </a:r>
            <a:r>
              <a:rPr sz="1800" spc="110" dirty="0">
                <a:latin typeface="Tahoma"/>
                <a:cs typeface="Tahoma"/>
              </a:rPr>
              <a:t>(</a:t>
            </a:r>
            <a:r>
              <a:rPr sz="1800" spc="-120" dirty="0">
                <a:latin typeface="Tahoma"/>
                <a:cs typeface="Tahoma"/>
              </a:rPr>
              <a:t>=</a:t>
            </a:r>
            <a:r>
              <a:rPr sz="1800" spc="145" dirty="0">
                <a:latin typeface="Tahoma"/>
                <a:cs typeface="Tahoma"/>
              </a:rPr>
              <a:t>c</a:t>
            </a:r>
            <a:r>
              <a:rPr sz="1800" spc="95" dirty="0">
                <a:latin typeface="Tahoma"/>
                <a:cs typeface="Tahoma"/>
              </a:rPr>
              <a:t>oop</a:t>
            </a:r>
            <a:r>
              <a:rPr sz="1800" spc="85" dirty="0">
                <a:latin typeface="Tahoma"/>
                <a:cs typeface="Tahoma"/>
              </a:rPr>
              <a:t>e</a:t>
            </a:r>
            <a:r>
              <a:rPr sz="1800" spc="45" dirty="0">
                <a:latin typeface="Tahoma"/>
                <a:cs typeface="Tahoma"/>
              </a:rPr>
              <a:t>ra</a:t>
            </a:r>
            <a:r>
              <a:rPr sz="1800" spc="190" dirty="0">
                <a:latin typeface="Tahoma"/>
                <a:cs typeface="Tahoma"/>
              </a:rPr>
              <a:t>t</a:t>
            </a:r>
            <a:r>
              <a:rPr sz="1800" spc="85" dirty="0">
                <a:latin typeface="Tahoma"/>
                <a:cs typeface="Tahoma"/>
              </a:rPr>
              <a:t>e</a:t>
            </a:r>
            <a:r>
              <a:rPr sz="1800" spc="110" dirty="0">
                <a:latin typeface="Tahoma"/>
                <a:cs typeface="Tahoma"/>
              </a:rPr>
              <a:t>s</a:t>
            </a:r>
            <a:r>
              <a:rPr sz="1800" spc="35" dirty="0">
                <a:latin typeface="Tahoma"/>
                <a:cs typeface="Tahoma"/>
              </a:rPr>
              <a:t> </a:t>
            </a:r>
            <a:r>
              <a:rPr sz="1800" spc="65" dirty="0">
                <a:latin typeface="Tahoma"/>
                <a:cs typeface="Tahoma"/>
              </a:rPr>
              <a:t>w</a:t>
            </a:r>
            <a:r>
              <a:rPr sz="1800" spc="5" dirty="0">
                <a:latin typeface="Tahoma"/>
                <a:cs typeface="Tahoma"/>
              </a:rPr>
              <a:t>i</a:t>
            </a:r>
            <a:r>
              <a:rPr sz="1800" spc="190" dirty="0">
                <a:latin typeface="Tahoma"/>
                <a:cs typeface="Tahoma"/>
              </a:rPr>
              <a:t>t</a:t>
            </a:r>
            <a:r>
              <a:rPr sz="1800" spc="40" dirty="0">
                <a:latin typeface="Tahoma"/>
                <a:cs typeface="Tahoma"/>
              </a:rPr>
              <a:t>h</a:t>
            </a:r>
            <a:r>
              <a:rPr sz="1800" spc="35" dirty="0">
                <a:latin typeface="Tahoma"/>
                <a:cs typeface="Tahoma"/>
              </a:rPr>
              <a:t> </a:t>
            </a:r>
            <a:r>
              <a:rPr sz="1800" spc="225" dirty="0">
                <a:latin typeface="Tahoma"/>
                <a:cs typeface="Tahoma"/>
              </a:rPr>
              <a:t>A</a:t>
            </a:r>
            <a:r>
              <a:rPr sz="1800" spc="110" dirty="0">
                <a:latin typeface="Tahoma"/>
                <a:cs typeface="Tahoma"/>
              </a:rPr>
              <a:t>)</a:t>
            </a:r>
            <a:r>
              <a:rPr sz="1800" dirty="0">
                <a:latin typeface="Tahoma"/>
                <a:cs typeface="Tahoma"/>
              </a:rPr>
              <a:t>, </a:t>
            </a:r>
            <a:r>
              <a:rPr sz="1800" spc="225" dirty="0">
                <a:latin typeface="Tahoma"/>
                <a:cs typeface="Tahoma"/>
              </a:rPr>
              <a:t>A</a:t>
            </a:r>
            <a:r>
              <a:rPr sz="1800" spc="35" dirty="0">
                <a:latin typeface="Tahoma"/>
                <a:cs typeface="Tahoma"/>
              </a:rPr>
              <a:t> </a:t>
            </a:r>
            <a:r>
              <a:rPr sz="1800" spc="95" dirty="0">
                <a:latin typeface="Tahoma"/>
                <a:cs typeface="Tahoma"/>
              </a:rPr>
              <a:t>g</a:t>
            </a:r>
            <a:r>
              <a:rPr sz="1800" spc="45" dirty="0">
                <a:latin typeface="Tahoma"/>
                <a:cs typeface="Tahoma"/>
              </a:rPr>
              <a:t>a</a:t>
            </a:r>
            <a:r>
              <a:rPr sz="1800" spc="5" dirty="0">
                <a:latin typeface="Tahoma"/>
                <a:cs typeface="Tahoma"/>
              </a:rPr>
              <a:t>i</a:t>
            </a:r>
            <a:r>
              <a:rPr sz="1800" spc="40" dirty="0">
                <a:latin typeface="Tahoma"/>
                <a:cs typeface="Tahoma"/>
              </a:rPr>
              <a:t>n</a:t>
            </a:r>
            <a:r>
              <a:rPr sz="1800" spc="110" dirty="0">
                <a:latin typeface="Tahoma"/>
                <a:cs typeface="Tahoma"/>
              </a:rPr>
              <a:t>s</a:t>
            </a:r>
            <a:r>
              <a:rPr sz="1800" spc="35" dirty="0">
                <a:latin typeface="Tahoma"/>
                <a:cs typeface="Tahoma"/>
              </a:rPr>
              <a:t> </a:t>
            </a:r>
            <a:r>
              <a:rPr sz="1800" spc="95" dirty="0">
                <a:latin typeface="Tahoma"/>
                <a:cs typeface="Tahoma"/>
              </a:rPr>
              <a:t>mos</a:t>
            </a:r>
            <a:r>
              <a:rPr sz="1800" spc="190" dirty="0">
                <a:latin typeface="Tahoma"/>
                <a:cs typeface="Tahoma"/>
              </a:rPr>
              <a:t>t</a:t>
            </a:r>
            <a:r>
              <a:rPr sz="1800" spc="35" dirty="0">
                <a:latin typeface="Tahoma"/>
                <a:cs typeface="Tahoma"/>
              </a:rPr>
              <a:t> </a:t>
            </a:r>
            <a:r>
              <a:rPr sz="1800" spc="45" dirty="0">
                <a:latin typeface="Tahoma"/>
                <a:cs typeface="Tahoma"/>
              </a:rPr>
              <a:t>a</a:t>
            </a:r>
            <a:r>
              <a:rPr sz="1800" spc="190" dirty="0">
                <a:latin typeface="Tahoma"/>
                <a:cs typeface="Tahoma"/>
              </a:rPr>
              <a:t>t</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85" dirty="0">
                <a:latin typeface="Tahoma"/>
                <a:cs typeface="Tahoma"/>
              </a:rPr>
              <a:t>e</a:t>
            </a:r>
            <a:r>
              <a:rPr sz="1800" spc="60" dirty="0">
                <a:latin typeface="Tahoma"/>
                <a:cs typeface="Tahoma"/>
              </a:rPr>
              <a:t>x</a:t>
            </a:r>
            <a:r>
              <a:rPr sz="1800" spc="75" dirty="0">
                <a:latin typeface="Tahoma"/>
                <a:cs typeface="Tahoma"/>
              </a:rPr>
              <a:t>p</a:t>
            </a:r>
            <a:r>
              <a:rPr sz="1800" spc="85" dirty="0">
                <a:latin typeface="Tahoma"/>
                <a:cs typeface="Tahoma"/>
              </a:rPr>
              <a:t>e</a:t>
            </a:r>
            <a:r>
              <a:rPr sz="1800" spc="40" dirty="0">
                <a:latin typeface="Tahoma"/>
                <a:cs typeface="Tahoma"/>
              </a:rPr>
              <a:t>n</a:t>
            </a:r>
            <a:r>
              <a:rPr sz="1800" spc="110" dirty="0">
                <a:latin typeface="Tahoma"/>
                <a:cs typeface="Tahoma"/>
              </a:rPr>
              <a:t>s</a:t>
            </a:r>
            <a:r>
              <a:rPr sz="1800" spc="85" dirty="0">
                <a:latin typeface="Tahoma"/>
                <a:cs typeface="Tahoma"/>
              </a:rPr>
              <a:t>e</a:t>
            </a:r>
            <a:r>
              <a:rPr sz="1800" spc="35" dirty="0">
                <a:latin typeface="Tahoma"/>
                <a:cs typeface="Tahoma"/>
              </a:rPr>
              <a:t> </a:t>
            </a:r>
            <a:r>
              <a:rPr sz="1800" spc="114" dirty="0">
                <a:latin typeface="Tahoma"/>
                <a:cs typeface="Tahoma"/>
              </a:rPr>
              <a:t>of</a:t>
            </a:r>
            <a:r>
              <a:rPr sz="1800" spc="35" dirty="0">
                <a:latin typeface="Tahoma"/>
                <a:cs typeface="Tahoma"/>
              </a:rPr>
              <a:t> </a:t>
            </a:r>
            <a:r>
              <a:rPr sz="1800" spc="80" dirty="0">
                <a:latin typeface="Tahoma"/>
                <a:cs typeface="Tahoma"/>
              </a:rPr>
              <a:t>B</a:t>
            </a:r>
            <a:r>
              <a:rPr sz="1800" dirty="0">
                <a:latin typeface="Tahoma"/>
                <a:cs typeface="Tahoma"/>
              </a:rPr>
              <a:t>.</a:t>
            </a:r>
          </a:p>
        </p:txBody>
      </p:sp>
      <p:sp>
        <p:nvSpPr>
          <p:cNvPr id="6" name="object 8">
            <a:extLst>
              <a:ext uri="{FF2B5EF4-FFF2-40B4-BE49-F238E27FC236}">
                <a16:creationId xmlns:a16="http://schemas.microsoft.com/office/drawing/2014/main" id="{44B3BF05-BE5B-C162-134D-85460874320E}"/>
              </a:ext>
            </a:extLst>
          </p:cNvPr>
          <p:cNvSpPr/>
          <p:nvPr/>
        </p:nvSpPr>
        <p:spPr>
          <a:xfrm>
            <a:off x="387328" y="4114800"/>
            <a:ext cx="4867328" cy="1000632"/>
          </a:xfrm>
          <a:prstGeom prst="rect">
            <a:avLst/>
          </a:prstGeom>
          <a:blipFill>
            <a:blip r:embed="rId3" cstate="print"/>
            <a:stretch>
              <a:fillRect/>
            </a:stretch>
          </a:blipFill>
        </p:spPr>
        <p:txBody>
          <a:bodyPr wrap="square" lIns="0" tIns="0" rIns="0" bIns="0" rtlCol="0"/>
          <a:lstStyle/>
          <a:p>
            <a:endParaRPr/>
          </a:p>
        </p:txBody>
      </p:sp>
      <p:sp>
        <p:nvSpPr>
          <p:cNvPr id="9" name="Slide Number Placeholder 8">
            <a:extLst>
              <a:ext uri="{FF2B5EF4-FFF2-40B4-BE49-F238E27FC236}">
                <a16:creationId xmlns:a16="http://schemas.microsoft.com/office/drawing/2014/main" id="{52A7D5B3-DD7D-DE9F-3F69-8084712B34DD}"/>
              </a:ext>
            </a:extLst>
          </p:cNvPr>
          <p:cNvSpPr>
            <a:spLocks noGrp="1"/>
          </p:cNvSpPr>
          <p:nvPr>
            <p:ph type="sldNum" sz="quarter" idx="2"/>
          </p:nvPr>
        </p:nvSpPr>
        <p:spPr/>
        <p:txBody>
          <a:bodyPr/>
          <a:lstStyle/>
          <a:p>
            <a:fld id="{86CB4B4D-7CA3-9044-876B-883B54F8677D}" type="slidenum">
              <a:rPr lang="en-US" smtClean="0"/>
              <a:pPr/>
              <a:t>9</a:t>
            </a:fld>
            <a:r>
              <a:rPr lang="en-US" dirty="0"/>
              <a:t>/33</a:t>
            </a:r>
          </a:p>
        </p:txBody>
      </p:sp>
      <p:sp>
        <p:nvSpPr>
          <p:cNvPr id="11" name="Rectangle 10">
            <a:extLst>
              <a:ext uri="{FF2B5EF4-FFF2-40B4-BE49-F238E27FC236}">
                <a16:creationId xmlns:a16="http://schemas.microsoft.com/office/drawing/2014/main" id="{91CE0EED-34A7-C6D7-7946-8945FDA0F83E}"/>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96720A5-71D2-BCF1-CD41-8E216AF63884}"/>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06400" hangingPunct="0">
              <a:defRPr/>
            </a:pPr>
            <a:r>
              <a:rPr lang="en-US" sz="2000" kern="0" dirty="0">
                <a:solidFill>
                  <a:sysClr val="windowText" lastClr="000000"/>
                </a:solidFill>
                <a:effectLst>
                  <a:outerShdw blurRad="38100" dist="12700" dir="5400000" rotWithShape="0">
                    <a:srgbClr val="000000">
                      <a:alpha val="50000"/>
                    </a:srgbClr>
                  </a:outerShdw>
                </a:effectLst>
                <a:latin typeface="Gill Sans"/>
                <a:cs typeface="Arial"/>
                <a:sym typeface="Arial"/>
              </a:rPr>
              <a:t>Week-6</a:t>
            </a:r>
          </a:p>
        </p:txBody>
      </p:sp>
      <p:sp>
        <p:nvSpPr>
          <p:cNvPr id="13" name="Rectangle 12">
            <a:extLst>
              <a:ext uri="{FF2B5EF4-FFF2-40B4-BE49-F238E27FC236}">
                <a16:creationId xmlns:a16="http://schemas.microsoft.com/office/drawing/2014/main" id="{7F13A22B-BF12-13CA-523B-4663F57D0592}"/>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1457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836920"/>
          </a:xfrm>
          <a:custGeom>
            <a:avLst/>
            <a:gdLst/>
            <a:ahLst/>
            <a:cxnLst/>
            <a:rect l="l" t="t" r="r" b="b"/>
            <a:pathLst>
              <a:path w="9144000" h="5836920">
                <a:moveTo>
                  <a:pt x="0" y="5836819"/>
                </a:moveTo>
                <a:lnTo>
                  <a:pt x="9144000" y="5836819"/>
                </a:lnTo>
                <a:lnTo>
                  <a:pt x="9144000" y="0"/>
                </a:lnTo>
                <a:lnTo>
                  <a:pt x="0" y="0"/>
                </a:lnTo>
                <a:lnTo>
                  <a:pt x="0" y="5836819"/>
                </a:lnTo>
                <a:close/>
              </a:path>
            </a:pathLst>
          </a:custGeom>
          <a:solidFill>
            <a:srgbClr val="E7E7E7"/>
          </a:solidFill>
        </p:spPr>
        <p:txBody>
          <a:bodyPr wrap="square" lIns="0" tIns="0" rIns="0" bIns="0" rtlCol="0"/>
          <a:lstStyle/>
          <a:p>
            <a:endParaRPr/>
          </a:p>
        </p:txBody>
      </p:sp>
      <p:sp>
        <p:nvSpPr>
          <p:cNvPr id="3" name="object 3"/>
          <p:cNvSpPr/>
          <p:nvPr/>
        </p:nvSpPr>
        <p:spPr>
          <a:xfrm>
            <a:off x="3177162" y="4185993"/>
            <a:ext cx="5967095" cy="2672080"/>
          </a:xfrm>
          <a:custGeom>
            <a:avLst/>
            <a:gdLst/>
            <a:ahLst/>
            <a:cxnLst/>
            <a:rect l="l" t="t" r="r" b="b"/>
            <a:pathLst>
              <a:path w="5967095" h="2672079">
                <a:moveTo>
                  <a:pt x="5966837" y="0"/>
                </a:moveTo>
                <a:lnTo>
                  <a:pt x="447098" y="0"/>
                </a:lnTo>
                <a:lnTo>
                  <a:pt x="410429" y="1482"/>
                </a:lnTo>
                <a:lnTo>
                  <a:pt x="339655" y="12993"/>
                </a:lnTo>
                <a:lnTo>
                  <a:pt x="273067" y="35135"/>
                </a:lnTo>
                <a:lnTo>
                  <a:pt x="211586" y="66985"/>
                </a:lnTo>
                <a:lnTo>
                  <a:pt x="156131" y="107624"/>
                </a:lnTo>
                <a:lnTo>
                  <a:pt x="107624" y="156132"/>
                </a:lnTo>
                <a:lnTo>
                  <a:pt x="66985" y="211586"/>
                </a:lnTo>
                <a:lnTo>
                  <a:pt x="35135" y="273068"/>
                </a:lnTo>
                <a:lnTo>
                  <a:pt x="12993" y="339656"/>
                </a:lnTo>
                <a:lnTo>
                  <a:pt x="1482" y="410430"/>
                </a:lnTo>
                <a:lnTo>
                  <a:pt x="0" y="447099"/>
                </a:lnTo>
                <a:lnTo>
                  <a:pt x="0" y="2235493"/>
                </a:lnTo>
                <a:lnTo>
                  <a:pt x="5851" y="2308015"/>
                </a:lnTo>
                <a:lnTo>
                  <a:pt x="22793" y="2376811"/>
                </a:lnTo>
                <a:lnTo>
                  <a:pt x="49904" y="2440961"/>
                </a:lnTo>
                <a:lnTo>
                  <a:pt x="86264" y="2499544"/>
                </a:lnTo>
                <a:lnTo>
                  <a:pt x="130952" y="2551640"/>
                </a:lnTo>
                <a:lnTo>
                  <a:pt x="183048" y="2596328"/>
                </a:lnTo>
                <a:lnTo>
                  <a:pt x="241631" y="2632687"/>
                </a:lnTo>
                <a:lnTo>
                  <a:pt x="305781" y="2659798"/>
                </a:lnTo>
                <a:lnTo>
                  <a:pt x="351429" y="2672006"/>
                </a:lnTo>
                <a:lnTo>
                  <a:pt x="5966837" y="2672006"/>
                </a:lnTo>
                <a:lnTo>
                  <a:pt x="5966837" y="0"/>
                </a:lnTo>
                <a:close/>
              </a:path>
            </a:pathLst>
          </a:custGeom>
          <a:solidFill>
            <a:srgbClr val="E7E7E7"/>
          </a:solidFill>
        </p:spPr>
        <p:txBody>
          <a:bodyPr wrap="square" lIns="0" tIns="0" rIns="0" bIns="0" rtlCol="0"/>
          <a:lstStyle/>
          <a:p>
            <a:endParaRPr/>
          </a:p>
        </p:txBody>
      </p:sp>
      <p:sp>
        <p:nvSpPr>
          <p:cNvPr id="4" name="object 4"/>
          <p:cNvSpPr/>
          <p:nvPr/>
        </p:nvSpPr>
        <p:spPr>
          <a:xfrm>
            <a:off x="0" y="1503401"/>
            <a:ext cx="4307205" cy="5354955"/>
          </a:xfrm>
          <a:custGeom>
            <a:avLst/>
            <a:gdLst/>
            <a:ahLst/>
            <a:cxnLst/>
            <a:rect l="l" t="t" r="r" b="b"/>
            <a:pathLst>
              <a:path w="4307205" h="5354955">
                <a:moveTo>
                  <a:pt x="0" y="5354598"/>
                </a:moveTo>
                <a:lnTo>
                  <a:pt x="4306917" y="5354598"/>
                </a:lnTo>
                <a:lnTo>
                  <a:pt x="4306917" y="0"/>
                </a:lnTo>
                <a:lnTo>
                  <a:pt x="0" y="0"/>
                </a:lnTo>
                <a:lnTo>
                  <a:pt x="0" y="5354598"/>
                </a:lnTo>
              </a:path>
            </a:pathLst>
          </a:custGeom>
          <a:solidFill>
            <a:srgbClr val="E7E7E7"/>
          </a:solidFill>
        </p:spPr>
        <p:txBody>
          <a:bodyPr wrap="square" lIns="0" tIns="0" rIns="0" bIns="0" rtlCol="0"/>
          <a:lstStyle/>
          <a:p>
            <a:endParaRPr/>
          </a:p>
        </p:txBody>
      </p:sp>
      <p:sp>
        <p:nvSpPr>
          <p:cNvPr id="5" name="object 5"/>
          <p:cNvSpPr txBox="1"/>
          <p:nvPr/>
        </p:nvSpPr>
        <p:spPr>
          <a:xfrm>
            <a:off x="1064260" y="222465"/>
            <a:ext cx="5655310" cy="424180"/>
          </a:xfrm>
          <a:prstGeom prst="rect">
            <a:avLst/>
          </a:prstGeom>
        </p:spPr>
        <p:txBody>
          <a:bodyPr vert="horz" wrap="square" lIns="0" tIns="0" rIns="0" bIns="0" rtlCol="0">
            <a:spAutoFit/>
          </a:bodyPr>
          <a:lstStyle/>
          <a:p>
            <a:pPr marL="12700">
              <a:lnSpc>
                <a:spcPct val="100000"/>
              </a:lnSpc>
            </a:pPr>
            <a:r>
              <a:rPr sz="3100" spc="20" dirty="0">
                <a:latin typeface="Arial"/>
                <a:cs typeface="Arial"/>
              </a:rPr>
              <a:t>A</a:t>
            </a:r>
            <a:r>
              <a:rPr sz="3100" spc="-165" dirty="0">
                <a:latin typeface="Arial"/>
                <a:cs typeface="Arial"/>
              </a:rPr>
              <a:t> </a:t>
            </a:r>
            <a:r>
              <a:rPr sz="3100" spc="10" dirty="0">
                <a:latin typeface="Arial"/>
                <a:cs typeface="Arial"/>
              </a:rPr>
              <a:t>Biological</a:t>
            </a:r>
            <a:r>
              <a:rPr sz="3100" spc="5" dirty="0">
                <a:latin typeface="Arial"/>
                <a:cs typeface="Arial"/>
              </a:rPr>
              <a:t> </a:t>
            </a:r>
            <a:r>
              <a:rPr sz="3100" spc="15" dirty="0">
                <a:latin typeface="Arial"/>
                <a:cs typeface="Arial"/>
              </a:rPr>
              <a:t>Prisone</a:t>
            </a:r>
            <a:r>
              <a:rPr sz="3100" spc="125" dirty="0">
                <a:latin typeface="Arial"/>
                <a:cs typeface="Arial"/>
              </a:rPr>
              <a:t>r</a:t>
            </a:r>
            <a:r>
              <a:rPr sz="3100" spc="-55" dirty="0">
                <a:latin typeface="Arial"/>
                <a:cs typeface="Arial"/>
              </a:rPr>
              <a:t>’</a:t>
            </a:r>
            <a:r>
              <a:rPr sz="3100" spc="15" dirty="0">
                <a:latin typeface="Arial"/>
                <a:cs typeface="Arial"/>
              </a:rPr>
              <a:t>s</a:t>
            </a:r>
            <a:r>
              <a:rPr sz="3100" spc="5" dirty="0">
                <a:latin typeface="Arial"/>
                <a:cs typeface="Arial"/>
              </a:rPr>
              <a:t> </a:t>
            </a:r>
            <a:r>
              <a:rPr sz="3100" spc="15" dirty="0">
                <a:latin typeface="Arial"/>
                <a:cs typeface="Arial"/>
              </a:rPr>
              <a:t>Dilemma</a:t>
            </a:r>
            <a:endParaRPr sz="3100">
              <a:latin typeface="Arial"/>
              <a:cs typeface="Arial"/>
            </a:endParaRPr>
          </a:p>
        </p:txBody>
      </p:sp>
      <p:sp>
        <p:nvSpPr>
          <p:cNvPr id="6" name="object 6"/>
          <p:cNvSpPr/>
          <p:nvPr/>
        </p:nvSpPr>
        <p:spPr>
          <a:xfrm>
            <a:off x="0" y="2720337"/>
            <a:ext cx="7350159" cy="4137662"/>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5089697" y="755136"/>
            <a:ext cx="4006038" cy="3236879"/>
          </a:xfrm>
          <a:prstGeom prst="rect">
            <a:avLst/>
          </a:prstGeom>
          <a:blipFill>
            <a:blip r:embed="rId4" cstate="print"/>
            <a:stretch>
              <a:fillRect/>
            </a:stretch>
          </a:blipFill>
        </p:spPr>
        <p:txBody>
          <a:bodyPr wrap="square" lIns="0" tIns="0" rIns="0" bIns="0" rtlCol="0"/>
          <a:lstStyle/>
          <a:p>
            <a:endParaRPr/>
          </a:p>
        </p:txBody>
      </p:sp>
      <p:sp>
        <p:nvSpPr>
          <p:cNvPr id="8" name="object 8"/>
          <p:cNvSpPr/>
          <p:nvPr/>
        </p:nvSpPr>
        <p:spPr>
          <a:xfrm>
            <a:off x="0" y="800093"/>
            <a:ext cx="3883755" cy="2082800"/>
          </a:xfrm>
          <a:prstGeom prst="rect">
            <a:avLst/>
          </a:prstGeom>
          <a:blipFill>
            <a:blip r:embed="rId5" cstate="print"/>
            <a:stretch>
              <a:fillRect/>
            </a:stretch>
          </a:blipFill>
        </p:spPr>
        <p:txBody>
          <a:bodyPr wrap="square" lIns="0" tIns="0" rIns="0" bIns="0" rtlCol="0"/>
          <a:lstStyle/>
          <a:p>
            <a:endParaRPr/>
          </a:p>
        </p:txBody>
      </p:sp>
      <p:sp>
        <p:nvSpPr>
          <p:cNvPr id="11" name="Slide Number Placeholder 10">
            <a:extLst>
              <a:ext uri="{FF2B5EF4-FFF2-40B4-BE49-F238E27FC236}">
                <a16:creationId xmlns:a16="http://schemas.microsoft.com/office/drawing/2014/main" id="{25BDF80F-9557-1BC7-DCB4-08C21AE1CE31}"/>
              </a:ext>
            </a:extLst>
          </p:cNvPr>
          <p:cNvSpPr>
            <a:spLocks noGrp="1"/>
          </p:cNvSpPr>
          <p:nvPr>
            <p:ph type="sldNum" sz="quarter" idx="2"/>
          </p:nvPr>
        </p:nvSpPr>
        <p:spPr/>
        <p:txBody>
          <a:bodyPr/>
          <a:lstStyle/>
          <a:p>
            <a:fld id="{86CB4B4D-7CA3-9044-876B-883B54F8677D}" type="slidenum">
              <a:rPr lang="en-US" smtClean="0"/>
              <a:pPr/>
              <a:t>10</a:t>
            </a:fld>
            <a:r>
              <a:rPr lang="en-US" dirty="0"/>
              <a:t>/33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5">
            <a:extLst>
              <a:ext uri="{FF2B5EF4-FFF2-40B4-BE49-F238E27FC236}">
                <a16:creationId xmlns:a16="http://schemas.microsoft.com/office/drawing/2014/main" id="{3D9FAF11-7B81-8158-1122-706A375AC54D}"/>
              </a:ext>
            </a:extLst>
          </p:cNvPr>
          <p:cNvSpPr txBox="1">
            <a:spLocks noGrp="1"/>
          </p:cNvSpPr>
          <p:nvPr>
            <p:ph type="title"/>
          </p:nvPr>
        </p:nvSpPr>
        <p:spPr>
          <a:xfrm>
            <a:off x="461328" y="250994"/>
            <a:ext cx="8221344" cy="431800"/>
          </a:xfrm>
          <a:prstGeom prst="rect">
            <a:avLst/>
          </a:prstGeom>
        </p:spPr>
        <p:txBody>
          <a:bodyPr vert="horz" wrap="square" lIns="0" tIns="0" rIns="0" bIns="0" rtlCol="0">
            <a:spAutoFit/>
          </a:bodyPr>
          <a:lstStyle/>
          <a:p>
            <a:pPr marL="12700">
              <a:lnSpc>
                <a:spcPct val="100000"/>
              </a:lnSpc>
            </a:pPr>
            <a:r>
              <a:rPr dirty="0"/>
              <a:t>Sel</a:t>
            </a:r>
            <a:r>
              <a:rPr spc="-15" dirty="0"/>
              <a:t>f</a:t>
            </a:r>
            <a:r>
              <a:rPr dirty="0"/>
              <a:t>-in</a:t>
            </a:r>
            <a:r>
              <a:rPr spc="-15" dirty="0"/>
              <a:t>t</a:t>
            </a:r>
            <a:r>
              <a:rPr dirty="0"/>
              <a:t>ere</a:t>
            </a:r>
            <a:r>
              <a:rPr spc="-20" dirty="0"/>
              <a:t>s</a:t>
            </a:r>
            <a:r>
              <a:rPr spc="-15" dirty="0"/>
              <a:t>t</a:t>
            </a:r>
            <a:r>
              <a:rPr dirty="0"/>
              <a:t>ed</a:t>
            </a:r>
            <a:r>
              <a:rPr spc="-180" dirty="0"/>
              <a:t> </a:t>
            </a:r>
            <a:r>
              <a:rPr dirty="0"/>
              <a:t>Agen</a:t>
            </a:r>
            <a:r>
              <a:rPr spc="-15" dirty="0"/>
              <a:t>t</a:t>
            </a:r>
            <a:r>
              <a:rPr dirty="0"/>
              <a:t>s</a:t>
            </a:r>
          </a:p>
        </p:txBody>
      </p:sp>
      <p:sp>
        <p:nvSpPr>
          <p:cNvPr id="4" name="object 6">
            <a:extLst>
              <a:ext uri="{FF2B5EF4-FFF2-40B4-BE49-F238E27FC236}">
                <a16:creationId xmlns:a16="http://schemas.microsoft.com/office/drawing/2014/main" id="{7238EB5E-A987-7771-DFE3-47837B5DBA4C}"/>
              </a:ext>
            </a:extLst>
          </p:cNvPr>
          <p:cNvSpPr txBox="1"/>
          <p:nvPr/>
        </p:nvSpPr>
        <p:spPr>
          <a:xfrm>
            <a:off x="429913" y="1741637"/>
            <a:ext cx="8120380" cy="3754874"/>
          </a:xfrm>
          <a:prstGeom prst="rect">
            <a:avLst/>
          </a:prstGeom>
        </p:spPr>
        <p:txBody>
          <a:bodyPr vert="horz" wrap="square" lIns="0" tIns="0" rIns="0" bIns="0" rtlCol="0">
            <a:spAutoFit/>
          </a:bodyPr>
          <a:lstStyle/>
          <a:p>
            <a:pPr marL="12700">
              <a:lnSpc>
                <a:spcPct val="100000"/>
              </a:lnSpc>
            </a:pPr>
            <a:r>
              <a:rPr sz="2400" spc="-15" dirty="0">
                <a:latin typeface="Times New Roman"/>
                <a:cs typeface="Times New Roman"/>
              </a:rPr>
              <a:t>E</a:t>
            </a:r>
            <a:r>
              <a:rPr sz="2400" spc="-20" dirty="0">
                <a:latin typeface="Times New Roman"/>
                <a:cs typeface="Times New Roman"/>
              </a:rPr>
              <a:t>ac</a:t>
            </a:r>
            <a:r>
              <a:rPr sz="2400" dirty="0">
                <a:latin typeface="Times New Roman"/>
                <a:cs typeface="Times New Roman"/>
              </a:rPr>
              <a:t>h</a:t>
            </a:r>
            <a:r>
              <a:rPr sz="2400" spc="-135" dirty="0">
                <a:latin typeface="Times New Roman"/>
                <a:cs typeface="Times New Roman"/>
              </a:rPr>
              <a:t> </a:t>
            </a:r>
            <a:r>
              <a:rPr sz="2400" dirty="0">
                <a:latin typeface="Times New Roman"/>
                <a:cs typeface="Times New Roman"/>
              </a:rPr>
              <a:t>A</a:t>
            </a:r>
            <a:r>
              <a:rPr sz="2400" spc="-15" dirty="0">
                <a:latin typeface="Times New Roman"/>
                <a:cs typeface="Times New Roman"/>
              </a:rPr>
              <a:t>g</a:t>
            </a:r>
            <a:r>
              <a:rPr sz="2400" spc="-20" dirty="0">
                <a:latin typeface="Times New Roman"/>
                <a:cs typeface="Times New Roman"/>
              </a:rPr>
              <a:t>e</a:t>
            </a:r>
            <a:r>
              <a:rPr sz="2400" spc="-10" dirty="0">
                <a:latin typeface="Times New Roman"/>
                <a:cs typeface="Times New Roman"/>
              </a:rPr>
              <a:t>nt</a:t>
            </a:r>
            <a:endParaRPr sz="2400" dirty="0">
              <a:latin typeface="Times New Roman"/>
              <a:cs typeface="Times New Roman"/>
            </a:endParaRPr>
          </a:p>
          <a:p>
            <a:pPr>
              <a:lnSpc>
                <a:spcPct val="100000"/>
              </a:lnSpc>
              <a:spcBef>
                <a:spcPts val="45"/>
              </a:spcBef>
            </a:pPr>
            <a:endParaRPr sz="2500" dirty="0">
              <a:latin typeface="Times New Roman"/>
              <a:cs typeface="Times New Roman"/>
            </a:endParaRPr>
          </a:p>
          <a:p>
            <a:pPr marL="241300" indent="-228600">
              <a:lnSpc>
                <a:spcPct val="100000"/>
              </a:lnSpc>
              <a:buFont typeface="Times New Roman"/>
              <a:buChar char="•"/>
              <a:tabLst>
                <a:tab pos="241300" algn="l"/>
              </a:tabLst>
            </a:pPr>
            <a:r>
              <a:rPr sz="2400" spc="-15" dirty="0">
                <a:latin typeface="Times New Roman"/>
                <a:cs typeface="Times New Roman"/>
              </a:rPr>
              <a:t>h</a:t>
            </a:r>
            <a:r>
              <a:rPr sz="2400" spc="-20" dirty="0">
                <a:latin typeface="Times New Roman"/>
                <a:cs typeface="Times New Roman"/>
              </a:rPr>
              <a:t>a</a:t>
            </a:r>
            <a:r>
              <a:rPr sz="2400" dirty="0">
                <a:latin typeface="Times New Roman"/>
                <a:cs typeface="Times New Roman"/>
              </a:rPr>
              <a:t>s </a:t>
            </a:r>
            <a:r>
              <a:rPr sz="2400" spc="-10" dirty="0">
                <a:latin typeface="Times New Roman"/>
                <a:cs typeface="Times New Roman"/>
              </a:rPr>
              <a:t>th</a:t>
            </a:r>
            <a:r>
              <a:rPr sz="2400" spc="-20" dirty="0">
                <a:latin typeface="Times New Roman"/>
                <a:cs typeface="Times New Roman"/>
              </a:rPr>
              <a:t>e</a:t>
            </a:r>
            <a:r>
              <a:rPr sz="2400" spc="-10" dirty="0">
                <a:latin typeface="Times New Roman"/>
                <a:cs typeface="Times New Roman"/>
              </a:rPr>
              <a:t>i</a:t>
            </a:r>
            <a:r>
              <a:rPr sz="2400" dirty="0">
                <a:latin typeface="Times New Roman"/>
                <a:cs typeface="Times New Roman"/>
              </a:rPr>
              <a:t>r own </a:t>
            </a:r>
            <a:r>
              <a:rPr sz="2400" spc="-15" dirty="0">
                <a:latin typeface="Times New Roman"/>
                <a:cs typeface="Times New Roman"/>
              </a:rPr>
              <a:t>d</a:t>
            </a:r>
            <a:r>
              <a:rPr sz="2400" spc="-20" dirty="0">
                <a:latin typeface="Times New Roman"/>
                <a:cs typeface="Times New Roman"/>
              </a:rPr>
              <a:t>e</a:t>
            </a:r>
            <a:r>
              <a:rPr sz="2400" dirty="0">
                <a:latin typeface="Times New Roman"/>
                <a:cs typeface="Times New Roman"/>
              </a:rPr>
              <a:t>s</a:t>
            </a:r>
            <a:r>
              <a:rPr sz="2400" spc="-20" dirty="0">
                <a:latin typeface="Times New Roman"/>
                <a:cs typeface="Times New Roman"/>
              </a:rPr>
              <a:t>c</a:t>
            </a:r>
            <a:r>
              <a:rPr sz="2400" spc="-10" dirty="0">
                <a:latin typeface="Times New Roman"/>
                <a:cs typeface="Times New Roman"/>
              </a:rPr>
              <a:t>ripti</a:t>
            </a:r>
            <a:r>
              <a:rPr sz="2400" dirty="0">
                <a:latin typeface="Times New Roman"/>
                <a:cs typeface="Times New Roman"/>
              </a:rPr>
              <a:t>on of s</a:t>
            </a:r>
            <a:r>
              <a:rPr sz="2400" spc="-10" dirty="0">
                <a:latin typeface="Times New Roman"/>
                <a:cs typeface="Times New Roman"/>
              </a:rPr>
              <a:t>t</a:t>
            </a:r>
            <a:r>
              <a:rPr sz="2400" spc="-20" dirty="0">
                <a:latin typeface="Times New Roman"/>
                <a:cs typeface="Times New Roman"/>
              </a:rPr>
              <a:t>a</a:t>
            </a:r>
            <a:r>
              <a:rPr sz="2400" spc="-10" dirty="0">
                <a:latin typeface="Times New Roman"/>
                <a:cs typeface="Times New Roman"/>
              </a:rPr>
              <a:t>t</a:t>
            </a:r>
            <a:r>
              <a:rPr sz="2400" spc="-20" dirty="0">
                <a:latin typeface="Times New Roman"/>
                <a:cs typeface="Times New Roman"/>
              </a:rPr>
              <a:t>e</a:t>
            </a:r>
            <a:r>
              <a:rPr sz="2400" dirty="0">
                <a:latin typeface="Times New Roman"/>
                <a:cs typeface="Times New Roman"/>
              </a:rPr>
              <a:t>s </a:t>
            </a:r>
            <a:r>
              <a:rPr sz="2400" spc="-10" dirty="0">
                <a:latin typeface="Times New Roman"/>
                <a:cs typeface="Times New Roman"/>
              </a:rPr>
              <a:t>th</a:t>
            </a:r>
            <a:r>
              <a:rPr sz="2400" spc="-20" dirty="0">
                <a:latin typeface="Times New Roman"/>
                <a:cs typeface="Times New Roman"/>
              </a:rPr>
              <a:t>a</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th</a:t>
            </a:r>
            <a:r>
              <a:rPr sz="2400" spc="-20" dirty="0">
                <a:latin typeface="Times New Roman"/>
                <a:cs typeface="Times New Roman"/>
              </a:rPr>
              <a:t>e</a:t>
            </a:r>
            <a:r>
              <a:rPr sz="2400" dirty="0">
                <a:latin typeface="Times New Roman"/>
                <a:cs typeface="Times New Roman"/>
              </a:rPr>
              <a:t>y w</a:t>
            </a:r>
            <a:r>
              <a:rPr sz="2400" spc="-15" dirty="0">
                <a:latin typeface="Times New Roman"/>
                <a:cs typeface="Times New Roman"/>
              </a:rPr>
              <a:t>oul</a:t>
            </a:r>
            <a:r>
              <a:rPr sz="2400" dirty="0">
                <a:latin typeface="Times New Roman"/>
                <a:cs typeface="Times New Roman"/>
              </a:rPr>
              <a:t>d </a:t>
            </a:r>
            <a:r>
              <a:rPr sz="2400" spc="-10" dirty="0">
                <a:latin typeface="Times New Roman"/>
                <a:cs typeface="Times New Roman"/>
              </a:rPr>
              <a:t>like</a:t>
            </a:r>
            <a:r>
              <a:rPr sz="2400" spc="-5" dirty="0">
                <a:latin typeface="Times New Roman"/>
                <a:cs typeface="Times New Roman"/>
              </a:rPr>
              <a:t> </a:t>
            </a:r>
            <a:r>
              <a:rPr sz="2400" spc="-10" dirty="0">
                <a:latin typeface="Times New Roman"/>
                <a:cs typeface="Times New Roman"/>
              </a:rPr>
              <a:t>t</a:t>
            </a:r>
            <a:r>
              <a:rPr sz="2400" dirty="0">
                <a:latin typeface="Times New Roman"/>
                <a:cs typeface="Times New Roman"/>
              </a:rPr>
              <a:t>o </a:t>
            </a:r>
            <a:r>
              <a:rPr sz="2400" spc="-10" dirty="0">
                <a:latin typeface="Times New Roman"/>
                <a:cs typeface="Times New Roman"/>
              </a:rPr>
              <a:t>r</a:t>
            </a:r>
            <a:r>
              <a:rPr sz="2400" spc="-20" dirty="0">
                <a:latin typeface="Times New Roman"/>
                <a:cs typeface="Times New Roman"/>
              </a:rPr>
              <a:t>eac</a:t>
            </a:r>
            <a:r>
              <a:rPr sz="2400" dirty="0">
                <a:latin typeface="Times New Roman"/>
                <a:cs typeface="Times New Roman"/>
              </a:rPr>
              <a:t>h</a:t>
            </a:r>
          </a:p>
          <a:p>
            <a:pPr>
              <a:lnSpc>
                <a:spcPct val="100000"/>
              </a:lnSpc>
              <a:spcBef>
                <a:spcPts val="45"/>
              </a:spcBef>
              <a:buFont typeface="Times New Roman"/>
              <a:buChar char="•"/>
            </a:pPr>
            <a:endParaRPr sz="2500" dirty="0">
              <a:latin typeface="Times New Roman"/>
              <a:cs typeface="Times New Roman"/>
            </a:endParaRPr>
          </a:p>
          <a:p>
            <a:pPr marL="241300" indent="-228600">
              <a:lnSpc>
                <a:spcPct val="100000"/>
              </a:lnSpc>
              <a:buFont typeface="Times New Roman"/>
              <a:buChar char="•"/>
              <a:tabLst>
                <a:tab pos="241300" algn="l"/>
              </a:tabLst>
            </a:pPr>
            <a:r>
              <a:rPr sz="2400" spc="-20" dirty="0">
                <a:latin typeface="Times New Roman"/>
                <a:cs typeface="Times New Roman"/>
              </a:rPr>
              <a:t>a</a:t>
            </a:r>
            <a:r>
              <a:rPr sz="2400" dirty="0">
                <a:latin typeface="Times New Roman"/>
                <a:cs typeface="Times New Roman"/>
              </a:rPr>
              <a:t>nd </a:t>
            </a:r>
            <a:r>
              <a:rPr sz="2400" spc="-20" dirty="0">
                <a:latin typeface="Times New Roman"/>
                <a:cs typeface="Times New Roman"/>
              </a:rPr>
              <a:t>c</a:t>
            </a:r>
            <a:r>
              <a:rPr sz="2400" dirty="0">
                <a:latin typeface="Times New Roman"/>
                <a:cs typeface="Times New Roman"/>
              </a:rPr>
              <a:t>hos</a:t>
            </a:r>
            <a:r>
              <a:rPr sz="2400" spc="-20" dirty="0">
                <a:latin typeface="Times New Roman"/>
                <a:cs typeface="Times New Roman"/>
              </a:rPr>
              <a:t>e</a:t>
            </a:r>
            <a:r>
              <a:rPr sz="2400" dirty="0">
                <a:latin typeface="Times New Roman"/>
                <a:cs typeface="Times New Roman"/>
              </a:rPr>
              <a:t>s </a:t>
            </a:r>
            <a:r>
              <a:rPr sz="2400" spc="-10" dirty="0">
                <a:latin typeface="Times New Roman"/>
                <a:cs typeface="Times New Roman"/>
              </a:rPr>
              <a:t>th</a:t>
            </a:r>
            <a:r>
              <a:rPr sz="2400" spc="-20" dirty="0">
                <a:latin typeface="Times New Roman"/>
                <a:cs typeface="Times New Roman"/>
              </a:rPr>
              <a:t>e</a:t>
            </a:r>
            <a:r>
              <a:rPr sz="2400" spc="-10" dirty="0">
                <a:latin typeface="Times New Roman"/>
                <a:cs typeface="Times New Roman"/>
              </a:rPr>
              <a:t>i</a:t>
            </a:r>
            <a:r>
              <a:rPr sz="2400" dirty="0">
                <a:latin typeface="Times New Roman"/>
                <a:cs typeface="Times New Roman"/>
              </a:rPr>
              <a:t>r </a:t>
            </a:r>
            <a:r>
              <a:rPr sz="2400" spc="-20" dirty="0">
                <a:latin typeface="Times New Roman"/>
                <a:cs typeface="Times New Roman"/>
              </a:rPr>
              <a:t>ac</a:t>
            </a:r>
            <a:r>
              <a:rPr sz="2400" spc="-10" dirty="0">
                <a:latin typeface="Times New Roman"/>
                <a:cs typeface="Times New Roman"/>
              </a:rPr>
              <a:t>ti</a:t>
            </a:r>
            <a:r>
              <a:rPr sz="2400" dirty="0">
                <a:latin typeface="Times New Roman"/>
                <a:cs typeface="Times New Roman"/>
              </a:rPr>
              <a:t>ons </a:t>
            </a:r>
            <a:r>
              <a:rPr sz="2400" spc="-20" dirty="0">
                <a:latin typeface="Times New Roman"/>
                <a:cs typeface="Times New Roman"/>
              </a:rPr>
              <a:t>acc</a:t>
            </a:r>
            <a:r>
              <a:rPr sz="2400" spc="-10" dirty="0">
                <a:latin typeface="Times New Roman"/>
                <a:cs typeface="Times New Roman"/>
              </a:rPr>
              <a:t>ordi</a:t>
            </a:r>
            <a:r>
              <a:rPr sz="2400" dirty="0">
                <a:latin typeface="Times New Roman"/>
                <a:cs typeface="Times New Roman"/>
              </a:rPr>
              <a:t>ng </a:t>
            </a:r>
            <a:r>
              <a:rPr sz="2400" spc="-10" dirty="0">
                <a:latin typeface="Times New Roman"/>
                <a:cs typeface="Times New Roman"/>
              </a:rPr>
              <a:t>t</a:t>
            </a:r>
            <a:r>
              <a:rPr sz="2400" dirty="0">
                <a:latin typeface="Times New Roman"/>
                <a:cs typeface="Times New Roman"/>
              </a:rPr>
              <a:t>o </a:t>
            </a:r>
            <a:r>
              <a:rPr sz="2400" spc="-10" dirty="0">
                <a:latin typeface="Times New Roman"/>
                <a:cs typeface="Times New Roman"/>
              </a:rPr>
              <a:t>th</a:t>
            </a:r>
            <a:r>
              <a:rPr sz="2400" spc="-20" dirty="0">
                <a:latin typeface="Times New Roman"/>
                <a:cs typeface="Times New Roman"/>
              </a:rPr>
              <a:t>e</a:t>
            </a:r>
            <a:r>
              <a:rPr sz="2400" dirty="0">
                <a:latin typeface="Times New Roman"/>
                <a:cs typeface="Times New Roman"/>
              </a:rPr>
              <a:t>s</a:t>
            </a:r>
            <a:r>
              <a:rPr sz="2400" spc="-15" dirty="0">
                <a:latin typeface="Times New Roman"/>
                <a:cs typeface="Times New Roman"/>
              </a:rPr>
              <a:t>e</a:t>
            </a:r>
            <a:r>
              <a:rPr sz="2400" spc="-5" dirty="0">
                <a:latin typeface="Times New Roman"/>
                <a:cs typeface="Times New Roman"/>
              </a:rPr>
              <a:t> </a:t>
            </a:r>
            <a:r>
              <a:rPr sz="2400" spc="-10" dirty="0">
                <a:latin typeface="Times New Roman"/>
                <a:cs typeface="Times New Roman"/>
              </a:rPr>
              <a:t>t</a:t>
            </a:r>
            <a:r>
              <a:rPr sz="2400" spc="-20" dirty="0">
                <a:latin typeface="Times New Roman"/>
                <a:cs typeface="Times New Roman"/>
              </a:rPr>
              <a:t>a</a:t>
            </a:r>
            <a:r>
              <a:rPr sz="2400" spc="-45" dirty="0">
                <a:latin typeface="Times New Roman"/>
                <a:cs typeface="Times New Roman"/>
              </a:rPr>
              <a:t>r</a:t>
            </a:r>
            <a:r>
              <a:rPr sz="2400" spc="-15" dirty="0">
                <a:latin typeface="Times New Roman"/>
                <a:cs typeface="Times New Roman"/>
              </a:rPr>
              <a:t>g</a:t>
            </a:r>
            <a:r>
              <a:rPr sz="2400" spc="-20" dirty="0">
                <a:latin typeface="Times New Roman"/>
                <a:cs typeface="Times New Roman"/>
              </a:rPr>
              <a:t>e</a:t>
            </a:r>
            <a:r>
              <a:rPr sz="2400" spc="-10" dirty="0">
                <a:latin typeface="Times New Roman"/>
                <a:cs typeface="Times New Roman"/>
              </a:rPr>
              <a:t>t</a:t>
            </a:r>
            <a:r>
              <a:rPr sz="2400" dirty="0">
                <a:latin typeface="Times New Roman"/>
                <a:cs typeface="Times New Roman"/>
              </a:rPr>
              <a:t> s</a:t>
            </a:r>
            <a:r>
              <a:rPr sz="2400" spc="-10" dirty="0">
                <a:latin typeface="Times New Roman"/>
                <a:cs typeface="Times New Roman"/>
              </a:rPr>
              <a:t>t</a:t>
            </a:r>
            <a:r>
              <a:rPr sz="2400" spc="-20" dirty="0">
                <a:latin typeface="Times New Roman"/>
                <a:cs typeface="Times New Roman"/>
              </a:rPr>
              <a:t>a</a:t>
            </a:r>
            <a:r>
              <a:rPr sz="2400" spc="-10" dirty="0">
                <a:latin typeface="Times New Roman"/>
                <a:cs typeface="Times New Roman"/>
              </a:rPr>
              <a:t>t</a:t>
            </a:r>
            <a:r>
              <a:rPr sz="2400" spc="-20" dirty="0">
                <a:latin typeface="Times New Roman"/>
                <a:cs typeface="Times New Roman"/>
              </a:rPr>
              <a:t>e</a:t>
            </a:r>
            <a:r>
              <a:rPr sz="2400" dirty="0">
                <a:latin typeface="Times New Roman"/>
                <a:cs typeface="Times New Roman"/>
              </a:rPr>
              <a:t>s</a:t>
            </a:r>
          </a:p>
          <a:p>
            <a:pPr>
              <a:lnSpc>
                <a:spcPct val="100000"/>
              </a:lnSpc>
              <a:spcBef>
                <a:spcPts val="45"/>
              </a:spcBef>
              <a:buFont typeface="Times New Roman"/>
              <a:buChar char="•"/>
            </a:pPr>
            <a:endParaRPr sz="2500" dirty="0">
              <a:latin typeface="Times New Roman"/>
              <a:cs typeface="Times New Roman"/>
            </a:endParaRPr>
          </a:p>
          <a:p>
            <a:pPr marL="241300" indent="-228600">
              <a:lnSpc>
                <a:spcPct val="100000"/>
              </a:lnSpc>
              <a:buFont typeface="Times New Roman"/>
              <a:buChar char="•"/>
              <a:tabLst>
                <a:tab pos="241300" algn="l"/>
              </a:tabLst>
            </a:pPr>
            <a:r>
              <a:rPr sz="2400" spc="-10" dirty="0">
                <a:latin typeface="Times New Roman"/>
                <a:cs typeface="Times New Roman"/>
              </a:rPr>
              <a:t>thi</a:t>
            </a:r>
            <a:r>
              <a:rPr sz="2400" dirty="0">
                <a:latin typeface="Times New Roman"/>
                <a:cs typeface="Times New Roman"/>
              </a:rPr>
              <a:t>s </a:t>
            </a:r>
            <a:r>
              <a:rPr sz="2400" spc="-15" dirty="0">
                <a:latin typeface="Times New Roman"/>
                <a:cs typeface="Times New Roman"/>
              </a:rPr>
              <a:t>do</a:t>
            </a:r>
            <a:r>
              <a:rPr sz="2400" spc="-20" dirty="0">
                <a:latin typeface="Times New Roman"/>
                <a:cs typeface="Times New Roman"/>
              </a:rPr>
              <a:t>e</a:t>
            </a:r>
            <a:r>
              <a:rPr sz="2400" dirty="0">
                <a:latin typeface="Times New Roman"/>
                <a:cs typeface="Times New Roman"/>
              </a:rPr>
              <a:t>s </a:t>
            </a:r>
            <a:r>
              <a:rPr sz="2400" i="1" spc="-15" dirty="0">
                <a:latin typeface="Times New Roman"/>
                <a:cs typeface="Times New Roman"/>
              </a:rPr>
              <a:t>not</a:t>
            </a:r>
            <a:r>
              <a:rPr sz="2400" i="1" dirty="0">
                <a:latin typeface="Times New Roman"/>
                <a:cs typeface="Times New Roman"/>
              </a:rPr>
              <a:t> </a:t>
            </a:r>
            <a:r>
              <a:rPr sz="2400" spc="-15" dirty="0">
                <a:latin typeface="Times New Roman"/>
                <a:cs typeface="Times New Roman"/>
              </a:rPr>
              <a:t>n</a:t>
            </a:r>
            <a:r>
              <a:rPr sz="2400" spc="-20" dirty="0">
                <a:latin typeface="Times New Roman"/>
                <a:cs typeface="Times New Roman"/>
              </a:rPr>
              <a:t>ece</a:t>
            </a:r>
            <a:r>
              <a:rPr sz="2400" dirty="0">
                <a:latin typeface="Times New Roman"/>
                <a:cs typeface="Times New Roman"/>
              </a:rPr>
              <a:t>ss</a:t>
            </a:r>
            <a:r>
              <a:rPr sz="2400" spc="-20" dirty="0">
                <a:latin typeface="Times New Roman"/>
                <a:cs typeface="Times New Roman"/>
              </a:rPr>
              <a:t>a</a:t>
            </a:r>
            <a:r>
              <a:rPr sz="2400" spc="-10" dirty="0">
                <a:latin typeface="Times New Roman"/>
                <a:cs typeface="Times New Roman"/>
              </a:rPr>
              <a:t>ril</a:t>
            </a:r>
            <a:r>
              <a:rPr sz="2400" dirty="0">
                <a:latin typeface="Times New Roman"/>
                <a:cs typeface="Times New Roman"/>
              </a:rPr>
              <a:t>y </a:t>
            </a:r>
            <a:r>
              <a:rPr sz="2400" spc="-20" dirty="0">
                <a:latin typeface="Times New Roman"/>
                <a:cs typeface="Times New Roman"/>
              </a:rPr>
              <a:t>mea</a:t>
            </a:r>
            <a:r>
              <a:rPr sz="2400" dirty="0">
                <a:latin typeface="Times New Roman"/>
                <a:cs typeface="Times New Roman"/>
              </a:rPr>
              <a:t>ns </a:t>
            </a:r>
            <a:r>
              <a:rPr sz="2400" spc="-10" dirty="0">
                <a:latin typeface="Times New Roman"/>
                <a:cs typeface="Times New Roman"/>
              </a:rPr>
              <a:t>th</a:t>
            </a:r>
            <a:r>
              <a:rPr sz="2400" spc="-20" dirty="0">
                <a:latin typeface="Times New Roman"/>
                <a:cs typeface="Times New Roman"/>
              </a:rPr>
              <a:t>a</a:t>
            </a:r>
            <a:r>
              <a:rPr sz="2400" spc="-10" dirty="0">
                <a:latin typeface="Times New Roman"/>
                <a:cs typeface="Times New Roman"/>
              </a:rPr>
              <a:t>t</a:t>
            </a:r>
            <a:r>
              <a:rPr lang="en-US" sz="2400" spc="-10" dirty="0">
                <a:latin typeface="Times New Roman"/>
                <a:cs typeface="Times New Roman"/>
              </a:rPr>
              <a:t> </a:t>
            </a:r>
            <a:r>
              <a:rPr sz="2400" spc="-10" dirty="0">
                <a:latin typeface="Times New Roman"/>
                <a:cs typeface="Times New Roman"/>
              </a:rPr>
              <a:t>the</a:t>
            </a:r>
            <a:r>
              <a:rPr sz="2400" spc="-5" dirty="0">
                <a:latin typeface="Times New Roman"/>
                <a:cs typeface="Times New Roman"/>
              </a:rPr>
              <a:t> </a:t>
            </a:r>
            <a:r>
              <a:rPr sz="2400" spc="-20" dirty="0">
                <a:latin typeface="Times New Roman"/>
                <a:cs typeface="Times New Roman"/>
              </a:rPr>
              <a:t>a</a:t>
            </a:r>
            <a:r>
              <a:rPr sz="2400" spc="-15" dirty="0">
                <a:latin typeface="Times New Roman"/>
                <a:cs typeface="Times New Roman"/>
              </a:rPr>
              <a:t>g</a:t>
            </a:r>
            <a:r>
              <a:rPr sz="2400" spc="-20" dirty="0">
                <a:latin typeface="Times New Roman"/>
                <a:cs typeface="Times New Roman"/>
              </a:rPr>
              <a:t>e</a:t>
            </a:r>
            <a:r>
              <a:rPr sz="2400" spc="-10" dirty="0">
                <a:latin typeface="Times New Roman"/>
                <a:cs typeface="Times New Roman"/>
              </a:rPr>
              <a:t>nt</a:t>
            </a:r>
            <a:r>
              <a:rPr sz="2400" dirty="0">
                <a:latin typeface="Times New Roman"/>
                <a:cs typeface="Times New Roman"/>
              </a:rPr>
              <a:t> </a:t>
            </a:r>
            <a:r>
              <a:rPr sz="2400" spc="-10" dirty="0">
                <a:latin typeface="Times New Roman"/>
                <a:cs typeface="Times New Roman"/>
              </a:rPr>
              <a:t>i</a:t>
            </a:r>
            <a:r>
              <a:rPr sz="2400" dirty="0">
                <a:latin typeface="Times New Roman"/>
                <a:cs typeface="Times New Roman"/>
              </a:rPr>
              <a:t>s s</a:t>
            </a:r>
            <a:r>
              <a:rPr sz="2400" spc="-20" dirty="0">
                <a:latin typeface="Times New Roman"/>
                <a:cs typeface="Times New Roman"/>
              </a:rPr>
              <a:t>e</a:t>
            </a:r>
            <a:r>
              <a:rPr sz="2400" spc="-10" dirty="0">
                <a:latin typeface="Times New Roman"/>
                <a:cs typeface="Times New Roman"/>
              </a:rPr>
              <a:t>lfi</a:t>
            </a:r>
            <a:r>
              <a:rPr sz="2400" dirty="0">
                <a:latin typeface="Times New Roman"/>
                <a:cs typeface="Times New Roman"/>
              </a:rPr>
              <a:t>sh</a:t>
            </a:r>
            <a:r>
              <a:rPr lang="en-US" sz="2400" dirty="0">
                <a:latin typeface="Times New Roman"/>
                <a:cs typeface="Times New Roman"/>
              </a:rPr>
              <a:t> (unwilling to cooperate)</a:t>
            </a:r>
            <a:r>
              <a:rPr sz="2400" dirty="0">
                <a:latin typeface="Times New Roman"/>
                <a:cs typeface="Times New Roman"/>
              </a:rPr>
              <a:t> or </a:t>
            </a:r>
            <a:r>
              <a:rPr sz="2400" spc="-20" dirty="0">
                <a:latin typeface="Times New Roman"/>
                <a:cs typeface="Times New Roman"/>
              </a:rPr>
              <a:t>ac</a:t>
            </a:r>
            <a:r>
              <a:rPr sz="2400" spc="-10" dirty="0">
                <a:latin typeface="Times New Roman"/>
                <a:cs typeface="Times New Roman"/>
              </a:rPr>
              <a:t>t</a:t>
            </a:r>
            <a:r>
              <a:rPr sz="2400" dirty="0">
                <a:latin typeface="Times New Roman"/>
                <a:cs typeface="Times New Roman"/>
              </a:rPr>
              <a:t>s </a:t>
            </a:r>
            <a:r>
              <a:rPr sz="2400" spc="-20" dirty="0">
                <a:latin typeface="Times New Roman"/>
                <a:cs typeface="Times New Roman"/>
              </a:rPr>
              <a:t>a</a:t>
            </a:r>
            <a:r>
              <a:rPr sz="2400" spc="-15" dirty="0">
                <a:latin typeface="Times New Roman"/>
                <a:cs typeface="Times New Roman"/>
              </a:rPr>
              <a:t>g</a:t>
            </a:r>
            <a:r>
              <a:rPr sz="2400" spc="-20" dirty="0">
                <a:latin typeface="Times New Roman"/>
                <a:cs typeface="Times New Roman"/>
              </a:rPr>
              <a:t>a</a:t>
            </a:r>
            <a:r>
              <a:rPr sz="2400" spc="-10" dirty="0">
                <a:latin typeface="Times New Roman"/>
                <a:cs typeface="Times New Roman"/>
              </a:rPr>
              <a:t>i</a:t>
            </a:r>
            <a:r>
              <a:rPr sz="2400" dirty="0">
                <a:latin typeface="Times New Roman"/>
                <a:cs typeface="Times New Roman"/>
              </a:rPr>
              <a:t>ns</a:t>
            </a:r>
            <a:r>
              <a:rPr sz="2400" spc="-10" dirty="0">
                <a:latin typeface="Times New Roman"/>
                <a:cs typeface="Times New Roman"/>
              </a:rPr>
              <a:t>t</a:t>
            </a:r>
            <a:r>
              <a:rPr sz="2400" dirty="0">
                <a:latin typeface="Times New Roman"/>
                <a:cs typeface="Times New Roman"/>
              </a:rPr>
              <a:t> </a:t>
            </a:r>
            <a:r>
              <a:rPr sz="2400" spc="-15" dirty="0">
                <a:latin typeface="Times New Roman"/>
                <a:cs typeface="Times New Roman"/>
              </a:rPr>
              <a:t>oth</a:t>
            </a:r>
            <a:r>
              <a:rPr sz="2400" spc="-20" dirty="0">
                <a:latin typeface="Times New Roman"/>
                <a:cs typeface="Times New Roman"/>
              </a:rPr>
              <a:t>e</a:t>
            </a:r>
            <a:r>
              <a:rPr sz="2400" dirty="0">
                <a:latin typeface="Times New Roman"/>
                <a:cs typeface="Times New Roman"/>
              </a:rPr>
              <a:t>rs</a:t>
            </a:r>
          </a:p>
          <a:p>
            <a:pPr>
              <a:lnSpc>
                <a:spcPct val="100000"/>
              </a:lnSpc>
              <a:spcBef>
                <a:spcPts val="45"/>
              </a:spcBef>
            </a:pPr>
            <a:endParaRPr sz="2500" dirty="0">
              <a:latin typeface="Times New Roman"/>
              <a:cs typeface="Times New Roman"/>
            </a:endParaRPr>
          </a:p>
          <a:p>
            <a:pPr marL="241300" indent="-228600">
              <a:lnSpc>
                <a:spcPct val="100000"/>
              </a:lnSpc>
              <a:buFont typeface="Times New Roman"/>
              <a:buChar char="•"/>
              <a:tabLst>
                <a:tab pos="241300" algn="l"/>
              </a:tabLst>
            </a:pPr>
            <a:r>
              <a:rPr sz="2400" spc="-20" dirty="0">
                <a:latin typeface="Times New Roman"/>
                <a:cs typeface="Times New Roman"/>
              </a:rPr>
              <a:t>a</a:t>
            </a:r>
            <a:r>
              <a:rPr sz="2400" spc="-15" dirty="0">
                <a:latin typeface="Times New Roman"/>
                <a:cs typeface="Times New Roman"/>
              </a:rPr>
              <a:t>g</a:t>
            </a:r>
            <a:r>
              <a:rPr sz="2400" spc="-20" dirty="0">
                <a:latin typeface="Times New Roman"/>
                <a:cs typeface="Times New Roman"/>
              </a:rPr>
              <a:t>e</a:t>
            </a:r>
            <a:r>
              <a:rPr sz="2400" spc="-10" dirty="0">
                <a:latin typeface="Times New Roman"/>
                <a:cs typeface="Times New Roman"/>
              </a:rPr>
              <a:t>nt</a:t>
            </a:r>
            <a:r>
              <a:rPr sz="2400" dirty="0">
                <a:latin typeface="Times New Roman"/>
                <a:cs typeface="Times New Roman"/>
              </a:rPr>
              <a:t>s </a:t>
            </a:r>
            <a:r>
              <a:rPr sz="2400" spc="-15" dirty="0">
                <a:latin typeface="Times New Roman"/>
                <a:cs typeface="Times New Roman"/>
              </a:rPr>
              <a:t>ind</a:t>
            </a:r>
            <a:r>
              <a:rPr sz="2400" spc="-20" dirty="0">
                <a:latin typeface="Times New Roman"/>
                <a:cs typeface="Times New Roman"/>
              </a:rPr>
              <a:t>e</a:t>
            </a:r>
            <a:r>
              <a:rPr sz="2400" spc="-15" dirty="0">
                <a:latin typeface="Times New Roman"/>
                <a:cs typeface="Times New Roman"/>
              </a:rPr>
              <a:t>p</a:t>
            </a:r>
            <a:r>
              <a:rPr sz="2400" spc="-20" dirty="0">
                <a:latin typeface="Times New Roman"/>
                <a:cs typeface="Times New Roman"/>
              </a:rPr>
              <a:t>e</a:t>
            </a:r>
            <a:r>
              <a:rPr sz="2400" spc="-15" dirty="0">
                <a:latin typeface="Times New Roman"/>
                <a:cs typeface="Times New Roman"/>
              </a:rPr>
              <a:t>nd</a:t>
            </a:r>
            <a:r>
              <a:rPr sz="2400" spc="-20" dirty="0">
                <a:latin typeface="Times New Roman"/>
                <a:cs typeface="Times New Roman"/>
              </a:rPr>
              <a:t>e</a:t>
            </a:r>
            <a:r>
              <a:rPr sz="2400" spc="-10" dirty="0">
                <a:latin typeface="Times New Roman"/>
                <a:cs typeface="Times New Roman"/>
              </a:rPr>
              <a:t>ntl</a:t>
            </a:r>
            <a:r>
              <a:rPr sz="2400" dirty="0">
                <a:latin typeface="Times New Roman"/>
                <a:cs typeface="Times New Roman"/>
              </a:rPr>
              <a:t>y </a:t>
            </a:r>
            <a:r>
              <a:rPr sz="2400" spc="-20" dirty="0">
                <a:latin typeface="Times New Roman"/>
                <a:cs typeface="Times New Roman"/>
              </a:rPr>
              <a:t>ma</a:t>
            </a:r>
            <a:r>
              <a:rPr sz="2400" spc="-15" dirty="0">
                <a:latin typeface="Times New Roman"/>
                <a:cs typeface="Times New Roman"/>
              </a:rPr>
              <a:t>ximi</a:t>
            </a:r>
            <a:r>
              <a:rPr sz="2400" dirty="0">
                <a:latin typeface="Times New Roman"/>
                <a:cs typeface="Times New Roman"/>
              </a:rPr>
              <a:t>s</a:t>
            </a:r>
            <a:r>
              <a:rPr sz="2400" spc="-15" dirty="0">
                <a:latin typeface="Times New Roman"/>
                <a:cs typeface="Times New Roman"/>
              </a:rPr>
              <a:t>e</a:t>
            </a:r>
            <a:r>
              <a:rPr sz="2400" spc="-5" dirty="0">
                <a:latin typeface="Times New Roman"/>
                <a:cs typeface="Times New Roman"/>
              </a:rPr>
              <a:t> </a:t>
            </a:r>
            <a:r>
              <a:rPr sz="2400" spc="-10" dirty="0">
                <a:latin typeface="Times New Roman"/>
                <a:cs typeface="Times New Roman"/>
              </a:rPr>
              <a:t>th</a:t>
            </a:r>
            <a:r>
              <a:rPr sz="2400" spc="-20" dirty="0">
                <a:latin typeface="Times New Roman"/>
                <a:cs typeface="Times New Roman"/>
              </a:rPr>
              <a:t>e</a:t>
            </a:r>
            <a:r>
              <a:rPr sz="2400" spc="-10" dirty="0">
                <a:latin typeface="Times New Roman"/>
                <a:cs typeface="Times New Roman"/>
              </a:rPr>
              <a:t>i</a:t>
            </a:r>
            <a:r>
              <a:rPr sz="2400" dirty="0">
                <a:latin typeface="Times New Roman"/>
                <a:cs typeface="Times New Roman"/>
              </a:rPr>
              <a:t>r own </a:t>
            </a:r>
            <a:r>
              <a:rPr sz="2400" spc="-10" dirty="0">
                <a:latin typeface="Times New Roman"/>
                <a:cs typeface="Times New Roman"/>
              </a:rPr>
              <a:t>‘utilit</a:t>
            </a:r>
            <a:r>
              <a:rPr sz="2400" dirty="0">
                <a:latin typeface="Times New Roman"/>
                <a:cs typeface="Times New Roman"/>
              </a:rPr>
              <a:t>y’</a:t>
            </a:r>
            <a:r>
              <a:rPr sz="2400" spc="-180" dirty="0">
                <a:latin typeface="Times New Roman"/>
                <a:cs typeface="Times New Roman"/>
              </a:rPr>
              <a:t> </a:t>
            </a:r>
            <a:r>
              <a:rPr sz="2400" spc="-10" dirty="0">
                <a:latin typeface="Times New Roman"/>
                <a:cs typeface="Times New Roman"/>
              </a:rPr>
              <a:t>(</a:t>
            </a:r>
            <a:r>
              <a:rPr sz="2400" spc="-20" dirty="0">
                <a:latin typeface="Times New Roman"/>
                <a:cs typeface="Times New Roman"/>
              </a:rPr>
              <a:t>“</a:t>
            </a:r>
            <a:r>
              <a:rPr sz="2400" spc="-10" dirty="0">
                <a:latin typeface="Times New Roman"/>
                <a:cs typeface="Times New Roman"/>
              </a:rPr>
              <a:t>r</a:t>
            </a:r>
            <a:r>
              <a:rPr sz="2400" spc="-20" dirty="0">
                <a:latin typeface="Times New Roman"/>
                <a:cs typeface="Times New Roman"/>
              </a:rPr>
              <a:t>a</a:t>
            </a:r>
            <a:r>
              <a:rPr sz="2400" spc="-10" dirty="0">
                <a:latin typeface="Times New Roman"/>
                <a:cs typeface="Times New Roman"/>
              </a:rPr>
              <a:t>tion</a:t>
            </a:r>
            <a:r>
              <a:rPr sz="2400" spc="-20" dirty="0">
                <a:latin typeface="Times New Roman"/>
                <a:cs typeface="Times New Roman"/>
              </a:rPr>
              <a:t>a</a:t>
            </a:r>
            <a:r>
              <a:rPr sz="2400" spc="-10" dirty="0">
                <a:latin typeface="Times New Roman"/>
                <a:cs typeface="Times New Roman"/>
              </a:rPr>
              <a:t>lity</a:t>
            </a:r>
            <a:r>
              <a:rPr sz="2400" spc="-20" dirty="0">
                <a:latin typeface="Times New Roman"/>
                <a:cs typeface="Times New Roman"/>
              </a:rPr>
              <a:t>”</a:t>
            </a:r>
            <a:r>
              <a:rPr sz="2400" dirty="0">
                <a:latin typeface="Times New Roman"/>
                <a:cs typeface="Times New Roman"/>
              </a:rPr>
              <a:t>)</a:t>
            </a:r>
          </a:p>
        </p:txBody>
      </p:sp>
      <p:sp>
        <p:nvSpPr>
          <p:cNvPr id="7" name="Slide Number Placeholder 6">
            <a:extLst>
              <a:ext uri="{FF2B5EF4-FFF2-40B4-BE49-F238E27FC236}">
                <a16:creationId xmlns:a16="http://schemas.microsoft.com/office/drawing/2014/main" id="{1463A5C0-D5BC-A5AE-87C0-02CFB23254B9}"/>
              </a:ext>
            </a:extLst>
          </p:cNvPr>
          <p:cNvSpPr>
            <a:spLocks noGrp="1"/>
          </p:cNvSpPr>
          <p:nvPr>
            <p:ph type="sldNum" sz="quarter" idx="2"/>
          </p:nvPr>
        </p:nvSpPr>
        <p:spPr/>
        <p:txBody>
          <a:bodyPr/>
          <a:lstStyle/>
          <a:p>
            <a:fld id="{86CB4B4D-7CA3-9044-876B-883B54F8677D}" type="slidenum">
              <a:rPr lang="en-US" smtClean="0"/>
              <a:pPr/>
              <a:t>11</a:t>
            </a:fld>
            <a:r>
              <a:rPr lang="en-US" dirty="0"/>
              <a:t>/33</a:t>
            </a:r>
          </a:p>
        </p:txBody>
      </p:sp>
      <p:sp>
        <p:nvSpPr>
          <p:cNvPr id="8" name="Footer Placeholder 7">
            <a:extLst>
              <a:ext uri="{FF2B5EF4-FFF2-40B4-BE49-F238E27FC236}">
                <a16:creationId xmlns:a16="http://schemas.microsoft.com/office/drawing/2014/main" id="{20C221EE-89AE-F34F-8E20-6294DE62965A}"/>
              </a:ext>
            </a:extLst>
          </p:cNvPr>
          <p:cNvSpPr>
            <a:spLocks noGrp="1"/>
          </p:cNvSpPr>
          <p:nvPr>
            <p:ph type="ftr" sz="quarter" idx="5"/>
          </p:nvPr>
        </p:nvSpPr>
        <p:spPr/>
        <p:txBody>
          <a:bodyPr/>
          <a:lstStyle/>
          <a:p>
            <a:pPr defTabSz="406400" hangingPunct="0">
              <a:defRPr/>
            </a:pPr>
            <a:r>
              <a:rPr lang="en-US" dirty="0"/>
              <a:t>Week-6</a:t>
            </a:r>
          </a:p>
        </p:txBody>
      </p:sp>
      <p:sp>
        <p:nvSpPr>
          <p:cNvPr id="9" name="Rectangle 8">
            <a:extLst>
              <a:ext uri="{FF2B5EF4-FFF2-40B4-BE49-F238E27FC236}">
                <a16:creationId xmlns:a16="http://schemas.microsoft.com/office/drawing/2014/main" id="{AC4B7CC4-E650-F34A-EDCE-F68FB41A505F}"/>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0D93D1E-2F1E-A4F4-0AA8-6FDE9F7812AB}"/>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6D881B2-67FC-253F-3C5A-FE0107FADC43}"/>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8883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2">
            <a:extLst>
              <a:ext uri="{FF2B5EF4-FFF2-40B4-BE49-F238E27FC236}">
                <a16:creationId xmlns:a16="http://schemas.microsoft.com/office/drawing/2014/main" id="{089BE931-8A46-2D20-658F-D3130BB8A039}"/>
              </a:ext>
            </a:extLst>
          </p:cNvPr>
          <p:cNvSpPr txBox="1"/>
          <p:nvPr/>
        </p:nvSpPr>
        <p:spPr>
          <a:xfrm>
            <a:off x="483583" y="296332"/>
            <a:ext cx="4472940" cy="386715"/>
          </a:xfrm>
          <a:prstGeom prst="rect">
            <a:avLst/>
          </a:prstGeom>
        </p:spPr>
        <p:txBody>
          <a:bodyPr vert="horz" wrap="square" lIns="0" tIns="0" rIns="0" bIns="0" rtlCol="0">
            <a:spAutoFit/>
          </a:bodyPr>
          <a:lstStyle/>
          <a:p>
            <a:pPr marL="12700">
              <a:lnSpc>
                <a:spcPct val="100000"/>
              </a:lnSpc>
            </a:pPr>
            <a:r>
              <a:rPr sz="2850" spc="-145" dirty="0">
                <a:latin typeface="Tahoma"/>
                <a:cs typeface="Tahoma"/>
              </a:rPr>
              <a:t>Ex</a:t>
            </a:r>
            <a:r>
              <a:rPr sz="2850" spc="-135" dirty="0">
                <a:latin typeface="Tahoma"/>
                <a:cs typeface="Tahoma"/>
              </a:rPr>
              <a:t>a</a:t>
            </a:r>
            <a:r>
              <a:rPr sz="2850" spc="-145" dirty="0">
                <a:latin typeface="Tahoma"/>
                <a:cs typeface="Tahoma"/>
              </a:rPr>
              <a:t>mple</a:t>
            </a:r>
            <a:r>
              <a:rPr sz="2850" spc="40" dirty="0">
                <a:latin typeface="Tahoma"/>
                <a:cs typeface="Tahoma"/>
              </a:rPr>
              <a:t>:</a:t>
            </a:r>
            <a:r>
              <a:rPr sz="2850" spc="-150" dirty="0">
                <a:latin typeface="Tahoma"/>
                <a:cs typeface="Tahoma"/>
              </a:rPr>
              <a:t> </a:t>
            </a:r>
            <a:r>
              <a:rPr sz="2850" spc="-100" dirty="0">
                <a:latin typeface="Tahoma"/>
                <a:cs typeface="Tahoma"/>
              </a:rPr>
              <a:t>friend</a:t>
            </a:r>
            <a:r>
              <a:rPr sz="2850" spc="110" dirty="0">
                <a:latin typeface="Tahoma"/>
                <a:cs typeface="Tahoma"/>
              </a:rPr>
              <a:t>s</a:t>
            </a:r>
            <a:r>
              <a:rPr sz="2850" spc="-350" dirty="0">
                <a:latin typeface="Tahoma"/>
                <a:cs typeface="Tahoma"/>
              </a:rPr>
              <a:t> </a:t>
            </a:r>
            <a:r>
              <a:rPr sz="2850" spc="-114" dirty="0">
                <a:latin typeface="Tahoma"/>
                <a:cs typeface="Tahoma"/>
              </a:rPr>
              <a:t>an</a:t>
            </a:r>
            <a:r>
              <a:rPr sz="2850" spc="90" dirty="0">
                <a:latin typeface="Tahoma"/>
                <a:cs typeface="Tahoma"/>
              </a:rPr>
              <a:t>d</a:t>
            </a:r>
            <a:r>
              <a:rPr sz="2850" spc="-355" dirty="0">
                <a:latin typeface="Tahoma"/>
                <a:cs typeface="Tahoma"/>
              </a:rPr>
              <a:t> </a:t>
            </a:r>
            <a:r>
              <a:rPr sz="2850" spc="-105" dirty="0">
                <a:latin typeface="Tahoma"/>
                <a:cs typeface="Tahoma"/>
              </a:rPr>
              <a:t>enemies</a:t>
            </a:r>
            <a:endParaRPr sz="2850" dirty="0">
              <a:latin typeface="Tahoma"/>
              <a:cs typeface="Tahoma"/>
            </a:endParaRPr>
          </a:p>
        </p:txBody>
      </p:sp>
      <p:sp>
        <p:nvSpPr>
          <p:cNvPr id="6" name="object 3">
            <a:extLst>
              <a:ext uri="{FF2B5EF4-FFF2-40B4-BE49-F238E27FC236}">
                <a16:creationId xmlns:a16="http://schemas.microsoft.com/office/drawing/2014/main" id="{BA9897CA-4734-6302-D7FA-9EA7E18EE70E}"/>
              </a:ext>
            </a:extLst>
          </p:cNvPr>
          <p:cNvSpPr txBox="1"/>
          <p:nvPr/>
        </p:nvSpPr>
        <p:spPr>
          <a:xfrm>
            <a:off x="510921" y="1138982"/>
            <a:ext cx="8389620" cy="4795095"/>
          </a:xfrm>
          <a:prstGeom prst="rect">
            <a:avLst/>
          </a:prstGeom>
        </p:spPr>
        <p:txBody>
          <a:bodyPr vert="horz" wrap="square" lIns="0" tIns="0" rIns="0" bIns="0" rtlCol="0">
            <a:spAutoFit/>
          </a:bodyPr>
          <a:lstStyle/>
          <a:p>
            <a:pPr marL="12700">
              <a:lnSpc>
                <a:spcPct val="100000"/>
              </a:lnSpc>
            </a:pPr>
            <a:r>
              <a:rPr sz="2400" dirty="0">
                <a:latin typeface="Times New Roman"/>
                <a:cs typeface="Times New Roman"/>
              </a:rPr>
              <a:t>A</a:t>
            </a:r>
            <a:r>
              <a:rPr sz="2400" spc="-10" dirty="0">
                <a:latin typeface="Times New Roman"/>
                <a:cs typeface="Times New Roman"/>
              </a:rPr>
              <a:t>li</a:t>
            </a:r>
            <a:r>
              <a:rPr sz="2400" spc="-20" dirty="0">
                <a:latin typeface="Times New Roman"/>
                <a:cs typeface="Times New Roman"/>
              </a:rPr>
              <a:t>c</a:t>
            </a:r>
            <a:r>
              <a:rPr sz="2400" spc="-15" dirty="0">
                <a:latin typeface="Times New Roman"/>
                <a:cs typeface="Times New Roman"/>
              </a:rPr>
              <a:t>e</a:t>
            </a:r>
            <a:r>
              <a:rPr sz="2400" spc="-5" dirty="0">
                <a:latin typeface="Times New Roman"/>
                <a:cs typeface="Times New Roman"/>
              </a:rPr>
              <a:t> </a:t>
            </a:r>
            <a:r>
              <a:rPr sz="2400" spc="-20" dirty="0">
                <a:latin typeface="Times New Roman"/>
                <a:cs typeface="Times New Roman"/>
              </a:rPr>
              <a:t>c</a:t>
            </a:r>
            <a:r>
              <a:rPr sz="2400" dirty="0">
                <a:latin typeface="Times New Roman"/>
                <a:cs typeface="Times New Roman"/>
              </a:rPr>
              <a:t>hos</a:t>
            </a:r>
            <a:r>
              <a:rPr sz="2400" spc="-20" dirty="0">
                <a:latin typeface="Times New Roman"/>
                <a:cs typeface="Times New Roman"/>
              </a:rPr>
              <a:t>e</a:t>
            </a:r>
            <a:r>
              <a:rPr sz="2400" dirty="0">
                <a:latin typeface="Times New Roman"/>
                <a:cs typeface="Times New Roman"/>
              </a:rPr>
              <a:t>s </a:t>
            </a:r>
            <a:r>
              <a:rPr sz="2400" spc="-15" dirty="0">
                <a:latin typeface="Times New Roman"/>
                <a:cs typeface="Times New Roman"/>
              </a:rPr>
              <a:t>h</a:t>
            </a:r>
            <a:r>
              <a:rPr sz="2400" spc="-20" dirty="0">
                <a:latin typeface="Times New Roman"/>
                <a:cs typeface="Times New Roman"/>
              </a:rPr>
              <a:t>e</a:t>
            </a:r>
            <a:r>
              <a:rPr sz="2400" dirty="0">
                <a:latin typeface="Times New Roman"/>
                <a:cs typeface="Times New Roman"/>
              </a:rPr>
              <a:t>r </a:t>
            </a:r>
            <a:r>
              <a:rPr sz="2400" spc="-15" dirty="0">
                <a:latin typeface="Times New Roman"/>
                <a:cs typeface="Times New Roman"/>
              </a:rPr>
              <a:t>d</a:t>
            </a:r>
            <a:r>
              <a:rPr sz="2400" spc="-20" dirty="0">
                <a:latin typeface="Times New Roman"/>
                <a:cs typeface="Times New Roman"/>
              </a:rPr>
              <a:t>e</a:t>
            </a:r>
            <a:r>
              <a:rPr sz="2400" dirty="0">
                <a:latin typeface="Times New Roman"/>
                <a:cs typeface="Times New Roman"/>
              </a:rPr>
              <a:t>s</a:t>
            </a:r>
            <a:r>
              <a:rPr sz="2400" spc="-10" dirty="0">
                <a:latin typeface="Times New Roman"/>
                <a:cs typeface="Times New Roman"/>
              </a:rPr>
              <a:t>tin</a:t>
            </a:r>
            <a:r>
              <a:rPr sz="2400" spc="-20" dirty="0">
                <a:latin typeface="Times New Roman"/>
                <a:cs typeface="Times New Roman"/>
              </a:rPr>
              <a:t>a</a:t>
            </a:r>
            <a:r>
              <a:rPr sz="2400" spc="-10" dirty="0">
                <a:latin typeface="Times New Roman"/>
                <a:cs typeface="Times New Roman"/>
              </a:rPr>
              <a:t>ti</a:t>
            </a:r>
            <a:r>
              <a:rPr sz="2400" dirty="0">
                <a:latin typeface="Times New Roman"/>
                <a:cs typeface="Times New Roman"/>
              </a:rPr>
              <a:t>on for </a:t>
            </a:r>
            <a:r>
              <a:rPr sz="2400" spc="-10" dirty="0">
                <a:latin typeface="Times New Roman"/>
                <a:cs typeface="Times New Roman"/>
              </a:rPr>
              <a:t>the</a:t>
            </a:r>
            <a:r>
              <a:rPr sz="2400" spc="-5" dirty="0">
                <a:latin typeface="Times New Roman"/>
                <a:cs typeface="Times New Roman"/>
              </a:rPr>
              <a:t> </a:t>
            </a:r>
            <a:r>
              <a:rPr sz="2400" spc="-20" dirty="0">
                <a:latin typeface="Times New Roman"/>
                <a:cs typeface="Times New Roman"/>
              </a:rPr>
              <a:t>e</a:t>
            </a:r>
            <a:r>
              <a:rPr sz="2400" spc="-15" dirty="0">
                <a:latin typeface="Times New Roman"/>
                <a:cs typeface="Times New Roman"/>
              </a:rPr>
              <a:t>v</a:t>
            </a:r>
            <a:r>
              <a:rPr sz="2400" spc="-20" dirty="0">
                <a:latin typeface="Times New Roman"/>
                <a:cs typeface="Times New Roman"/>
              </a:rPr>
              <a:t>e</a:t>
            </a:r>
            <a:r>
              <a:rPr sz="2400" spc="-10" dirty="0">
                <a:latin typeface="Times New Roman"/>
                <a:cs typeface="Times New Roman"/>
              </a:rPr>
              <a:t>ni</a:t>
            </a:r>
            <a:r>
              <a:rPr sz="2400" dirty="0">
                <a:latin typeface="Times New Roman"/>
                <a:cs typeface="Times New Roman"/>
              </a:rPr>
              <a:t>ng</a:t>
            </a:r>
          </a:p>
          <a:p>
            <a:pPr marL="12700">
              <a:lnSpc>
                <a:spcPct val="100000"/>
              </a:lnSpc>
              <a:spcBef>
                <a:spcPts val="20"/>
              </a:spcBef>
            </a:pPr>
            <a:r>
              <a:rPr sz="2400" dirty="0">
                <a:latin typeface="Times New Roman"/>
                <a:cs typeface="Times New Roman"/>
              </a:rPr>
              <a:t>S</a:t>
            </a:r>
            <a:r>
              <a:rPr sz="2400" spc="-15" dirty="0">
                <a:latin typeface="Times New Roman"/>
                <a:cs typeface="Times New Roman"/>
              </a:rPr>
              <a:t>he</a:t>
            </a:r>
            <a:r>
              <a:rPr sz="2400" spc="-5" dirty="0">
                <a:latin typeface="Times New Roman"/>
                <a:cs typeface="Times New Roman"/>
              </a:rPr>
              <a:t> </a:t>
            </a:r>
            <a:r>
              <a:rPr sz="2400" spc="-20" dirty="0">
                <a:latin typeface="Times New Roman"/>
                <a:cs typeface="Times New Roman"/>
              </a:rPr>
              <a:t>ca</a:t>
            </a:r>
            <a:r>
              <a:rPr sz="2400" dirty="0">
                <a:latin typeface="Times New Roman"/>
                <a:cs typeface="Times New Roman"/>
              </a:rPr>
              <a:t>n go </a:t>
            </a:r>
            <a:r>
              <a:rPr sz="2400" spc="-10" dirty="0">
                <a:latin typeface="Times New Roman"/>
                <a:cs typeface="Times New Roman"/>
              </a:rPr>
              <a:t>t</a:t>
            </a:r>
            <a:r>
              <a:rPr sz="2400" dirty="0">
                <a:latin typeface="Times New Roman"/>
                <a:cs typeface="Times New Roman"/>
              </a:rPr>
              <a:t>o </a:t>
            </a:r>
            <a:r>
              <a:rPr sz="2400" spc="-10" dirty="0">
                <a:latin typeface="Times New Roman"/>
                <a:cs typeface="Times New Roman"/>
              </a:rPr>
              <a:t>t</a:t>
            </a:r>
            <a:r>
              <a:rPr sz="2400" dirty="0">
                <a:latin typeface="Times New Roman"/>
                <a:cs typeface="Times New Roman"/>
              </a:rPr>
              <a:t>o </a:t>
            </a:r>
            <a:r>
              <a:rPr sz="2400" spc="-20" dirty="0">
                <a:latin typeface="Times New Roman"/>
                <a:cs typeface="Times New Roman"/>
              </a:rPr>
              <a:t>c</a:t>
            </a:r>
            <a:r>
              <a:rPr sz="2400" spc="-10" dirty="0">
                <a:latin typeface="Times New Roman"/>
                <a:cs typeface="Times New Roman"/>
              </a:rPr>
              <a:t>l</a:t>
            </a:r>
            <a:r>
              <a:rPr sz="2400" dirty="0">
                <a:latin typeface="Times New Roman"/>
                <a:cs typeface="Times New Roman"/>
              </a:rPr>
              <a:t>ub, </a:t>
            </a:r>
            <a:r>
              <a:rPr sz="2400" spc="-10" dirty="0">
                <a:latin typeface="Times New Roman"/>
                <a:cs typeface="Times New Roman"/>
              </a:rPr>
              <a:t>the</a:t>
            </a:r>
            <a:r>
              <a:rPr sz="2400" spc="-5" dirty="0">
                <a:latin typeface="Times New Roman"/>
                <a:cs typeface="Times New Roman"/>
              </a:rPr>
              <a:t> </a:t>
            </a:r>
            <a:r>
              <a:rPr sz="2400" spc="-15" dirty="0">
                <a:latin typeface="Times New Roman"/>
                <a:cs typeface="Times New Roman"/>
              </a:rPr>
              <a:t>movi</a:t>
            </a:r>
            <a:r>
              <a:rPr sz="2400" spc="-20" dirty="0">
                <a:latin typeface="Times New Roman"/>
                <a:cs typeface="Times New Roman"/>
              </a:rPr>
              <a:t>e</a:t>
            </a:r>
            <a:r>
              <a:rPr sz="2400" dirty="0">
                <a:latin typeface="Times New Roman"/>
                <a:cs typeface="Times New Roman"/>
              </a:rPr>
              <a:t>s, or s</a:t>
            </a:r>
            <a:r>
              <a:rPr sz="2400" spc="-10" dirty="0">
                <a:latin typeface="Times New Roman"/>
                <a:cs typeface="Times New Roman"/>
              </a:rPr>
              <a:t>t</a:t>
            </a:r>
            <a:r>
              <a:rPr sz="2400" spc="-20" dirty="0">
                <a:latin typeface="Times New Roman"/>
                <a:cs typeface="Times New Roman"/>
              </a:rPr>
              <a:t>a</a:t>
            </a:r>
            <a:r>
              <a:rPr sz="2400" dirty="0">
                <a:latin typeface="Times New Roman"/>
                <a:cs typeface="Times New Roman"/>
              </a:rPr>
              <a:t>y </a:t>
            </a:r>
            <a:r>
              <a:rPr sz="2400" spc="-15" dirty="0">
                <a:latin typeface="Times New Roman"/>
                <a:cs typeface="Times New Roman"/>
              </a:rPr>
              <a:t>home</a:t>
            </a:r>
            <a:r>
              <a:rPr sz="2400" spc="-5" dirty="0">
                <a:latin typeface="Times New Roman"/>
                <a:cs typeface="Times New Roman"/>
              </a:rPr>
              <a:t> </a:t>
            </a:r>
            <a:r>
              <a:rPr sz="2400" spc="-20" dirty="0">
                <a:latin typeface="Times New Roman"/>
                <a:cs typeface="Times New Roman"/>
              </a:rPr>
              <a:t>a</a:t>
            </a:r>
            <a:r>
              <a:rPr sz="2400" dirty="0">
                <a:latin typeface="Times New Roman"/>
                <a:cs typeface="Times New Roman"/>
              </a:rPr>
              <a:t>nd w</a:t>
            </a:r>
            <a:r>
              <a:rPr sz="2400" spc="-20" dirty="0">
                <a:latin typeface="Times New Roman"/>
                <a:cs typeface="Times New Roman"/>
              </a:rPr>
              <a:t>a</a:t>
            </a:r>
            <a:r>
              <a:rPr sz="2400" spc="-10" dirty="0">
                <a:latin typeface="Times New Roman"/>
                <a:cs typeface="Times New Roman"/>
              </a:rPr>
              <a:t>t</a:t>
            </a:r>
            <a:r>
              <a:rPr sz="2400" spc="-20" dirty="0">
                <a:latin typeface="Times New Roman"/>
                <a:cs typeface="Times New Roman"/>
              </a:rPr>
              <a:t>c</a:t>
            </a:r>
            <a:r>
              <a:rPr sz="2400" dirty="0">
                <a:latin typeface="Times New Roman"/>
                <a:cs typeface="Times New Roman"/>
              </a:rPr>
              <a:t>h </a:t>
            </a:r>
            <a:r>
              <a:rPr sz="2400" spc="-15" dirty="0">
                <a:latin typeface="Times New Roman"/>
                <a:cs typeface="Times New Roman"/>
              </a:rPr>
              <a:t>n</a:t>
            </a:r>
            <a:r>
              <a:rPr sz="2400" spc="-20" dirty="0">
                <a:latin typeface="Times New Roman"/>
                <a:cs typeface="Times New Roman"/>
              </a:rPr>
              <a:t>e</a:t>
            </a:r>
            <a:r>
              <a:rPr sz="2400" spc="-10" dirty="0">
                <a:latin typeface="Times New Roman"/>
                <a:cs typeface="Times New Roman"/>
              </a:rPr>
              <a:t>tfli</a:t>
            </a:r>
            <a:r>
              <a:rPr sz="2400" dirty="0">
                <a:latin typeface="Times New Roman"/>
                <a:cs typeface="Times New Roman"/>
              </a:rPr>
              <a:t>x</a:t>
            </a:r>
          </a:p>
          <a:p>
            <a:pPr marL="12700" marR="4169410">
              <a:lnSpc>
                <a:spcPct val="150000"/>
              </a:lnSpc>
              <a:tabLst>
                <a:tab pos="3812540" algn="l"/>
              </a:tabLst>
            </a:pPr>
            <a:r>
              <a:rPr sz="2400" spc="-15" dirty="0">
                <a:latin typeface="Times New Roman"/>
                <a:cs typeface="Times New Roman"/>
              </a:rPr>
              <a:t>h</a:t>
            </a:r>
            <a:r>
              <a:rPr sz="2400" spc="-20" dirty="0">
                <a:latin typeface="Times New Roman"/>
                <a:cs typeface="Times New Roman"/>
              </a:rPr>
              <a:t>e</a:t>
            </a:r>
            <a:r>
              <a:rPr sz="2400" dirty="0">
                <a:latin typeface="Times New Roman"/>
                <a:cs typeface="Times New Roman"/>
              </a:rPr>
              <a:t>r </a:t>
            </a:r>
            <a:r>
              <a:rPr sz="2400" b="1" dirty="0">
                <a:latin typeface="Times New Roman"/>
                <a:cs typeface="Times New Roman"/>
              </a:rPr>
              <a:t>u</a:t>
            </a:r>
            <a:r>
              <a:rPr sz="2400" b="1" spc="-10" dirty="0">
                <a:latin typeface="Times New Roman"/>
                <a:cs typeface="Times New Roman"/>
              </a:rPr>
              <a:t>tili</a:t>
            </a:r>
            <a:r>
              <a:rPr sz="2400" b="1" dirty="0">
                <a:latin typeface="Times New Roman"/>
                <a:cs typeface="Times New Roman"/>
              </a:rPr>
              <a:t>ty </a:t>
            </a:r>
            <a:r>
              <a:rPr sz="2400" dirty="0">
                <a:latin typeface="Times New Roman"/>
                <a:cs typeface="Times New Roman"/>
              </a:rPr>
              <a:t>for </a:t>
            </a:r>
            <a:r>
              <a:rPr sz="2400" spc="-10" dirty="0">
                <a:latin typeface="Times New Roman"/>
                <a:cs typeface="Times New Roman"/>
              </a:rPr>
              <a:t>th</a:t>
            </a:r>
            <a:r>
              <a:rPr sz="2400" spc="-20" dirty="0">
                <a:latin typeface="Times New Roman"/>
                <a:cs typeface="Times New Roman"/>
              </a:rPr>
              <a:t>e</a:t>
            </a:r>
            <a:r>
              <a:rPr sz="2400" dirty="0">
                <a:latin typeface="Times New Roman"/>
                <a:cs typeface="Times New Roman"/>
              </a:rPr>
              <a:t>s</a:t>
            </a:r>
            <a:r>
              <a:rPr sz="2400" spc="-15" dirty="0">
                <a:latin typeface="Times New Roman"/>
                <a:cs typeface="Times New Roman"/>
              </a:rPr>
              <a:t>e</a:t>
            </a:r>
            <a:r>
              <a:rPr sz="2400" dirty="0">
                <a:latin typeface="Times New Roman"/>
                <a:cs typeface="Times New Roman"/>
              </a:rPr>
              <a:t> </a:t>
            </a:r>
            <a:r>
              <a:rPr sz="2400" i="1" spc="-15" dirty="0">
                <a:latin typeface="Times New Roman"/>
                <a:cs typeface="Times New Roman"/>
              </a:rPr>
              <a:t>by</a:t>
            </a:r>
            <a:r>
              <a:rPr sz="2400" i="1" spc="-5" dirty="0">
                <a:latin typeface="Times New Roman"/>
                <a:cs typeface="Times New Roman"/>
              </a:rPr>
              <a:t> </a:t>
            </a:r>
            <a:r>
              <a:rPr sz="2400" i="1" spc="-15" dirty="0">
                <a:latin typeface="Times New Roman"/>
                <a:cs typeface="Times New Roman"/>
              </a:rPr>
              <a:t>h</a:t>
            </a:r>
            <a:r>
              <a:rPr sz="2400" i="1" spc="-20" dirty="0">
                <a:latin typeface="Times New Roman"/>
                <a:cs typeface="Times New Roman"/>
              </a:rPr>
              <a:t>e</a:t>
            </a:r>
            <a:r>
              <a:rPr sz="2400" i="1" dirty="0">
                <a:latin typeface="Times New Roman"/>
                <a:cs typeface="Times New Roman"/>
              </a:rPr>
              <a:t>rs</a:t>
            </a:r>
            <a:r>
              <a:rPr sz="2400" i="1" spc="-20" dirty="0">
                <a:latin typeface="Times New Roman"/>
                <a:cs typeface="Times New Roman"/>
              </a:rPr>
              <a:t>e</a:t>
            </a:r>
            <a:r>
              <a:rPr sz="2400" i="1" spc="-10" dirty="0">
                <a:latin typeface="Times New Roman"/>
                <a:cs typeface="Times New Roman"/>
              </a:rPr>
              <a:t>lf</a:t>
            </a:r>
            <a:r>
              <a:rPr sz="2400" i="1" dirty="0">
                <a:latin typeface="Times New Roman"/>
                <a:cs typeface="Times New Roman"/>
              </a:rPr>
              <a:t>	</a:t>
            </a:r>
            <a:r>
              <a:rPr sz="2400" spc="-10" dirty="0">
                <a:latin typeface="Times New Roman"/>
                <a:cs typeface="Times New Roman"/>
              </a:rPr>
              <a:t>i</a:t>
            </a:r>
            <a:r>
              <a:rPr sz="2400" dirty="0">
                <a:latin typeface="Times New Roman"/>
                <a:cs typeface="Times New Roman"/>
              </a:rPr>
              <a:t>s</a:t>
            </a:r>
            <a:r>
              <a:rPr sz="2400" spc="-10" dirty="0">
                <a:latin typeface="Times New Roman"/>
                <a:cs typeface="Times New Roman"/>
              </a:rPr>
              <a:t>: </a:t>
            </a:r>
            <a:r>
              <a:rPr sz="2400" spc="-20" dirty="0">
                <a:latin typeface="Times New Roman"/>
                <a:cs typeface="Times New Roman"/>
              </a:rPr>
              <a:t>c</a:t>
            </a:r>
            <a:r>
              <a:rPr sz="2400" spc="-10" dirty="0">
                <a:latin typeface="Times New Roman"/>
                <a:cs typeface="Times New Roman"/>
              </a:rPr>
              <a:t>lub:</a:t>
            </a:r>
            <a:r>
              <a:rPr sz="2400" dirty="0">
                <a:latin typeface="Times New Roman"/>
                <a:cs typeface="Times New Roman"/>
              </a:rPr>
              <a:t> 100, </a:t>
            </a:r>
            <a:r>
              <a:rPr sz="2400" spc="-15" dirty="0">
                <a:latin typeface="Times New Roman"/>
                <a:cs typeface="Times New Roman"/>
              </a:rPr>
              <a:t>movi</a:t>
            </a:r>
            <a:r>
              <a:rPr sz="2400" spc="-20" dirty="0">
                <a:latin typeface="Times New Roman"/>
                <a:cs typeface="Times New Roman"/>
              </a:rPr>
              <a:t>e</a:t>
            </a:r>
            <a:r>
              <a:rPr sz="2400" dirty="0">
                <a:latin typeface="Times New Roman"/>
                <a:cs typeface="Times New Roman"/>
              </a:rPr>
              <a:t>s</a:t>
            </a:r>
            <a:r>
              <a:rPr sz="2400" spc="-10" dirty="0">
                <a:latin typeface="Times New Roman"/>
                <a:cs typeface="Times New Roman"/>
              </a:rPr>
              <a:t>:</a:t>
            </a:r>
            <a:r>
              <a:rPr sz="2400" dirty="0">
                <a:latin typeface="Times New Roman"/>
                <a:cs typeface="Times New Roman"/>
              </a:rPr>
              <a:t> </a:t>
            </a:r>
            <a:r>
              <a:rPr sz="2400" spc="-15" dirty="0">
                <a:latin typeface="Times New Roman"/>
                <a:cs typeface="Times New Roman"/>
              </a:rPr>
              <a:t>50;</a:t>
            </a:r>
            <a:r>
              <a:rPr sz="2400" dirty="0">
                <a:latin typeface="Times New Roman"/>
                <a:cs typeface="Times New Roman"/>
              </a:rPr>
              <a:t> </a:t>
            </a:r>
            <a:r>
              <a:rPr sz="2400" spc="-15" dirty="0">
                <a:latin typeface="Times New Roman"/>
                <a:cs typeface="Times New Roman"/>
              </a:rPr>
              <a:t>hom</a:t>
            </a:r>
            <a:r>
              <a:rPr sz="2400" spc="-20" dirty="0">
                <a:latin typeface="Times New Roman"/>
                <a:cs typeface="Times New Roman"/>
              </a:rPr>
              <a:t>e</a:t>
            </a:r>
            <a:r>
              <a:rPr sz="2400" spc="-10" dirty="0">
                <a:latin typeface="Times New Roman"/>
                <a:cs typeface="Times New Roman"/>
              </a:rPr>
              <a:t>:</a:t>
            </a:r>
            <a:r>
              <a:rPr sz="2400" dirty="0">
                <a:latin typeface="Times New Roman"/>
                <a:cs typeface="Times New Roman"/>
              </a:rPr>
              <a:t> 50 A</a:t>
            </a:r>
            <a:r>
              <a:rPr sz="2400" spc="-10" dirty="0">
                <a:latin typeface="Times New Roman"/>
                <a:cs typeface="Times New Roman"/>
              </a:rPr>
              <a:t>li</a:t>
            </a:r>
            <a:r>
              <a:rPr sz="2400" spc="-20" dirty="0">
                <a:latin typeface="Times New Roman"/>
                <a:cs typeface="Times New Roman"/>
              </a:rPr>
              <a:t>c</a:t>
            </a:r>
            <a:r>
              <a:rPr sz="2400" spc="-15" dirty="0">
                <a:latin typeface="Times New Roman"/>
                <a:cs typeface="Times New Roman"/>
              </a:rPr>
              <a:t>e</a:t>
            </a:r>
            <a:r>
              <a:rPr sz="2400" spc="-5" dirty="0">
                <a:latin typeface="Times New Roman"/>
                <a:cs typeface="Times New Roman"/>
              </a:rPr>
              <a:t> </a:t>
            </a:r>
            <a:r>
              <a:rPr sz="2400" spc="-10" dirty="0">
                <a:latin typeface="Times New Roman"/>
                <a:cs typeface="Times New Roman"/>
              </a:rPr>
              <a:t>di</a:t>
            </a:r>
            <a:r>
              <a:rPr sz="2400" dirty="0">
                <a:latin typeface="Times New Roman"/>
                <a:cs typeface="Times New Roman"/>
              </a:rPr>
              <a:t>s</a:t>
            </a:r>
            <a:r>
              <a:rPr sz="2400" spc="-10" dirty="0">
                <a:latin typeface="Times New Roman"/>
                <a:cs typeface="Times New Roman"/>
              </a:rPr>
              <a:t>lik</a:t>
            </a:r>
            <a:r>
              <a:rPr sz="2400" spc="-20" dirty="0">
                <a:latin typeface="Times New Roman"/>
                <a:cs typeface="Times New Roman"/>
              </a:rPr>
              <a:t>e</a:t>
            </a:r>
            <a:r>
              <a:rPr sz="2400" dirty="0">
                <a:latin typeface="Times New Roman"/>
                <a:cs typeface="Times New Roman"/>
              </a:rPr>
              <a:t>s </a:t>
            </a:r>
            <a:r>
              <a:rPr sz="2400" spc="-15" dirty="0">
                <a:latin typeface="Times New Roman"/>
                <a:cs typeface="Times New Roman"/>
              </a:rPr>
              <a:t>Bob</a:t>
            </a:r>
            <a:r>
              <a:rPr sz="2400" dirty="0">
                <a:latin typeface="Times New Roman"/>
                <a:cs typeface="Times New Roman"/>
              </a:rPr>
              <a:t> </a:t>
            </a:r>
            <a:r>
              <a:rPr sz="2400" spc="-15" dirty="0">
                <a:latin typeface="Times New Roman"/>
                <a:cs typeface="Times New Roman"/>
              </a:rPr>
              <a:t>but</a:t>
            </a:r>
            <a:r>
              <a:rPr sz="2400" dirty="0">
                <a:latin typeface="Times New Roman"/>
                <a:cs typeface="Times New Roman"/>
              </a:rPr>
              <a:t> </a:t>
            </a:r>
            <a:r>
              <a:rPr sz="2400" spc="-10" dirty="0">
                <a:latin typeface="Times New Roman"/>
                <a:cs typeface="Times New Roman"/>
              </a:rPr>
              <a:t>lik</a:t>
            </a:r>
            <a:r>
              <a:rPr sz="2400" spc="-20" dirty="0">
                <a:latin typeface="Times New Roman"/>
                <a:cs typeface="Times New Roman"/>
              </a:rPr>
              <a:t>e</a:t>
            </a:r>
            <a:r>
              <a:rPr sz="2400" dirty="0">
                <a:latin typeface="Times New Roman"/>
                <a:cs typeface="Times New Roman"/>
              </a:rPr>
              <a:t>s </a:t>
            </a:r>
            <a:r>
              <a:rPr sz="2400" spc="-20" dirty="0">
                <a:latin typeface="Times New Roman"/>
                <a:cs typeface="Times New Roman"/>
              </a:rPr>
              <a:t>Ca</a:t>
            </a:r>
            <a:r>
              <a:rPr sz="2400" spc="-10" dirty="0">
                <a:latin typeface="Times New Roman"/>
                <a:cs typeface="Times New Roman"/>
              </a:rPr>
              <a:t>rol</a:t>
            </a:r>
            <a:r>
              <a:rPr sz="2400" dirty="0">
                <a:latin typeface="Times New Roman"/>
                <a:cs typeface="Times New Roman"/>
              </a:rPr>
              <a:t>.</a:t>
            </a:r>
          </a:p>
          <a:p>
            <a:pPr marL="12700">
              <a:lnSpc>
                <a:spcPct val="100000"/>
              </a:lnSpc>
              <a:spcBef>
                <a:spcPts val="20"/>
              </a:spcBef>
            </a:pPr>
            <a:r>
              <a:rPr sz="2400" dirty="0">
                <a:latin typeface="Times New Roman"/>
                <a:cs typeface="Times New Roman"/>
              </a:rPr>
              <a:t>If s</a:t>
            </a:r>
            <a:r>
              <a:rPr sz="2400" spc="-15" dirty="0">
                <a:latin typeface="Times New Roman"/>
                <a:cs typeface="Times New Roman"/>
              </a:rPr>
              <a:t>he</a:t>
            </a:r>
            <a:r>
              <a:rPr sz="2400" spc="-5" dirty="0">
                <a:latin typeface="Times New Roman"/>
                <a:cs typeface="Times New Roman"/>
              </a:rPr>
              <a:t> </a:t>
            </a:r>
            <a:r>
              <a:rPr sz="2400" spc="-15" dirty="0">
                <a:latin typeface="Times New Roman"/>
                <a:cs typeface="Times New Roman"/>
              </a:rPr>
              <a:t>go</a:t>
            </a:r>
            <a:r>
              <a:rPr sz="2400" spc="-20" dirty="0">
                <a:latin typeface="Times New Roman"/>
                <a:cs typeface="Times New Roman"/>
              </a:rPr>
              <a:t>e</a:t>
            </a:r>
            <a:r>
              <a:rPr sz="2400" dirty="0">
                <a:latin typeface="Times New Roman"/>
                <a:cs typeface="Times New Roman"/>
              </a:rPr>
              <a:t>s </a:t>
            </a:r>
            <a:r>
              <a:rPr sz="2400" spc="-15" dirty="0">
                <a:latin typeface="Times New Roman"/>
                <a:cs typeface="Times New Roman"/>
              </a:rPr>
              <a:t>out</a:t>
            </a:r>
            <a:r>
              <a:rPr sz="2400" dirty="0">
                <a:latin typeface="Times New Roman"/>
                <a:cs typeface="Times New Roman"/>
              </a:rPr>
              <a:t>, s</a:t>
            </a:r>
            <a:r>
              <a:rPr sz="2400" spc="-15" dirty="0">
                <a:latin typeface="Times New Roman"/>
                <a:cs typeface="Times New Roman"/>
              </a:rPr>
              <a:t>he</a:t>
            </a:r>
            <a:r>
              <a:rPr sz="2400" spc="-5" dirty="0">
                <a:latin typeface="Times New Roman"/>
                <a:cs typeface="Times New Roman"/>
              </a:rPr>
              <a:t> </a:t>
            </a:r>
            <a:r>
              <a:rPr sz="2400" spc="-15" dirty="0">
                <a:latin typeface="Times New Roman"/>
                <a:cs typeface="Times New Roman"/>
              </a:rPr>
              <a:t>might</a:t>
            </a:r>
            <a:r>
              <a:rPr sz="2400" dirty="0">
                <a:latin typeface="Times New Roman"/>
                <a:cs typeface="Times New Roman"/>
              </a:rPr>
              <a:t> </a:t>
            </a:r>
            <a:r>
              <a:rPr sz="2400" spc="-15" dirty="0">
                <a:latin typeface="Times New Roman"/>
                <a:cs typeface="Times New Roman"/>
              </a:rPr>
              <a:t>bum</a:t>
            </a:r>
            <a:r>
              <a:rPr sz="2400" dirty="0">
                <a:latin typeface="Times New Roman"/>
                <a:cs typeface="Times New Roman"/>
              </a:rPr>
              <a:t>p </a:t>
            </a:r>
            <a:r>
              <a:rPr sz="2400" spc="-10" dirty="0">
                <a:latin typeface="Times New Roman"/>
                <a:cs typeface="Times New Roman"/>
              </a:rPr>
              <a:t>int</a:t>
            </a:r>
            <a:r>
              <a:rPr sz="2400" dirty="0">
                <a:latin typeface="Times New Roman"/>
                <a:cs typeface="Times New Roman"/>
              </a:rPr>
              <a:t>o </a:t>
            </a:r>
            <a:r>
              <a:rPr sz="2400" spc="-20" dirty="0">
                <a:latin typeface="Times New Roman"/>
                <a:cs typeface="Times New Roman"/>
              </a:rPr>
              <a:t>e</a:t>
            </a:r>
            <a:r>
              <a:rPr sz="2400" spc="-10" dirty="0">
                <a:latin typeface="Times New Roman"/>
                <a:cs typeface="Times New Roman"/>
              </a:rPr>
              <a:t>ith</a:t>
            </a:r>
            <a:r>
              <a:rPr sz="2400" spc="-20" dirty="0">
                <a:latin typeface="Times New Roman"/>
                <a:cs typeface="Times New Roman"/>
              </a:rPr>
              <a:t>e</a:t>
            </a:r>
            <a:r>
              <a:rPr sz="2400" dirty="0">
                <a:latin typeface="Times New Roman"/>
                <a:cs typeface="Times New Roman"/>
              </a:rPr>
              <a:t>r</a:t>
            </a:r>
          </a:p>
          <a:p>
            <a:pPr>
              <a:lnSpc>
                <a:spcPct val="100000"/>
              </a:lnSpc>
              <a:spcBef>
                <a:spcPts val="25"/>
              </a:spcBef>
            </a:pPr>
            <a:endParaRPr dirty="0">
              <a:latin typeface="Times New Roman"/>
              <a:cs typeface="Times New Roman"/>
            </a:endParaRPr>
          </a:p>
          <a:p>
            <a:pPr marL="12700" marR="480059">
              <a:lnSpc>
                <a:spcPct val="100699"/>
              </a:lnSpc>
            </a:pPr>
            <a:r>
              <a:rPr sz="2400" spc="-15" dirty="0">
                <a:latin typeface="Times New Roman"/>
                <a:cs typeface="Times New Roman"/>
              </a:rPr>
              <a:t>Bob </a:t>
            </a:r>
            <a:r>
              <a:rPr sz="2400" spc="-10" dirty="0">
                <a:latin typeface="Times New Roman"/>
                <a:cs typeface="Times New Roman"/>
              </a:rPr>
              <a:t>is </a:t>
            </a:r>
            <a:r>
              <a:rPr sz="2400" spc="-20" dirty="0">
                <a:latin typeface="Times New Roman"/>
                <a:cs typeface="Times New Roman"/>
              </a:rPr>
              <a:t>a</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the</a:t>
            </a:r>
            <a:r>
              <a:rPr sz="2400" spc="-5" dirty="0">
                <a:latin typeface="Times New Roman"/>
                <a:cs typeface="Times New Roman"/>
              </a:rPr>
              <a:t> </a:t>
            </a:r>
            <a:r>
              <a:rPr sz="2400" spc="-20" dirty="0">
                <a:latin typeface="Times New Roman"/>
                <a:cs typeface="Times New Roman"/>
              </a:rPr>
              <a:t>c</a:t>
            </a:r>
            <a:r>
              <a:rPr sz="2400" spc="-10" dirty="0">
                <a:latin typeface="Times New Roman"/>
                <a:cs typeface="Times New Roman"/>
              </a:rPr>
              <a:t>l</a:t>
            </a:r>
            <a:r>
              <a:rPr sz="2400" dirty="0">
                <a:latin typeface="Times New Roman"/>
                <a:cs typeface="Times New Roman"/>
              </a:rPr>
              <a:t>ub 60% of </a:t>
            </a:r>
            <a:r>
              <a:rPr sz="2400" spc="-10" dirty="0">
                <a:latin typeface="Times New Roman"/>
                <a:cs typeface="Times New Roman"/>
              </a:rPr>
              <a:t>the</a:t>
            </a:r>
            <a:r>
              <a:rPr sz="2400" spc="-5" dirty="0">
                <a:latin typeface="Times New Roman"/>
                <a:cs typeface="Times New Roman"/>
              </a:rPr>
              <a:t> </a:t>
            </a:r>
            <a:r>
              <a:rPr sz="2400" spc="-15" dirty="0">
                <a:latin typeface="Times New Roman"/>
                <a:cs typeface="Times New Roman"/>
              </a:rPr>
              <a:t>tim</a:t>
            </a:r>
            <a:r>
              <a:rPr sz="2400" spc="-20" dirty="0">
                <a:latin typeface="Times New Roman"/>
                <a:cs typeface="Times New Roman"/>
              </a:rPr>
              <a:t>e</a:t>
            </a:r>
            <a:r>
              <a:rPr sz="2400" dirty="0">
                <a:latin typeface="Times New Roman"/>
                <a:cs typeface="Times New Roman"/>
              </a:rPr>
              <a:t>, </a:t>
            </a:r>
            <a:r>
              <a:rPr sz="2400" spc="-20" dirty="0">
                <a:latin typeface="Times New Roman"/>
                <a:cs typeface="Times New Roman"/>
              </a:rPr>
              <a:t>a</a:t>
            </a:r>
            <a:r>
              <a:rPr sz="2400" dirty="0">
                <a:latin typeface="Times New Roman"/>
                <a:cs typeface="Times New Roman"/>
              </a:rPr>
              <a:t>nd </a:t>
            </a:r>
            <a:r>
              <a:rPr sz="2400" spc="-20" dirty="0">
                <a:latin typeface="Times New Roman"/>
                <a:cs typeface="Times New Roman"/>
              </a:rPr>
              <a:t>a</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the</a:t>
            </a:r>
            <a:r>
              <a:rPr sz="2400" spc="-5" dirty="0">
                <a:latin typeface="Times New Roman"/>
                <a:cs typeface="Times New Roman"/>
              </a:rPr>
              <a:t> </a:t>
            </a:r>
            <a:r>
              <a:rPr sz="2400" spc="-15" dirty="0">
                <a:latin typeface="Times New Roman"/>
                <a:cs typeface="Times New Roman"/>
              </a:rPr>
              <a:t>movi</a:t>
            </a:r>
            <a:r>
              <a:rPr sz="2400" spc="-20" dirty="0">
                <a:latin typeface="Times New Roman"/>
                <a:cs typeface="Times New Roman"/>
              </a:rPr>
              <a:t>e</a:t>
            </a:r>
            <a:r>
              <a:rPr sz="2400" dirty="0">
                <a:latin typeface="Times New Roman"/>
                <a:cs typeface="Times New Roman"/>
              </a:rPr>
              <a:t>s </a:t>
            </a:r>
            <a:r>
              <a:rPr sz="2400" spc="-15" dirty="0">
                <a:latin typeface="Times New Roman"/>
                <a:cs typeface="Times New Roman"/>
              </a:rPr>
              <a:t>oth</a:t>
            </a:r>
            <a:r>
              <a:rPr sz="2400" spc="-20" dirty="0">
                <a:latin typeface="Times New Roman"/>
                <a:cs typeface="Times New Roman"/>
              </a:rPr>
              <a:t>e</a:t>
            </a:r>
            <a:r>
              <a:rPr sz="2400" dirty="0">
                <a:latin typeface="Times New Roman"/>
                <a:cs typeface="Times New Roman"/>
              </a:rPr>
              <a:t>rw</a:t>
            </a:r>
            <a:r>
              <a:rPr sz="2400" spc="-10" dirty="0">
                <a:latin typeface="Times New Roman"/>
                <a:cs typeface="Times New Roman"/>
              </a:rPr>
              <a:t>i</a:t>
            </a:r>
            <a:r>
              <a:rPr sz="2400" dirty="0">
                <a:latin typeface="Times New Roman"/>
                <a:cs typeface="Times New Roman"/>
              </a:rPr>
              <a:t>s</a:t>
            </a:r>
            <a:r>
              <a:rPr sz="2400" spc="-15" dirty="0">
                <a:latin typeface="Times New Roman"/>
                <a:cs typeface="Times New Roman"/>
              </a:rPr>
              <a:t>e C</a:t>
            </a:r>
            <a:r>
              <a:rPr sz="2400" spc="-20" dirty="0">
                <a:latin typeface="Times New Roman"/>
                <a:cs typeface="Times New Roman"/>
              </a:rPr>
              <a:t>a</a:t>
            </a:r>
            <a:r>
              <a:rPr sz="2400" spc="-10" dirty="0">
                <a:latin typeface="Times New Roman"/>
                <a:cs typeface="Times New Roman"/>
              </a:rPr>
              <a:t>rol</a:t>
            </a:r>
            <a:r>
              <a:rPr sz="2400" dirty="0">
                <a:latin typeface="Times New Roman"/>
                <a:cs typeface="Times New Roman"/>
              </a:rPr>
              <a:t> </a:t>
            </a:r>
            <a:r>
              <a:rPr sz="2400" spc="-10" dirty="0">
                <a:latin typeface="Times New Roman"/>
                <a:cs typeface="Times New Roman"/>
              </a:rPr>
              <a:t>i</a:t>
            </a:r>
            <a:r>
              <a:rPr sz="2400" dirty="0">
                <a:latin typeface="Times New Roman"/>
                <a:cs typeface="Times New Roman"/>
              </a:rPr>
              <a:t>s </a:t>
            </a:r>
            <a:r>
              <a:rPr sz="2400" spc="-20" dirty="0">
                <a:latin typeface="Times New Roman"/>
                <a:cs typeface="Times New Roman"/>
              </a:rPr>
              <a:t>a</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the</a:t>
            </a:r>
            <a:r>
              <a:rPr sz="2400" spc="-5" dirty="0">
                <a:latin typeface="Times New Roman"/>
                <a:cs typeface="Times New Roman"/>
              </a:rPr>
              <a:t> </a:t>
            </a:r>
            <a:r>
              <a:rPr sz="2400" spc="-15" dirty="0">
                <a:latin typeface="Times New Roman"/>
                <a:cs typeface="Times New Roman"/>
              </a:rPr>
              <a:t>movi</a:t>
            </a:r>
            <a:r>
              <a:rPr sz="2400" spc="-20" dirty="0">
                <a:latin typeface="Times New Roman"/>
                <a:cs typeface="Times New Roman"/>
              </a:rPr>
              <a:t>e</a:t>
            </a:r>
            <a:r>
              <a:rPr sz="2400" dirty="0">
                <a:latin typeface="Times New Roman"/>
                <a:cs typeface="Times New Roman"/>
              </a:rPr>
              <a:t>s 75% of </a:t>
            </a:r>
            <a:r>
              <a:rPr sz="2400" spc="-10" dirty="0">
                <a:latin typeface="Times New Roman"/>
                <a:cs typeface="Times New Roman"/>
              </a:rPr>
              <a:t>the</a:t>
            </a:r>
            <a:r>
              <a:rPr sz="2400" spc="-5" dirty="0">
                <a:latin typeface="Times New Roman"/>
                <a:cs typeface="Times New Roman"/>
              </a:rPr>
              <a:t> </a:t>
            </a:r>
            <a:r>
              <a:rPr sz="2400" spc="-15" dirty="0">
                <a:latin typeface="Times New Roman"/>
                <a:cs typeface="Times New Roman"/>
              </a:rPr>
              <a:t>tim</a:t>
            </a:r>
            <a:r>
              <a:rPr sz="2400" spc="-20" dirty="0">
                <a:latin typeface="Times New Roman"/>
                <a:cs typeface="Times New Roman"/>
              </a:rPr>
              <a:t>e</a:t>
            </a:r>
            <a:r>
              <a:rPr sz="2400" dirty="0">
                <a:latin typeface="Times New Roman"/>
                <a:cs typeface="Times New Roman"/>
              </a:rPr>
              <a:t>, </a:t>
            </a:r>
            <a:r>
              <a:rPr sz="2400" spc="-20" dirty="0">
                <a:latin typeface="Times New Roman"/>
                <a:cs typeface="Times New Roman"/>
              </a:rPr>
              <a:t>a</a:t>
            </a:r>
            <a:r>
              <a:rPr sz="2400" dirty="0">
                <a:latin typeface="Times New Roman"/>
                <a:cs typeface="Times New Roman"/>
              </a:rPr>
              <a:t>nd </a:t>
            </a:r>
            <a:r>
              <a:rPr sz="2400" spc="-20" dirty="0">
                <a:latin typeface="Times New Roman"/>
                <a:cs typeface="Times New Roman"/>
              </a:rPr>
              <a:t>a</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the</a:t>
            </a:r>
            <a:r>
              <a:rPr sz="2400" spc="-5" dirty="0">
                <a:latin typeface="Times New Roman"/>
                <a:cs typeface="Times New Roman"/>
              </a:rPr>
              <a:t> </a:t>
            </a:r>
            <a:r>
              <a:rPr sz="2400" spc="-20" dirty="0">
                <a:latin typeface="Times New Roman"/>
                <a:cs typeface="Times New Roman"/>
              </a:rPr>
              <a:t>c</a:t>
            </a:r>
            <a:r>
              <a:rPr sz="2400" spc="-10" dirty="0">
                <a:latin typeface="Times New Roman"/>
                <a:cs typeface="Times New Roman"/>
              </a:rPr>
              <a:t>l</a:t>
            </a:r>
            <a:r>
              <a:rPr sz="2400" dirty="0">
                <a:latin typeface="Times New Roman"/>
                <a:cs typeface="Times New Roman"/>
              </a:rPr>
              <a:t>ub </a:t>
            </a:r>
            <a:r>
              <a:rPr sz="2400" spc="-15" dirty="0">
                <a:latin typeface="Times New Roman"/>
                <a:cs typeface="Times New Roman"/>
              </a:rPr>
              <a:t>oth</a:t>
            </a:r>
            <a:r>
              <a:rPr sz="2400" spc="-20" dirty="0">
                <a:latin typeface="Times New Roman"/>
                <a:cs typeface="Times New Roman"/>
              </a:rPr>
              <a:t>e</a:t>
            </a:r>
            <a:r>
              <a:rPr sz="2400" dirty="0">
                <a:latin typeface="Times New Roman"/>
                <a:cs typeface="Times New Roman"/>
              </a:rPr>
              <a:t>rw</a:t>
            </a:r>
            <a:r>
              <a:rPr sz="2400" spc="-10" dirty="0">
                <a:latin typeface="Times New Roman"/>
                <a:cs typeface="Times New Roman"/>
              </a:rPr>
              <a:t>i</a:t>
            </a:r>
            <a:r>
              <a:rPr sz="2400" dirty="0">
                <a:latin typeface="Times New Roman"/>
                <a:cs typeface="Times New Roman"/>
              </a:rPr>
              <a:t>s</a:t>
            </a:r>
            <a:r>
              <a:rPr sz="2400" spc="-15" dirty="0">
                <a:latin typeface="Times New Roman"/>
                <a:cs typeface="Times New Roman"/>
              </a:rPr>
              <a:t>e</a:t>
            </a:r>
            <a:endParaRPr sz="2400" dirty="0">
              <a:latin typeface="Times New Roman"/>
              <a:cs typeface="Times New Roman"/>
            </a:endParaRPr>
          </a:p>
          <a:p>
            <a:pPr>
              <a:lnSpc>
                <a:spcPct val="100000"/>
              </a:lnSpc>
              <a:spcBef>
                <a:spcPts val="25"/>
              </a:spcBef>
            </a:pPr>
            <a:endParaRPr dirty="0">
              <a:latin typeface="Times New Roman"/>
              <a:cs typeface="Times New Roman"/>
            </a:endParaRPr>
          </a:p>
          <a:p>
            <a:pPr marL="12700" marR="5080">
              <a:lnSpc>
                <a:spcPct val="100699"/>
              </a:lnSpc>
            </a:pPr>
            <a:r>
              <a:rPr sz="2400" dirty="0">
                <a:latin typeface="Times New Roman"/>
                <a:cs typeface="Times New Roman"/>
              </a:rPr>
              <a:t>If</a:t>
            </a:r>
            <a:r>
              <a:rPr sz="2400" spc="-135" dirty="0">
                <a:latin typeface="Times New Roman"/>
                <a:cs typeface="Times New Roman"/>
              </a:rPr>
              <a:t> </a:t>
            </a:r>
            <a:r>
              <a:rPr sz="2400" dirty="0">
                <a:latin typeface="Times New Roman"/>
                <a:cs typeface="Times New Roman"/>
              </a:rPr>
              <a:t>A</a:t>
            </a:r>
            <a:r>
              <a:rPr sz="2400" spc="-10" dirty="0">
                <a:latin typeface="Times New Roman"/>
                <a:cs typeface="Times New Roman"/>
              </a:rPr>
              <a:t>li</a:t>
            </a:r>
            <a:r>
              <a:rPr sz="2400" spc="-20" dirty="0">
                <a:latin typeface="Times New Roman"/>
                <a:cs typeface="Times New Roman"/>
              </a:rPr>
              <a:t>c</a:t>
            </a:r>
            <a:r>
              <a:rPr sz="2400" spc="-15" dirty="0">
                <a:latin typeface="Times New Roman"/>
                <a:cs typeface="Times New Roman"/>
              </a:rPr>
              <a:t>e</a:t>
            </a:r>
            <a:r>
              <a:rPr sz="2400" spc="-5" dirty="0">
                <a:latin typeface="Times New Roman"/>
                <a:cs typeface="Times New Roman"/>
              </a:rPr>
              <a:t> </a:t>
            </a:r>
            <a:r>
              <a:rPr sz="2400" dirty="0">
                <a:latin typeface="Times New Roman"/>
                <a:cs typeface="Times New Roman"/>
              </a:rPr>
              <a:t>runs </a:t>
            </a:r>
            <a:r>
              <a:rPr sz="2400" spc="-10" dirty="0">
                <a:latin typeface="Times New Roman"/>
                <a:cs typeface="Times New Roman"/>
              </a:rPr>
              <a:t>int</a:t>
            </a:r>
            <a:r>
              <a:rPr sz="2400" dirty="0">
                <a:latin typeface="Times New Roman"/>
                <a:cs typeface="Times New Roman"/>
              </a:rPr>
              <a:t>o </a:t>
            </a:r>
            <a:r>
              <a:rPr sz="2400" spc="-15" dirty="0">
                <a:latin typeface="Times New Roman"/>
                <a:cs typeface="Times New Roman"/>
              </a:rPr>
              <a:t>Bob</a:t>
            </a:r>
            <a:r>
              <a:rPr sz="2400" dirty="0">
                <a:latin typeface="Times New Roman"/>
                <a:cs typeface="Times New Roman"/>
              </a:rPr>
              <a:t> </a:t>
            </a:r>
            <a:r>
              <a:rPr sz="2400" spc="-20" dirty="0">
                <a:latin typeface="Times New Roman"/>
                <a:cs typeface="Times New Roman"/>
              </a:rPr>
              <a:t>a</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the</a:t>
            </a:r>
            <a:r>
              <a:rPr sz="2400" spc="-5" dirty="0">
                <a:latin typeface="Times New Roman"/>
                <a:cs typeface="Times New Roman"/>
              </a:rPr>
              <a:t> </a:t>
            </a:r>
            <a:r>
              <a:rPr sz="2400" spc="-15" dirty="0">
                <a:latin typeface="Times New Roman"/>
                <a:cs typeface="Times New Roman"/>
              </a:rPr>
              <a:t>movi</a:t>
            </a:r>
            <a:r>
              <a:rPr sz="2400" spc="-20" dirty="0">
                <a:latin typeface="Times New Roman"/>
                <a:cs typeface="Times New Roman"/>
              </a:rPr>
              <a:t>e</a:t>
            </a:r>
            <a:r>
              <a:rPr sz="2400" dirty="0">
                <a:latin typeface="Times New Roman"/>
                <a:cs typeface="Times New Roman"/>
              </a:rPr>
              <a:t>s or </a:t>
            </a:r>
            <a:r>
              <a:rPr sz="2400" spc="-10" dirty="0">
                <a:latin typeface="Times New Roman"/>
                <a:cs typeface="Times New Roman"/>
              </a:rPr>
              <a:t>the</a:t>
            </a:r>
            <a:r>
              <a:rPr sz="2400" spc="-5" dirty="0">
                <a:latin typeface="Times New Roman"/>
                <a:cs typeface="Times New Roman"/>
              </a:rPr>
              <a:t> </a:t>
            </a:r>
            <a:r>
              <a:rPr sz="2400" spc="-20" dirty="0">
                <a:latin typeface="Times New Roman"/>
                <a:cs typeface="Times New Roman"/>
              </a:rPr>
              <a:t>c</a:t>
            </a:r>
            <a:r>
              <a:rPr sz="2400" spc="-10" dirty="0">
                <a:latin typeface="Times New Roman"/>
                <a:cs typeface="Times New Roman"/>
              </a:rPr>
              <a:t>l</a:t>
            </a:r>
            <a:r>
              <a:rPr sz="2400" dirty="0">
                <a:latin typeface="Times New Roman"/>
                <a:cs typeface="Times New Roman"/>
              </a:rPr>
              <a:t>ub, </a:t>
            </a:r>
            <a:r>
              <a:rPr sz="2400" spc="-15" dirty="0">
                <a:latin typeface="Times New Roman"/>
                <a:cs typeface="Times New Roman"/>
              </a:rPr>
              <a:t>h</a:t>
            </a:r>
            <a:r>
              <a:rPr sz="2400" spc="-20" dirty="0">
                <a:latin typeface="Times New Roman"/>
                <a:cs typeface="Times New Roman"/>
              </a:rPr>
              <a:t>e</a:t>
            </a:r>
            <a:r>
              <a:rPr sz="2400" dirty="0">
                <a:latin typeface="Times New Roman"/>
                <a:cs typeface="Times New Roman"/>
              </a:rPr>
              <a:t>r </a:t>
            </a:r>
            <a:r>
              <a:rPr sz="2400" spc="-10" dirty="0">
                <a:latin typeface="Times New Roman"/>
                <a:cs typeface="Times New Roman"/>
              </a:rPr>
              <a:t>utilit</a:t>
            </a:r>
            <a:r>
              <a:rPr sz="2400" dirty="0">
                <a:latin typeface="Times New Roman"/>
                <a:cs typeface="Times New Roman"/>
              </a:rPr>
              <a:t>y </a:t>
            </a:r>
            <a:r>
              <a:rPr sz="2400" spc="-10" dirty="0">
                <a:latin typeface="Times New Roman"/>
                <a:cs typeface="Times New Roman"/>
              </a:rPr>
              <a:t>i</a:t>
            </a:r>
            <a:r>
              <a:rPr sz="2400" dirty="0">
                <a:latin typeface="Times New Roman"/>
                <a:cs typeface="Times New Roman"/>
              </a:rPr>
              <a:t>s </a:t>
            </a:r>
            <a:r>
              <a:rPr sz="2400" spc="-15" dirty="0">
                <a:latin typeface="Times New Roman"/>
                <a:cs typeface="Times New Roman"/>
              </a:rPr>
              <a:t>onl</a:t>
            </a:r>
            <a:r>
              <a:rPr sz="2400" dirty="0">
                <a:latin typeface="Times New Roman"/>
                <a:cs typeface="Times New Roman"/>
              </a:rPr>
              <a:t>y 10 If</a:t>
            </a:r>
            <a:r>
              <a:rPr sz="2400" spc="-135" dirty="0">
                <a:latin typeface="Times New Roman"/>
                <a:cs typeface="Times New Roman"/>
              </a:rPr>
              <a:t> </a:t>
            </a:r>
            <a:r>
              <a:rPr sz="2400" dirty="0">
                <a:latin typeface="Times New Roman"/>
                <a:cs typeface="Times New Roman"/>
              </a:rPr>
              <a:t>A</a:t>
            </a:r>
            <a:r>
              <a:rPr sz="2400" spc="-10" dirty="0">
                <a:latin typeface="Times New Roman"/>
                <a:cs typeface="Times New Roman"/>
              </a:rPr>
              <a:t>li</a:t>
            </a:r>
            <a:r>
              <a:rPr sz="2400" spc="-20" dirty="0">
                <a:latin typeface="Times New Roman"/>
                <a:cs typeface="Times New Roman"/>
              </a:rPr>
              <a:t>c</a:t>
            </a:r>
            <a:r>
              <a:rPr sz="2400" spc="-15" dirty="0">
                <a:latin typeface="Times New Roman"/>
                <a:cs typeface="Times New Roman"/>
              </a:rPr>
              <a:t>e</a:t>
            </a:r>
            <a:r>
              <a:rPr sz="2400" spc="-5" dirty="0">
                <a:latin typeface="Times New Roman"/>
                <a:cs typeface="Times New Roman"/>
              </a:rPr>
              <a:t> </a:t>
            </a:r>
            <a:r>
              <a:rPr sz="2400" dirty="0">
                <a:latin typeface="Times New Roman"/>
                <a:cs typeface="Times New Roman"/>
              </a:rPr>
              <a:t>s</a:t>
            </a:r>
            <a:r>
              <a:rPr sz="2400" spc="-20" dirty="0">
                <a:latin typeface="Times New Roman"/>
                <a:cs typeface="Times New Roman"/>
              </a:rPr>
              <a:t>ee</a:t>
            </a:r>
            <a:r>
              <a:rPr sz="2400" dirty="0">
                <a:latin typeface="Times New Roman"/>
                <a:cs typeface="Times New Roman"/>
              </a:rPr>
              <a:t>s </a:t>
            </a:r>
            <a:r>
              <a:rPr sz="2400" spc="-20" dirty="0">
                <a:latin typeface="Times New Roman"/>
                <a:cs typeface="Times New Roman"/>
              </a:rPr>
              <a:t>Ca</a:t>
            </a:r>
            <a:r>
              <a:rPr sz="2400" spc="-10" dirty="0">
                <a:latin typeface="Times New Roman"/>
                <a:cs typeface="Times New Roman"/>
              </a:rPr>
              <a:t>rol</a:t>
            </a:r>
            <a:r>
              <a:rPr sz="2400" dirty="0">
                <a:latin typeface="Times New Roman"/>
                <a:cs typeface="Times New Roman"/>
              </a:rPr>
              <a:t>, </a:t>
            </a:r>
            <a:r>
              <a:rPr sz="2400" spc="-15" dirty="0">
                <a:latin typeface="Times New Roman"/>
                <a:cs typeface="Times New Roman"/>
              </a:rPr>
              <a:t>h</a:t>
            </a:r>
            <a:r>
              <a:rPr sz="2400" spc="-20" dirty="0">
                <a:latin typeface="Times New Roman"/>
                <a:cs typeface="Times New Roman"/>
              </a:rPr>
              <a:t>e</a:t>
            </a:r>
            <a:r>
              <a:rPr sz="2400" dirty="0">
                <a:latin typeface="Times New Roman"/>
                <a:cs typeface="Times New Roman"/>
              </a:rPr>
              <a:t>r </a:t>
            </a:r>
            <a:r>
              <a:rPr sz="2400" spc="-10" dirty="0">
                <a:latin typeface="Times New Roman"/>
                <a:cs typeface="Times New Roman"/>
              </a:rPr>
              <a:t>utilit</a:t>
            </a:r>
            <a:r>
              <a:rPr sz="2400" dirty="0">
                <a:latin typeface="Times New Roman"/>
                <a:cs typeface="Times New Roman"/>
              </a:rPr>
              <a:t>y </a:t>
            </a:r>
            <a:r>
              <a:rPr sz="2400" spc="-10" dirty="0">
                <a:latin typeface="Times New Roman"/>
                <a:cs typeface="Times New Roman"/>
              </a:rPr>
              <a:t>in</a:t>
            </a:r>
            <a:r>
              <a:rPr sz="2400" spc="-20" dirty="0">
                <a:latin typeface="Times New Roman"/>
                <a:cs typeface="Times New Roman"/>
              </a:rPr>
              <a:t>c</a:t>
            </a:r>
            <a:r>
              <a:rPr sz="2400" spc="-10" dirty="0">
                <a:latin typeface="Times New Roman"/>
                <a:cs typeface="Times New Roman"/>
              </a:rPr>
              <a:t>r</a:t>
            </a:r>
            <a:r>
              <a:rPr sz="2400" spc="-20" dirty="0">
                <a:latin typeface="Times New Roman"/>
                <a:cs typeface="Times New Roman"/>
              </a:rPr>
              <a:t>ea</a:t>
            </a:r>
            <a:r>
              <a:rPr sz="2400" dirty="0">
                <a:latin typeface="Times New Roman"/>
                <a:cs typeface="Times New Roman"/>
              </a:rPr>
              <a:t>s</a:t>
            </a:r>
            <a:r>
              <a:rPr sz="2400" spc="-20" dirty="0">
                <a:latin typeface="Times New Roman"/>
                <a:cs typeface="Times New Roman"/>
              </a:rPr>
              <a:t>e</a:t>
            </a:r>
            <a:r>
              <a:rPr sz="2400" dirty="0">
                <a:latin typeface="Times New Roman"/>
                <a:cs typeface="Times New Roman"/>
              </a:rPr>
              <a:t>s by </a:t>
            </a:r>
            <a:r>
              <a:rPr sz="2400" spc="-15" dirty="0">
                <a:latin typeface="Times New Roman"/>
                <a:cs typeface="Times New Roman"/>
              </a:rPr>
              <a:t>a</a:t>
            </a:r>
            <a:r>
              <a:rPr sz="2400" spc="-5" dirty="0">
                <a:latin typeface="Times New Roman"/>
                <a:cs typeface="Times New Roman"/>
              </a:rPr>
              <a:t> </a:t>
            </a:r>
            <a:r>
              <a:rPr sz="2400" spc="-10" dirty="0">
                <a:latin typeface="Times New Roman"/>
                <a:cs typeface="Times New Roman"/>
              </a:rPr>
              <a:t>f</a:t>
            </a:r>
            <a:r>
              <a:rPr sz="2400" spc="-20" dirty="0">
                <a:latin typeface="Times New Roman"/>
                <a:cs typeface="Times New Roman"/>
              </a:rPr>
              <a:t>ac</a:t>
            </a:r>
            <a:r>
              <a:rPr sz="2400" spc="-10" dirty="0">
                <a:latin typeface="Times New Roman"/>
                <a:cs typeface="Times New Roman"/>
              </a:rPr>
              <a:t>t</a:t>
            </a:r>
            <a:r>
              <a:rPr sz="2400" dirty="0">
                <a:latin typeface="Times New Roman"/>
                <a:cs typeface="Times New Roman"/>
              </a:rPr>
              <a:t>or 1.5</a:t>
            </a:r>
          </a:p>
        </p:txBody>
      </p:sp>
      <p:sp>
        <p:nvSpPr>
          <p:cNvPr id="9" name="Slide Number Placeholder 8">
            <a:extLst>
              <a:ext uri="{FF2B5EF4-FFF2-40B4-BE49-F238E27FC236}">
                <a16:creationId xmlns:a16="http://schemas.microsoft.com/office/drawing/2014/main" id="{A1922E8C-658D-928A-68FA-AC9D1FD5AA85}"/>
              </a:ext>
            </a:extLst>
          </p:cNvPr>
          <p:cNvSpPr>
            <a:spLocks noGrp="1"/>
          </p:cNvSpPr>
          <p:nvPr>
            <p:ph type="sldNum" sz="quarter" idx="2"/>
          </p:nvPr>
        </p:nvSpPr>
        <p:spPr/>
        <p:txBody>
          <a:bodyPr/>
          <a:lstStyle/>
          <a:p>
            <a:fld id="{86CB4B4D-7CA3-9044-876B-883B54F8677D}" type="slidenum">
              <a:rPr lang="en-US" smtClean="0"/>
              <a:pPr/>
              <a:t>12</a:t>
            </a:fld>
            <a:r>
              <a:rPr lang="en-US" dirty="0"/>
              <a:t>/33</a:t>
            </a:r>
          </a:p>
        </p:txBody>
      </p:sp>
      <p:sp>
        <p:nvSpPr>
          <p:cNvPr id="10" name="Footer Placeholder 9">
            <a:extLst>
              <a:ext uri="{FF2B5EF4-FFF2-40B4-BE49-F238E27FC236}">
                <a16:creationId xmlns:a16="http://schemas.microsoft.com/office/drawing/2014/main" id="{BB93E391-8425-45BB-7B4E-747C52B03AD7}"/>
              </a:ext>
            </a:extLst>
          </p:cNvPr>
          <p:cNvSpPr>
            <a:spLocks noGrp="1"/>
          </p:cNvSpPr>
          <p:nvPr>
            <p:ph type="ftr" sz="quarter" idx="5"/>
          </p:nvPr>
        </p:nvSpPr>
        <p:spPr/>
        <p:txBody>
          <a:bodyPr/>
          <a:lstStyle/>
          <a:p>
            <a:pPr defTabSz="406400" hangingPunct="0">
              <a:defRPr/>
            </a:pPr>
            <a:r>
              <a:rPr lang="en-US" dirty="0"/>
              <a:t>Week-6</a:t>
            </a:r>
          </a:p>
        </p:txBody>
      </p:sp>
      <p:sp>
        <p:nvSpPr>
          <p:cNvPr id="11" name="Rectangle 10">
            <a:extLst>
              <a:ext uri="{FF2B5EF4-FFF2-40B4-BE49-F238E27FC236}">
                <a16:creationId xmlns:a16="http://schemas.microsoft.com/office/drawing/2014/main" id="{8F566C10-2520-409B-61BF-02974457843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ADE77F-9E6E-AA25-682C-1F276D3D63F4}"/>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EBAA28B-2A27-4B0E-1629-EF6E8CD9E4AC}"/>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7084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2">
            <a:extLst>
              <a:ext uri="{FF2B5EF4-FFF2-40B4-BE49-F238E27FC236}">
                <a16:creationId xmlns:a16="http://schemas.microsoft.com/office/drawing/2014/main" id="{D8237404-84AC-E0F6-30EF-BAC28FF13B03}"/>
              </a:ext>
            </a:extLst>
          </p:cNvPr>
          <p:cNvSpPr txBox="1"/>
          <p:nvPr/>
        </p:nvSpPr>
        <p:spPr>
          <a:xfrm>
            <a:off x="2353311" y="1181376"/>
            <a:ext cx="626621" cy="492443"/>
          </a:xfrm>
          <a:prstGeom prst="rect">
            <a:avLst/>
          </a:prstGeom>
        </p:spPr>
        <p:txBody>
          <a:bodyPr vert="horz" wrap="square" lIns="0" tIns="0" rIns="0" bIns="0" rtlCol="0">
            <a:spAutoFit/>
          </a:bodyPr>
          <a:lstStyle>
            <a:defPPr>
              <a:defRPr lang="en-US"/>
            </a:defPPr>
            <a:lvl1pPr marL="38100" algn="ctr">
              <a:lnSpc>
                <a:spcPct val="100000"/>
              </a:lnSpc>
              <a:defRPr sz="1600">
                <a:latin typeface="Times New Roman"/>
                <a:cs typeface="Times New Roman"/>
              </a:defRPr>
            </a:lvl1pPr>
          </a:lstStyle>
          <a:p>
            <a:r>
              <a:rPr dirty="0"/>
              <a:t>60%</a:t>
            </a:r>
          </a:p>
          <a:p>
            <a:r>
              <a:rPr i="1" dirty="0"/>
              <a:t>B</a:t>
            </a:r>
            <a:r>
              <a:rPr dirty="0"/>
              <a:t>  =  c</a:t>
            </a:r>
          </a:p>
        </p:txBody>
      </p:sp>
      <p:sp>
        <p:nvSpPr>
          <p:cNvPr id="4" name="object 3">
            <a:extLst>
              <a:ext uri="{FF2B5EF4-FFF2-40B4-BE49-F238E27FC236}">
                <a16:creationId xmlns:a16="http://schemas.microsoft.com/office/drawing/2014/main" id="{60EA3153-00CD-88C8-A0CF-25480D302039}"/>
              </a:ext>
            </a:extLst>
          </p:cNvPr>
          <p:cNvSpPr txBox="1"/>
          <p:nvPr/>
        </p:nvSpPr>
        <p:spPr>
          <a:xfrm>
            <a:off x="3143664" y="1156926"/>
            <a:ext cx="626281" cy="777136"/>
          </a:xfrm>
          <a:prstGeom prst="rect">
            <a:avLst/>
          </a:prstGeom>
        </p:spPr>
        <p:txBody>
          <a:bodyPr vert="horz" wrap="square" lIns="0" tIns="0" rIns="0" bIns="0" rtlCol="0">
            <a:spAutoFit/>
          </a:bodyPr>
          <a:lstStyle/>
          <a:p>
            <a:pPr marL="38100" algn="ctr">
              <a:lnSpc>
                <a:spcPct val="100000"/>
              </a:lnSpc>
            </a:pPr>
            <a:r>
              <a:rPr sz="1600" dirty="0">
                <a:latin typeface="Times New Roman"/>
                <a:cs typeface="Times New Roman"/>
              </a:rPr>
              <a:t>40%</a:t>
            </a:r>
          </a:p>
          <a:p>
            <a:pPr algn="ctr">
              <a:lnSpc>
                <a:spcPct val="100000"/>
              </a:lnSpc>
              <a:spcBef>
                <a:spcPts val="300"/>
              </a:spcBef>
            </a:pPr>
            <a:r>
              <a:rPr sz="1600" i="1" spc="-10" dirty="0">
                <a:latin typeface="Times New Roman"/>
                <a:cs typeface="Times New Roman"/>
              </a:rPr>
              <a:t>B </a:t>
            </a:r>
            <a:r>
              <a:rPr sz="1600" i="1" spc="-5" dirty="0">
                <a:latin typeface="Times New Roman"/>
                <a:cs typeface="Times New Roman"/>
              </a:rPr>
              <a:t> </a:t>
            </a:r>
            <a:r>
              <a:rPr sz="1600" spc="-10" dirty="0">
                <a:latin typeface="Times New Roman"/>
                <a:cs typeface="Times New Roman"/>
              </a:rPr>
              <a:t>=</a:t>
            </a:r>
            <a:r>
              <a:rPr sz="1600" dirty="0">
                <a:latin typeface="Times New Roman"/>
                <a:cs typeface="Times New Roman"/>
              </a:rPr>
              <a:t> </a:t>
            </a:r>
            <a:r>
              <a:rPr sz="1600" spc="25" dirty="0">
                <a:latin typeface="Times New Roman"/>
                <a:cs typeface="Times New Roman"/>
              </a:rPr>
              <a:t> </a:t>
            </a:r>
            <a:r>
              <a:rPr sz="1600" i="1" dirty="0">
                <a:latin typeface="Times New Roman"/>
                <a:cs typeface="Times New Roman"/>
              </a:rPr>
              <a:t>m</a:t>
            </a:r>
            <a:endParaRPr sz="1600" dirty="0">
              <a:latin typeface="Times New Roman"/>
              <a:cs typeface="Times New Roman"/>
            </a:endParaRPr>
          </a:p>
        </p:txBody>
      </p:sp>
      <p:sp>
        <p:nvSpPr>
          <p:cNvPr id="5" name="object 4">
            <a:extLst>
              <a:ext uri="{FF2B5EF4-FFF2-40B4-BE49-F238E27FC236}">
                <a16:creationId xmlns:a16="http://schemas.microsoft.com/office/drawing/2014/main" id="{11305B87-A260-A677-72D2-18213E332DD8}"/>
              </a:ext>
            </a:extLst>
          </p:cNvPr>
          <p:cNvSpPr txBox="1"/>
          <p:nvPr/>
        </p:nvSpPr>
        <p:spPr>
          <a:xfrm>
            <a:off x="5815701" y="1321466"/>
            <a:ext cx="626621" cy="246221"/>
          </a:xfrm>
          <a:prstGeom prst="rect">
            <a:avLst/>
          </a:prstGeom>
        </p:spPr>
        <p:txBody>
          <a:bodyPr vert="horz" wrap="square" lIns="0" tIns="0" rIns="0" bIns="0" rtlCol="0">
            <a:spAutoFit/>
          </a:bodyPr>
          <a:lstStyle>
            <a:defPPr>
              <a:defRPr lang="en-US"/>
            </a:defPPr>
            <a:lvl1pPr marL="38100" algn="ctr">
              <a:lnSpc>
                <a:spcPct val="100000"/>
              </a:lnSpc>
              <a:defRPr sz="1600">
                <a:latin typeface="Times New Roman"/>
                <a:cs typeface="Times New Roman"/>
              </a:defRPr>
            </a:lvl1pPr>
          </a:lstStyle>
          <a:p>
            <a:r>
              <a:rPr i="1" dirty="0"/>
              <a:t>B  =  c</a:t>
            </a:r>
          </a:p>
        </p:txBody>
      </p:sp>
      <p:sp>
        <p:nvSpPr>
          <p:cNvPr id="6" name="object 5">
            <a:extLst>
              <a:ext uri="{FF2B5EF4-FFF2-40B4-BE49-F238E27FC236}">
                <a16:creationId xmlns:a16="http://schemas.microsoft.com/office/drawing/2014/main" id="{FF2762C4-62B5-571F-5B7B-996D82B260EE}"/>
              </a:ext>
            </a:extLst>
          </p:cNvPr>
          <p:cNvSpPr txBox="1"/>
          <p:nvPr/>
        </p:nvSpPr>
        <p:spPr>
          <a:xfrm>
            <a:off x="6587439" y="1321466"/>
            <a:ext cx="688909" cy="246221"/>
          </a:xfrm>
          <a:prstGeom prst="rect">
            <a:avLst/>
          </a:prstGeom>
        </p:spPr>
        <p:txBody>
          <a:bodyPr vert="horz" wrap="square" lIns="0" tIns="0" rIns="0" bIns="0" rtlCol="0">
            <a:spAutoFit/>
          </a:bodyPr>
          <a:lstStyle>
            <a:defPPr>
              <a:defRPr lang="en-US"/>
            </a:defPPr>
            <a:lvl1pPr marL="38100" algn="ctr">
              <a:lnSpc>
                <a:spcPct val="100000"/>
              </a:lnSpc>
              <a:defRPr sz="1600">
                <a:latin typeface="Times New Roman"/>
                <a:cs typeface="Times New Roman"/>
              </a:defRPr>
            </a:lvl1pPr>
          </a:lstStyle>
          <a:p>
            <a:r>
              <a:rPr i="1" dirty="0"/>
              <a:t>B  =  m</a:t>
            </a:r>
          </a:p>
        </p:txBody>
      </p:sp>
      <p:sp>
        <p:nvSpPr>
          <p:cNvPr id="7" name="object 7">
            <a:extLst>
              <a:ext uri="{FF2B5EF4-FFF2-40B4-BE49-F238E27FC236}">
                <a16:creationId xmlns:a16="http://schemas.microsoft.com/office/drawing/2014/main" id="{EEFC2088-2702-7B7C-4726-95CC396DF1CE}"/>
              </a:ext>
            </a:extLst>
          </p:cNvPr>
          <p:cNvSpPr txBox="1"/>
          <p:nvPr/>
        </p:nvSpPr>
        <p:spPr>
          <a:xfrm>
            <a:off x="1543046" y="1827928"/>
            <a:ext cx="618253" cy="492443"/>
          </a:xfrm>
          <a:prstGeom prst="rect">
            <a:avLst/>
          </a:prstGeom>
        </p:spPr>
        <p:txBody>
          <a:bodyPr vert="horz" wrap="square" lIns="0" tIns="0" rIns="0" bIns="0" rtlCol="0">
            <a:spAutoFit/>
          </a:bodyPr>
          <a:lstStyle>
            <a:defPPr>
              <a:defRPr lang="en-US"/>
            </a:defPPr>
            <a:lvl1pPr marL="38100" algn="ctr">
              <a:lnSpc>
                <a:spcPct val="100000"/>
              </a:lnSpc>
              <a:defRPr sz="1600">
                <a:latin typeface="Times New Roman"/>
                <a:cs typeface="Times New Roman"/>
              </a:defRPr>
            </a:lvl1pPr>
          </a:lstStyle>
          <a:p>
            <a:r>
              <a:rPr i="1" dirty="0"/>
              <a:t>C = c</a:t>
            </a:r>
          </a:p>
          <a:p>
            <a:r>
              <a:rPr i="1" dirty="0"/>
              <a:t>25%</a:t>
            </a:r>
          </a:p>
        </p:txBody>
      </p:sp>
      <p:sp>
        <p:nvSpPr>
          <p:cNvPr id="8" name="object 8">
            <a:extLst>
              <a:ext uri="{FF2B5EF4-FFF2-40B4-BE49-F238E27FC236}">
                <a16:creationId xmlns:a16="http://schemas.microsoft.com/office/drawing/2014/main" id="{ED13AE97-2C12-74B9-6767-503E807AB17F}"/>
              </a:ext>
            </a:extLst>
          </p:cNvPr>
          <p:cNvSpPr txBox="1"/>
          <p:nvPr/>
        </p:nvSpPr>
        <p:spPr>
          <a:xfrm>
            <a:off x="1447800" y="2513728"/>
            <a:ext cx="680543" cy="492443"/>
          </a:xfrm>
          <a:prstGeom prst="rect">
            <a:avLst/>
          </a:prstGeom>
        </p:spPr>
        <p:txBody>
          <a:bodyPr vert="horz" wrap="square" lIns="0" tIns="0" rIns="0" bIns="0" rtlCol="0">
            <a:spAutoFit/>
          </a:bodyPr>
          <a:lstStyle>
            <a:defPPr>
              <a:defRPr lang="en-US"/>
            </a:defPPr>
            <a:lvl1pPr marL="38100" algn="ctr">
              <a:lnSpc>
                <a:spcPct val="100000"/>
              </a:lnSpc>
              <a:defRPr sz="1600">
                <a:latin typeface="Times New Roman"/>
                <a:cs typeface="Times New Roman"/>
              </a:defRPr>
            </a:lvl1pPr>
          </a:lstStyle>
          <a:p>
            <a:r>
              <a:rPr i="1" dirty="0"/>
              <a:t>C = m</a:t>
            </a:r>
          </a:p>
          <a:p>
            <a:r>
              <a:rPr i="1" dirty="0"/>
              <a:t>75%</a:t>
            </a:r>
          </a:p>
        </p:txBody>
      </p:sp>
      <p:sp>
        <p:nvSpPr>
          <p:cNvPr id="9" name="object 9">
            <a:extLst>
              <a:ext uri="{FF2B5EF4-FFF2-40B4-BE49-F238E27FC236}">
                <a16:creationId xmlns:a16="http://schemas.microsoft.com/office/drawing/2014/main" id="{E4B1F482-7FC6-D8FD-6796-530B14BC0FB5}"/>
              </a:ext>
            </a:extLst>
          </p:cNvPr>
          <p:cNvSpPr txBox="1"/>
          <p:nvPr/>
        </p:nvSpPr>
        <p:spPr>
          <a:xfrm>
            <a:off x="2767466" y="3181907"/>
            <a:ext cx="607097" cy="246221"/>
          </a:xfrm>
          <a:prstGeom prst="rect">
            <a:avLst/>
          </a:prstGeom>
        </p:spPr>
        <p:txBody>
          <a:bodyPr vert="horz" wrap="square" lIns="0" tIns="0" rIns="0" bIns="0" rtlCol="0">
            <a:spAutoFit/>
          </a:bodyPr>
          <a:lstStyle>
            <a:defPPr>
              <a:defRPr lang="en-US"/>
            </a:defPPr>
            <a:lvl1pPr marL="38100" algn="ctr">
              <a:lnSpc>
                <a:spcPct val="100000"/>
              </a:lnSpc>
              <a:defRPr sz="1600">
                <a:latin typeface="Times New Roman"/>
                <a:cs typeface="Times New Roman"/>
              </a:defRPr>
            </a:lvl1pPr>
          </a:lstStyle>
          <a:p>
            <a:r>
              <a:rPr i="1" dirty="0"/>
              <a:t>A  =  c</a:t>
            </a:r>
          </a:p>
        </p:txBody>
      </p:sp>
      <p:sp>
        <p:nvSpPr>
          <p:cNvPr id="10" name="object 11">
            <a:extLst>
              <a:ext uri="{FF2B5EF4-FFF2-40B4-BE49-F238E27FC236}">
                <a16:creationId xmlns:a16="http://schemas.microsoft.com/office/drawing/2014/main" id="{C4CEC4F0-E277-0EA3-BC01-FD3820E95070}"/>
              </a:ext>
            </a:extLst>
          </p:cNvPr>
          <p:cNvSpPr txBox="1"/>
          <p:nvPr/>
        </p:nvSpPr>
        <p:spPr>
          <a:xfrm>
            <a:off x="5004234" y="1897738"/>
            <a:ext cx="618253" cy="246221"/>
          </a:xfrm>
          <a:prstGeom prst="rect">
            <a:avLst/>
          </a:prstGeom>
        </p:spPr>
        <p:txBody>
          <a:bodyPr vert="horz" wrap="square" lIns="0" tIns="0" rIns="0" bIns="0" rtlCol="0">
            <a:spAutoFit/>
          </a:bodyPr>
          <a:lstStyle>
            <a:defPPr>
              <a:defRPr lang="en-US"/>
            </a:defPPr>
            <a:lvl1pPr marL="38100" algn="ctr">
              <a:lnSpc>
                <a:spcPct val="100000"/>
              </a:lnSpc>
              <a:defRPr sz="1600">
                <a:latin typeface="Times New Roman"/>
                <a:cs typeface="Times New Roman"/>
              </a:defRPr>
            </a:lvl1pPr>
          </a:lstStyle>
          <a:p>
            <a:r>
              <a:rPr i="1" dirty="0"/>
              <a:t>C  =  c</a:t>
            </a:r>
          </a:p>
        </p:txBody>
      </p:sp>
      <p:sp>
        <p:nvSpPr>
          <p:cNvPr id="11" name="object 12">
            <a:extLst>
              <a:ext uri="{FF2B5EF4-FFF2-40B4-BE49-F238E27FC236}">
                <a16:creationId xmlns:a16="http://schemas.microsoft.com/office/drawing/2014/main" id="{24691C6A-D965-EDF9-526E-73587E13B603}"/>
              </a:ext>
            </a:extLst>
          </p:cNvPr>
          <p:cNvSpPr txBox="1"/>
          <p:nvPr/>
        </p:nvSpPr>
        <p:spPr>
          <a:xfrm>
            <a:off x="4908815" y="2630885"/>
            <a:ext cx="680543" cy="246221"/>
          </a:xfrm>
          <a:prstGeom prst="rect">
            <a:avLst/>
          </a:prstGeom>
        </p:spPr>
        <p:txBody>
          <a:bodyPr vert="horz" wrap="square" lIns="0" tIns="0" rIns="0" bIns="0" rtlCol="0">
            <a:spAutoFit/>
          </a:bodyPr>
          <a:lstStyle>
            <a:defPPr>
              <a:defRPr lang="en-US"/>
            </a:defPPr>
            <a:lvl1pPr marL="38100" algn="ctr">
              <a:lnSpc>
                <a:spcPct val="100000"/>
              </a:lnSpc>
              <a:defRPr sz="1600">
                <a:latin typeface="Times New Roman"/>
                <a:cs typeface="Times New Roman"/>
              </a:defRPr>
            </a:lvl1pPr>
          </a:lstStyle>
          <a:p>
            <a:r>
              <a:rPr i="1" dirty="0"/>
              <a:t>C</a:t>
            </a:r>
            <a:r>
              <a:rPr lang="en-US" i="1" dirty="0"/>
              <a:t>  </a:t>
            </a:r>
            <a:r>
              <a:rPr i="1" dirty="0"/>
              <a:t>=  m</a:t>
            </a:r>
          </a:p>
        </p:txBody>
      </p:sp>
      <p:sp>
        <p:nvSpPr>
          <p:cNvPr id="12" name="object 13">
            <a:extLst>
              <a:ext uri="{FF2B5EF4-FFF2-40B4-BE49-F238E27FC236}">
                <a16:creationId xmlns:a16="http://schemas.microsoft.com/office/drawing/2014/main" id="{9DB7B162-208C-3B6B-E910-CDE497524845}"/>
              </a:ext>
            </a:extLst>
          </p:cNvPr>
          <p:cNvSpPr txBox="1"/>
          <p:nvPr/>
        </p:nvSpPr>
        <p:spPr>
          <a:xfrm>
            <a:off x="6175896" y="3181907"/>
            <a:ext cx="668457" cy="246221"/>
          </a:xfrm>
          <a:prstGeom prst="rect">
            <a:avLst/>
          </a:prstGeom>
        </p:spPr>
        <p:txBody>
          <a:bodyPr vert="horz" wrap="square" lIns="0" tIns="0" rIns="0" bIns="0" rtlCol="0">
            <a:spAutoFit/>
          </a:bodyPr>
          <a:lstStyle>
            <a:defPPr>
              <a:defRPr lang="en-US"/>
            </a:defPPr>
            <a:lvl1pPr marL="38100" algn="ctr">
              <a:lnSpc>
                <a:spcPct val="100000"/>
              </a:lnSpc>
              <a:defRPr sz="1600">
                <a:latin typeface="Times New Roman"/>
                <a:cs typeface="Times New Roman"/>
              </a:defRPr>
            </a:lvl1pPr>
          </a:lstStyle>
          <a:p>
            <a:r>
              <a:rPr i="1" dirty="0"/>
              <a:t>A  =  m</a:t>
            </a:r>
            <a:endParaRPr i="1"/>
          </a:p>
        </p:txBody>
      </p:sp>
      <p:sp>
        <p:nvSpPr>
          <p:cNvPr id="13" name="object 14">
            <a:extLst>
              <a:ext uri="{FF2B5EF4-FFF2-40B4-BE49-F238E27FC236}">
                <a16:creationId xmlns:a16="http://schemas.microsoft.com/office/drawing/2014/main" id="{FEDEEB2E-F33A-AE69-6665-BF51223F3C20}"/>
              </a:ext>
            </a:extLst>
          </p:cNvPr>
          <p:cNvSpPr txBox="1"/>
          <p:nvPr/>
        </p:nvSpPr>
        <p:spPr>
          <a:xfrm>
            <a:off x="762531" y="3797300"/>
            <a:ext cx="7906384" cy="2659702"/>
          </a:xfrm>
          <a:prstGeom prst="rect">
            <a:avLst/>
          </a:prstGeom>
        </p:spPr>
        <p:txBody>
          <a:bodyPr vert="horz" wrap="square" lIns="0" tIns="0" rIns="0" bIns="0" rtlCol="0">
            <a:spAutoFit/>
          </a:bodyPr>
          <a:lstStyle/>
          <a:p>
            <a:pPr marL="12700">
              <a:lnSpc>
                <a:spcPct val="100000"/>
              </a:lnSpc>
            </a:pPr>
            <a:r>
              <a:rPr sz="2100" dirty="0">
                <a:latin typeface="Times New Roman"/>
                <a:cs typeface="Times New Roman"/>
              </a:rPr>
              <a:t>A</a:t>
            </a:r>
            <a:r>
              <a:rPr sz="2100" spc="-10" dirty="0">
                <a:latin typeface="Times New Roman"/>
                <a:cs typeface="Times New Roman"/>
              </a:rPr>
              <a:t>li</a:t>
            </a:r>
            <a:r>
              <a:rPr sz="2100" spc="-15" dirty="0">
                <a:latin typeface="Times New Roman"/>
                <a:cs typeface="Times New Roman"/>
              </a:rPr>
              <a:t>ce</a:t>
            </a:r>
            <a:r>
              <a:rPr sz="2100" spc="-114" dirty="0">
                <a:latin typeface="Times New Roman"/>
                <a:cs typeface="Times New Roman"/>
              </a:rPr>
              <a:t>’</a:t>
            </a:r>
            <a:r>
              <a:rPr sz="2100" dirty="0">
                <a:latin typeface="Times New Roman"/>
                <a:cs typeface="Times New Roman"/>
              </a:rPr>
              <a:t>s </a:t>
            </a:r>
            <a:r>
              <a:rPr sz="2100" spc="-15" dirty="0">
                <a:latin typeface="Times New Roman"/>
                <a:cs typeface="Times New Roman"/>
              </a:rPr>
              <a:t>expec</a:t>
            </a:r>
            <a:r>
              <a:rPr sz="2100" spc="-10" dirty="0">
                <a:latin typeface="Times New Roman"/>
                <a:cs typeface="Times New Roman"/>
              </a:rPr>
              <a:t>t</a:t>
            </a:r>
            <a:r>
              <a:rPr sz="2100" spc="-15" dirty="0">
                <a:latin typeface="Times New Roman"/>
                <a:cs typeface="Times New Roman"/>
              </a:rPr>
              <a:t>e</a:t>
            </a:r>
            <a:r>
              <a:rPr sz="2100" dirty="0">
                <a:latin typeface="Times New Roman"/>
                <a:cs typeface="Times New Roman"/>
              </a:rPr>
              <a:t>d </a:t>
            </a:r>
            <a:r>
              <a:rPr sz="2100" spc="-10" dirty="0">
                <a:latin typeface="Times New Roman"/>
                <a:cs typeface="Times New Roman"/>
              </a:rPr>
              <a:t>utilit</a:t>
            </a:r>
            <a:r>
              <a:rPr sz="2100" dirty="0">
                <a:latin typeface="Times New Roman"/>
                <a:cs typeface="Times New Roman"/>
              </a:rPr>
              <a:t>y for </a:t>
            </a:r>
            <a:r>
              <a:rPr sz="2100" spc="-15" dirty="0">
                <a:latin typeface="Times New Roman"/>
                <a:cs typeface="Times New Roman"/>
              </a:rPr>
              <a:t>home</a:t>
            </a:r>
            <a:r>
              <a:rPr sz="2100" spc="-5" dirty="0">
                <a:latin typeface="Times New Roman"/>
                <a:cs typeface="Times New Roman"/>
              </a:rPr>
              <a:t> </a:t>
            </a:r>
            <a:r>
              <a:rPr sz="2100" spc="-10" dirty="0">
                <a:latin typeface="Times New Roman"/>
                <a:cs typeface="Times New Roman"/>
              </a:rPr>
              <a:t>(h):</a:t>
            </a:r>
            <a:r>
              <a:rPr sz="2100" dirty="0">
                <a:latin typeface="Times New Roman"/>
                <a:cs typeface="Times New Roman"/>
              </a:rPr>
              <a:t> 50</a:t>
            </a:r>
          </a:p>
          <a:p>
            <a:pPr>
              <a:lnSpc>
                <a:spcPct val="100000"/>
              </a:lnSpc>
              <a:spcBef>
                <a:spcPts val="7"/>
              </a:spcBef>
            </a:pPr>
            <a:endParaRPr sz="1000" dirty="0">
              <a:latin typeface="Times New Roman"/>
              <a:cs typeface="Times New Roman"/>
            </a:endParaRPr>
          </a:p>
          <a:p>
            <a:pPr marL="12700">
              <a:lnSpc>
                <a:spcPts val="2510"/>
              </a:lnSpc>
            </a:pPr>
            <a:r>
              <a:rPr sz="2100" dirty="0">
                <a:latin typeface="Times New Roman"/>
                <a:cs typeface="Times New Roman"/>
              </a:rPr>
              <a:t>A</a:t>
            </a:r>
            <a:r>
              <a:rPr sz="2100" spc="-10" dirty="0">
                <a:latin typeface="Times New Roman"/>
                <a:cs typeface="Times New Roman"/>
              </a:rPr>
              <a:t>li</a:t>
            </a:r>
            <a:r>
              <a:rPr sz="2100" spc="-15" dirty="0">
                <a:latin typeface="Times New Roman"/>
                <a:cs typeface="Times New Roman"/>
              </a:rPr>
              <a:t>ce</a:t>
            </a:r>
            <a:r>
              <a:rPr sz="2100" spc="-114" dirty="0">
                <a:latin typeface="Times New Roman"/>
                <a:cs typeface="Times New Roman"/>
              </a:rPr>
              <a:t>’</a:t>
            </a:r>
            <a:r>
              <a:rPr sz="2100" dirty="0">
                <a:latin typeface="Times New Roman"/>
                <a:cs typeface="Times New Roman"/>
              </a:rPr>
              <a:t>s </a:t>
            </a:r>
            <a:r>
              <a:rPr sz="2100" spc="-15" dirty="0">
                <a:latin typeface="Times New Roman"/>
                <a:cs typeface="Times New Roman"/>
              </a:rPr>
              <a:t>expec</a:t>
            </a:r>
            <a:r>
              <a:rPr sz="2100" spc="-10" dirty="0">
                <a:latin typeface="Times New Roman"/>
                <a:cs typeface="Times New Roman"/>
              </a:rPr>
              <a:t>t</a:t>
            </a:r>
            <a:r>
              <a:rPr sz="2100" spc="-15" dirty="0">
                <a:latin typeface="Times New Roman"/>
                <a:cs typeface="Times New Roman"/>
              </a:rPr>
              <a:t>e</a:t>
            </a:r>
            <a:r>
              <a:rPr sz="2100" dirty="0">
                <a:latin typeface="Times New Roman"/>
                <a:cs typeface="Times New Roman"/>
              </a:rPr>
              <a:t>d </a:t>
            </a:r>
            <a:r>
              <a:rPr sz="2100" spc="-10" dirty="0">
                <a:latin typeface="Times New Roman"/>
                <a:cs typeface="Times New Roman"/>
              </a:rPr>
              <a:t>utilit</a:t>
            </a:r>
            <a:r>
              <a:rPr sz="2100" dirty="0">
                <a:latin typeface="Times New Roman"/>
                <a:cs typeface="Times New Roman"/>
              </a:rPr>
              <a:t>y for </a:t>
            </a:r>
            <a:r>
              <a:rPr sz="2100" spc="-15" dirty="0">
                <a:latin typeface="Times New Roman"/>
                <a:cs typeface="Times New Roman"/>
              </a:rPr>
              <a:t>c</a:t>
            </a:r>
            <a:r>
              <a:rPr sz="2100" spc="-10" dirty="0">
                <a:latin typeface="Times New Roman"/>
                <a:cs typeface="Times New Roman"/>
              </a:rPr>
              <a:t>l</a:t>
            </a:r>
            <a:r>
              <a:rPr sz="2100" dirty="0">
                <a:latin typeface="Times New Roman"/>
                <a:cs typeface="Times New Roman"/>
              </a:rPr>
              <a:t>ub </a:t>
            </a:r>
            <a:r>
              <a:rPr sz="2100" spc="-10" dirty="0">
                <a:latin typeface="Times New Roman"/>
                <a:cs typeface="Times New Roman"/>
              </a:rPr>
              <a:t>(</a:t>
            </a:r>
            <a:r>
              <a:rPr sz="2100" spc="-15" dirty="0">
                <a:latin typeface="Times New Roman"/>
                <a:cs typeface="Times New Roman"/>
              </a:rPr>
              <a:t>c</a:t>
            </a:r>
            <a:r>
              <a:rPr sz="2100" spc="-10" dirty="0">
                <a:latin typeface="Times New Roman"/>
                <a:cs typeface="Times New Roman"/>
              </a:rPr>
              <a:t>):</a:t>
            </a:r>
            <a:endParaRPr sz="2100" dirty="0">
              <a:latin typeface="Times New Roman"/>
              <a:cs typeface="Times New Roman"/>
            </a:endParaRPr>
          </a:p>
          <a:p>
            <a:pPr marL="12700">
              <a:lnSpc>
                <a:spcPts val="2500"/>
              </a:lnSpc>
            </a:pPr>
            <a:r>
              <a:rPr sz="2100" dirty="0">
                <a:latin typeface="Times New Roman"/>
                <a:cs typeface="Times New Roman"/>
              </a:rPr>
              <a:t>0.25(0.6 </a:t>
            </a:r>
            <a:r>
              <a:rPr sz="2100" spc="-175" dirty="0">
                <a:latin typeface="Times New Roman"/>
                <a:cs typeface="Times New Roman"/>
              </a:rPr>
              <a:t>· 15 </a:t>
            </a:r>
            <a:r>
              <a:rPr sz="2100" spc="-15" dirty="0">
                <a:latin typeface="Times New Roman"/>
                <a:cs typeface="Times New Roman"/>
              </a:rPr>
              <a:t>+ 0.4 </a:t>
            </a:r>
            <a:r>
              <a:rPr sz="2100" spc="-175" dirty="0">
                <a:latin typeface="Times New Roman"/>
                <a:cs typeface="Times New Roman"/>
              </a:rPr>
              <a:t>· 150) </a:t>
            </a:r>
            <a:r>
              <a:rPr sz="2100" spc="-15" dirty="0">
                <a:latin typeface="Times New Roman"/>
                <a:cs typeface="Times New Roman"/>
              </a:rPr>
              <a:t>+ 0.75(0.6 </a:t>
            </a:r>
            <a:r>
              <a:rPr sz="2100" spc="-175" dirty="0">
                <a:latin typeface="Times New Roman"/>
                <a:cs typeface="Times New Roman"/>
              </a:rPr>
              <a:t>· 10 </a:t>
            </a:r>
            <a:r>
              <a:rPr sz="2100" spc="-15" dirty="0">
                <a:latin typeface="Times New Roman"/>
                <a:cs typeface="Times New Roman"/>
              </a:rPr>
              <a:t>+ 0.4 </a:t>
            </a:r>
            <a:r>
              <a:rPr sz="2100" spc="-175" dirty="0">
                <a:latin typeface="Times New Roman"/>
                <a:cs typeface="Times New Roman"/>
              </a:rPr>
              <a:t>· 100) </a:t>
            </a:r>
            <a:r>
              <a:rPr sz="2100" spc="-15" dirty="0">
                <a:latin typeface="Times New Roman"/>
                <a:cs typeface="Times New Roman"/>
              </a:rPr>
              <a:t>= 51.75.</a:t>
            </a:r>
            <a:endParaRPr sz="2100" dirty="0">
              <a:latin typeface="Times New Roman"/>
              <a:cs typeface="Times New Roman"/>
            </a:endParaRPr>
          </a:p>
          <a:p>
            <a:pPr marL="12700">
              <a:lnSpc>
                <a:spcPts val="2500"/>
              </a:lnSpc>
            </a:pPr>
            <a:r>
              <a:rPr sz="2100" dirty="0">
                <a:latin typeface="Times New Roman"/>
                <a:cs typeface="Times New Roman"/>
              </a:rPr>
              <a:t>A</a:t>
            </a:r>
            <a:r>
              <a:rPr sz="2100" spc="-10" dirty="0">
                <a:latin typeface="Times New Roman"/>
                <a:cs typeface="Times New Roman"/>
              </a:rPr>
              <a:t>li</a:t>
            </a:r>
            <a:r>
              <a:rPr sz="2100" spc="-15" dirty="0">
                <a:latin typeface="Times New Roman"/>
                <a:cs typeface="Times New Roman"/>
              </a:rPr>
              <a:t>ce</a:t>
            </a:r>
            <a:r>
              <a:rPr sz="2100" spc="-114" dirty="0">
                <a:latin typeface="Times New Roman"/>
                <a:cs typeface="Times New Roman"/>
              </a:rPr>
              <a:t>’</a:t>
            </a:r>
            <a:r>
              <a:rPr sz="2100" dirty="0">
                <a:latin typeface="Times New Roman"/>
                <a:cs typeface="Times New Roman"/>
              </a:rPr>
              <a:t>s </a:t>
            </a:r>
            <a:r>
              <a:rPr sz="2100" spc="-15" dirty="0">
                <a:latin typeface="Times New Roman"/>
                <a:cs typeface="Times New Roman"/>
              </a:rPr>
              <a:t>expec</a:t>
            </a:r>
            <a:r>
              <a:rPr sz="2100" spc="-10" dirty="0">
                <a:latin typeface="Times New Roman"/>
                <a:cs typeface="Times New Roman"/>
              </a:rPr>
              <a:t>t</a:t>
            </a:r>
            <a:r>
              <a:rPr sz="2100" spc="-15" dirty="0">
                <a:latin typeface="Times New Roman"/>
                <a:cs typeface="Times New Roman"/>
              </a:rPr>
              <a:t>e</a:t>
            </a:r>
            <a:r>
              <a:rPr sz="2100" dirty="0">
                <a:latin typeface="Times New Roman"/>
                <a:cs typeface="Times New Roman"/>
              </a:rPr>
              <a:t>d </a:t>
            </a:r>
            <a:r>
              <a:rPr sz="2100" spc="-10" dirty="0">
                <a:latin typeface="Times New Roman"/>
                <a:cs typeface="Times New Roman"/>
              </a:rPr>
              <a:t>utilit</a:t>
            </a:r>
            <a:r>
              <a:rPr sz="2100" dirty="0">
                <a:latin typeface="Times New Roman"/>
                <a:cs typeface="Times New Roman"/>
              </a:rPr>
              <a:t>y for </a:t>
            </a:r>
            <a:r>
              <a:rPr sz="2100" spc="-15" dirty="0">
                <a:latin typeface="Times New Roman"/>
                <a:cs typeface="Times New Roman"/>
              </a:rPr>
              <a:t>movie</a:t>
            </a:r>
            <a:r>
              <a:rPr sz="2100" dirty="0">
                <a:latin typeface="Times New Roman"/>
                <a:cs typeface="Times New Roman"/>
              </a:rPr>
              <a:t>s </a:t>
            </a:r>
            <a:r>
              <a:rPr sz="2100" spc="-10" dirty="0">
                <a:latin typeface="Times New Roman"/>
                <a:cs typeface="Times New Roman"/>
              </a:rPr>
              <a:t>(m):</a:t>
            </a:r>
            <a:endParaRPr sz="2100" dirty="0">
              <a:latin typeface="Times New Roman"/>
              <a:cs typeface="Times New Roman"/>
            </a:endParaRPr>
          </a:p>
          <a:p>
            <a:pPr marL="12700">
              <a:lnSpc>
                <a:spcPts val="2510"/>
              </a:lnSpc>
            </a:pPr>
            <a:r>
              <a:rPr sz="2100" dirty="0">
                <a:latin typeface="Times New Roman"/>
                <a:cs typeface="Times New Roman"/>
              </a:rPr>
              <a:t>0.25(0.6 </a:t>
            </a:r>
            <a:r>
              <a:rPr sz="2100" spc="-175" dirty="0">
                <a:latin typeface="Times New Roman"/>
                <a:cs typeface="Times New Roman"/>
              </a:rPr>
              <a:t>· 50 </a:t>
            </a:r>
            <a:r>
              <a:rPr sz="2100" spc="-15" dirty="0">
                <a:latin typeface="Times New Roman"/>
                <a:cs typeface="Times New Roman"/>
              </a:rPr>
              <a:t>+ 0.4 </a:t>
            </a:r>
            <a:r>
              <a:rPr sz="2100" spc="-175" dirty="0">
                <a:latin typeface="Times New Roman"/>
                <a:cs typeface="Times New Roman"/>
              </a:rPr>
              <a:t>· 10) </a:t>
            </a:r>
            <a:r>
              <a:rPr sz="2100" spc="-15" dirty="0">
                <a:latin typeface="Times New Roman"/>
                <a:cs typeface="Times New Roman"/>
              </a:rPr>
              <a:t>+ 0.75(0.6(75) + 0.4(15)) = 46.75.</a:t>
            </a:r>
            <a:endParaRPr sz="2100" dirty="0">
              <a:latin typeface="Times New Roman"/>
              <a:cs typeface="Times New Roman"/>
            </a:endParaRPr>
          </a:p>
          <a:p>
            <a:pPr>
              <a:lnSpc>
                <a:spcPct val="100000"/>
              </a:lnSpc>
              <a:spcBef>
                <a:spcPts val="50"/>
              </a:spcBef>
            </a:pPr>
            <a:endParaRPr sz="1200" dirty="0">
              <a:latin typeface="Times New Roman"/>
              <a:cs typeface="Times New Roman"/>
            </a:endParaRPr>
          </a:p>
          <a:p>
            <a:pPr marL="12700" marR="5080">
              <a:lnSpc>
                <a:spcPts val="2500"/>
              </a:lnSpc>
            </a:pPr>
            <a:r>
              <a:rPr sz="2100" dirty="0">
                <a:latin typeface="Times New Roman"/>
                <a:cs typeface="Times New Roman"/>
              </a:rPr>
              <a:t>A</a:t>
            </a:r>
            <a:r>
              <a:rPr sz="2100" spc="-114" dirty="0">
                <a:latin typeface="Times New Roman"/>
                <a:cs typeface="Times New Roman"/>
              </a:rPr>
              <a:t> </a:t>
            </a:r>
            <a:r>
              <a:rPr sz="2100" spc="-10" dirty="0">
                <a:latin typeface="Times New Roman"/>
                <a:cs typeface="Times New Roman"/>
              </a:rPr>
              <a:t>pr</a:t>
            </a:r>
            <a:r>
              <a:rPr sz="2100" spc="-15" dirty="0">
                <a:latin typeface="Times New Roman"/>
                <a:cs typeface="Times New Roman"/>
              </a:rPr>
              <a:t>e</a:t>
            </a:r>
            <a:r>
              <a:rPr sz="2100" spc="-10" dirty="0">
                <a:latin typeface="Times New Roman"/>
                <a:cs typeface="Times New Roman"/>
              </a:rPr>
              <a:t>f</a:t>
            </a:r>
            <a:r>
              <a:rPr sz="2100" spc="-15" dirty="0">
                <a:latin typeface="Times New Roman"/>
                <a:cs typeface="Times New Roman"/>
              </a:rPr>
              <a:t>e</a:t>
            </a:r>
            <a:r>
              <a:rPr sz="2100" dirty="0">
                <a:latin typeface="Times New Roman"/>
                <a:cs typeface="Times New Roman"/>
              </a:rPr>
              <a:t>rs </a:t>
            </a:r>
            <a:r>
              <a:rPr sz="2100" spc="-10" dirty="0">
                <a:latin typeface="Times New Roman"/>
                <a:cs typeface="Times New Roman"/>
              </a:rPr>
              <a:t>the</a:t>
            </a:r>
            <a:r>
              <a:rPr sz="2100" spc="-5" dirty="0">
                <a:latin typeface="Times New Roman"/>
                <a:cs typeface="Times New Roman"/>
              </a:rPr>
              <a:t> </a:t>
            </a:r>
            <a:r>
              <a:rPr sz="2100" spc="-15" dirty="0">
                <a:latin typeface="Times New Roman"/>
                <a:cs typeface="Times New Roman"/>
              </a:rPr>
              <a:t>c</a:t>
            </a:r>
            <a:r>
              <a:rPr sz="2100" spc="-10" dirty="0">
                <a:latin typeface="Times New Roman"/>
                <a:cs typeface="Times New Roman"/>
              </a:rPr>
              <a:t>l</a:t>
            </a:r>
            <a:r>
              <a:rPr sz="2100" dirty="0">
                <a:latin typeface="Times New Roman"/>
                <a:cs typeface="Times New Roman"/>
              </a:rPr>
              <a:t>ub </a:t>
            </a:r>
            <a:r>
              <a:rPr sz="2100" spc="-10" dirty="0">
                <a:latin typeface="Times New Roman"/>
                <a:cs typeface="Times New Roman"/>
              </a:rPr>
              <a:t>(t</a:t>
            </a:r>
            <a:r>
              <a:rPr sz="2100" dirty="0">
                <a:latin typeface="Times New Roman"/>
                <a:cs typeface="Times New Roman"/>
              </a:rPr>
              <a:t>hough </a:t>
            </a:r>
            <a:r>
              <a:rPr sz="2100" spc="-15" dirty="0">
                <a:latin typeface="Times New Roman"/>
                <a:cs typeface="Times New Roman"/>
              </a:rPr>
              <a:t>Bob</a:t>
            </a:r>
            <a:r>
              <a:rPr sz="2100" dirty="0">
                <a:latin typeface="Times New Roman"/>
                <a:cs typeface="Times New Roman"/>
              </a:rPr>
              <a:t> </a:t>
            </a:r>
            <a:r>
              <a:rPr sz="2100" spc="-10" dirty="0">
                <a:latin typeface="Times New Roman"/>
                <a:cs typeface="Times New Roman"/>
              </a:rPr>
              <a:t>i</a:t>
            </a:r>
            <a:r>
              <a:rPr sz="2100" dirty="0">
                <a:latin typeface="Times New Roman"/>
                <a:cs typeface="Times New Roman"/>
              </a:rPr>
              <a:t>s </a:t>
            </a:r>
            <a:r>
              <a:rPr sz="2100" spc="-10" dirty="0">
                <a:latin typeface="Times New Roman"/>
                <a:cs typeface="Times New Roman"/>
              </a:rPr>
              <a:t>lik</a:t>
            </a:r>
            <a:r>
              <a:rPr sz="2100" spc="-15" dirty="0">
                <a:latin typeface="Times New Roman"/>
                <a:cs typeface="Times New Roman"/>
              </a:rPr>
              <a:t>e</a:t>
            </a:r>
            <a:r>
              <a:rPr sz="2100" spc="-10" dirty="0">
                <a:latin typeface="Times New Roman"/>
                <a:cs typeface="Times New Roman"/>
              </a:rPr>
              <a:t>l</a:t>
            </a:r>
            <a:r>
              <a:rPr sz="2100" dirty="0">
                <a:latin typeface="Times New Roman"/>
                <a:cs typeface="Times New Roman"/>
              </a:rPr>
              <a:t>y </a:t>
            </a:r>
            <a:r>
              <a:rPr sz="2100" spc="-10" dirty="0">
                <a:latin typeface="Times New Roman"/>
                <a:cs typeface="Times New Roman"/>
              </a:rPr>
              <a:t>t</a:t>
            </a:r>
            <a:r>
              <a:rPr sz="2100" dirty="0">
                <a:latin typeface="Times New Roman"/>
                <a:cs typeface="Times New Roman"/>
              </a:rPr>
              <a:t>o </a:t>
            </a:r>
            <a:r>
              <a:rPr sz="2100" spc="-10" dirty="0">
                <a:latin typeface="Times New Roman"/>
                <a:cs typeface="Times New Roman"/>
              </a:rPr>
              <a:t>be</a:t>
            </a:r>
            <a:r>
              <a:rPr sz="2100" spc="-5" dirty="0">
                <a:latin typeface="Times New Roman"/>
                <a:cs typeface="Times New Roman"/>
              </a:rPr>
              <a:t> </a:t>
            </a:r>
            <a:r>
              <a:rPr sz="2100" spc="-10" dirty="0">
                <a:latin typeface="Times New Roman"/>
                <a:cs typeface="Times New Roman"/>
              </a:rPr>
              <a:t>th</a:t>
            </a:r>
            <a:r>
              <a:rPr sz="2100" spc="-15" dirty="0">
                <a:latin typeface="Times New Roman"/>
                <a:cs typeface="Times New Roman"/>
              </a:rPr>
              <a:t>e</a:t>
            </a:r>
            <a:r>
              <a:rPr sz="2100" spc="-10" dirty="0">
                <a:latin typeface="Times New Roman"/>
                <a:cs typeface="Times New Roman"/>
              </a:rPr>
              <a:t>re</a:t>
            </a:r>
            <a:r>
              <a:rPr sz="2100" spc="-5" dirty="0">
                <a:latin typeface="Times New Roman"/>
                <a:cs typeface="Times New Roman"/>
              </a:rPr>
              <a:t> </a:t>
            </a:r>
            <a:r>
              <a:rPr sz="2100" spc="-15" dirty="0">
                <a:latin typeface="Times New Roman"/>
                <a:cs typeface="Times New Roman"/>
              </a:rPr>
              <a:t>a</a:t>
            </a:r>
            <a:r>
              <a:rPr sz="2100" dirty="0">
                <a:latin typeface="Times New Roman"/>
                <a:cs typeface="Times New Roman"/>
              </a:rPr>
              <a:t>nd </a:t>
            </a:r>
            <a:r>
              <a:rPr sz="2100" spc="-15" dirty="0">
                <a:latin typeface="Times New Roman"/>
                <a:cs typeface="Times New Roman"/>
              </a:rPr>
              <a:t>Ca</a:t>
            </a:r>
            <a:r>
              <a:rPr sz="2100" spc="-10" dirty="0">
                <a:latin typeface="Times New Roman"/>
                <a:cs typeface="Times New Roman"/>
              </a:rPr>
              <a:t>rol</a:t>
            </a:r>
            <a:r>
              <a:rPr sz="2100" dirty="0">
                <a:latin typeface="Times New Roman"/>
                <a:cs typeface="Times New Roman"/>
              </a:rPr>
              <a:t> </a:t>
            </a:r>
            <a:r>
              <a:rPr sz="2100" spc="-10" dirty="0">
                <a:latin typeface="Times New Roman"/>
                <a:cs typeface="Times New Roman"/>
              </a:rPr>
              <a:t>i</a:t>
            </a:r>
            <a:r>
              <a:rPr sz="2100" dirty="0">
                <a:latin typeface="Times New Roman"/>
                <a:cs typeface="Times New Roman"/>
              </a:rPr>
              <a:t>s </a:t>
            </a:r>
            <a:r>
              <a:rPr sz="2100" spc="-10" dirty="0">
                <a:latin typeface="Times New Roman"/>
                <a:cs typeface="Times New Roman"/>
              </a:rPr>
              <a:t>not</a:t>
            </a:r>
            <a:r>
              <a:rPr sz="2100" dirty="0">
                <a:latin typeface="Times New Roman"/>
                <a:cs typeface="Times New Roman"/>
              </a:rPr>
              <a:t>), s</a:t>
            </a:r>
            <a:r>
              <a:rPr sz="2100" spc="-10" dirty="0">
                <a:latin typeface="Times New Roman"/>
                <a:cs typeface="Times New Roman"/>
              </a:rPr>
              <a:t>he pr</a:t>
            </a:r>
            <a:r>
              <a:rPr sz="2100" spc="-15" dirty="0">
                <a:latin typeface="Times New Roman"/>
                <a:cs typeface="Times New Roman"/>
              </a:rPr>
              <a:t>e</a:t>
            </a:r>
            <a:r>
              <a:rPr sz="2100" spc="-10" dirty="0">
                <a:latin typeface="Times New Roman"/>
                <a:cs typeface="Times New Roman"/>
              </a:rPr>
              <a:t>f</a:t>
            </a:r>
            <a:r>
              <a:rPr sz="2100" spc="-15" dirty="0">
                <a:latin typeface="Times New Roman"/>
                <a:cs typeface="Times New Roman"/>
              </a:rPr>
              <a:t>e</a:t>
            </a:r>
            <a:r>
              <a:rPr sz="2100" dirty="0">
                <a:latin typeface="Times New Roman"/>
                <a:cs typeface="Times New Roman"/>
              </a:rPr>
              <a:t>rs s</a:t>
            </a:r>
            <a:r>
              <a:rPr sz="2100" spc="-10" dirty="0">
                <a:latin typeface="Times New Roman"/>
                <a:cs typeface="Times New Roman"/>
              </a:rPr>
              <a:t>t</a:t>
            </a:r>
            <a:r>
              <a:rPr sz="2100" spc="-15" dirty="0">
                <a:latin typeface="Times New Roman"/>
                <a:cs typeface="Times New Roman"/>
              </a:rPr>
              <a:t>a</a:t>
            </a:r>
            <a:r>
              <a:rPr sz="2100" spc="-10" dirty="0">
                <a:latin typeface="Times New Roman"/>
                <a:cs typeface="Times New Roman"/>
              </a:rPr>
              <a:t>yi</a:t>
            </a:r>
            <a:r>
              <a:rPr sz="2100" dirty="0">
                <a:latin typeface="Times New Roman"/>
                <a:cs typeface="Times New Roman"/>
              </a:rPr>
              <a:t>ng </a:t>
            </a:r>
            <a:r>
              <a:rPr sz="2100" spc="-15" dirty="0">
                <a:latin typeface="Times New Roman"/>
                <a:cs typeface="Times New Roman"/>
              </a:rPr>
              <a:t>home</a:t>
            </a:r>
            <a:r>
              <a:rPr sz="2100" spc="-5" dirty="0">
                <a:latin typeface="Times New Roman"/>
                <a:cs typeface="Times New Roman"/>
              </a:rPr>
              <a:t> </a:t>
            </a:r>
            <a:r>
              <a:rPr sz="2100" spc="-10" dirty="0">
                <a:latin typeface="Times New Roman"/>
                <a:cs typeface="Times New Roman"/>
              </a:rPr>
              <a:t>t</a:t>
            </a:r>
            <a:r>
              <a:rPr sz="2100" dirty="0">
                <a:latin typeface="Times New Roman"/>
                <a:cs typeface="Times New Roman"/>
              </a:rPr>
              <a:t>o </a:t>
            </a:r>
            <a:r>
              <a:rPr sz="2100" spc="-10" dirty="0">
                <a:latin typeface="Times New Roman"/>
                <a:cs typeface="Times New Roman"/>
              </a:rPr>
              <a:t>the</a:t>
            </a:r>
            <a:r>
              <a:rPr sz="2100" spc="-5" dirty="0">
                <a:latin typeface="Times New Roman"/>
                <a:cs typeface="Times New Roman"/>
              </a:rPr>
              <a:t> </a:t>
            </a:r>
            <a:r>
              <a:rPr sz="2100" spc="-15" dirty="0">
                <a:latin typeface="Times New Roman"/>
                <a:cs typeface="Times New Roman"/>
              </a:rPr>
              <a:t>movie</a:t>
            </a:r>
            <a:r>
              <a:rPr sz="2100" dirty="0">
                <a:latin typeface="Times New Roman"/>
                <a:cs typeface="Times New Roman"/>
              </a:rPr>
              <a:t>s </a:t>
            </a:r>
            <a:r>
              <a:rPr sz="2100" spc="-10" dirty="0">
                <a:latin typeface="Times New Roman"/>
                <a:cs typeface="Times New Roman"/>
              </a:rPr>
              <a:t>(t</a:t>
            </a:r>
            <a:r>
              <a:rPr sz="2100" dirty="0">
                <a:latin typeface="Times New Roman"/>
                <a:cs typeface="Times New Roman"/>
              </a:rPr>
              <a:t>hough </a:t>
            </a:r>
            <a:r>
              <a:rPr sz="2100" spc="-15" dirty="0">
                <a:latin typeface="Times New Roman"/>
                <a:cs typeface="Times New Roman"/>
              </a:rPr>
              <a:t>Ca</a:t>
            </a:r>
            <a:r>
              <a:rPr sz="2100" spc="-10" dirty="0">
                <a:latin typeface="Times New Roman"/>
                <a:cs typeface="Times New Roman"/>
              </a:rPr>
              <a:t>rol</a:t>
            </a:r>
            <a:r>
              <a:rPr sz="2100" dirty="0">
                <a:latin typeface="Times New Roman"/>
                <a:cs typeface="Times New Roman"/>
              </a:rPr>
              <a:t> </a:t>
            </a:r>
            <a:r>
              <a:rPr sz="2100" spc="-15" dirty="0">
                <a:latin typeface="Times New Roman"/>
                <a:cs typeface="Times New Roman"/>
              </a:rPr>
              <a:t>alm</a:t>
            </a:r>
            <a:r>
              <a:rPr sz="2100" dirty="0">
                <a:latin typeface="Times New Roman"/>
                <a:cs typeface="Times New Roman"/>
              </a:rPr>
              <a:t>os</a:t>
            </a:r>
            <a:r>
              <a:rPr sz="2100" spc="-10" dirty="0">
                <a:latin typeface="Times New Roman"/>
                <a:cs typeface="Times New Roman"/>
              </a:rPr>
              <a:t>t</a:t>
            </a:r>
            <a:r>
              <a:rPr sz="2100" dirty="0">
                <a:latin typeface="Times New Roman"/>
                <a:cs typeface="Times New Roman"/>
              </a:rPr>
              <a:t> </a:t>
            </a:r>
            <a:r>
              <a:rPr sz="2100" spc="-15" dirty="0">
                <a:latin typeface="Times New Roman"/>
                <a:cs typeface="Times New Roman"/>
              </a:rPr>
              <a:t>a</a:t>
            </a:r>
            <a:r>
              <a:rPr sz="2100" spc="-10" dirty="0">
                <a:latin typeface="Times New Roman"/>
                <a:cs typeface="Times New Roman"/>
              </a:rPr>
              <a:t>l</a:t>
            </a:r>
            <a:r>
              <a:rPr sz="2100" dirty="0">
                <a:latin typeface="Times New Roman"/>
                <a:cs typeface="Times New Roman"/>
              </a:rPr>
              <a:t>w</a:t>
            </a:r>
            <a:r>
              <a:rPr sz="2100" spc="-15" dirty="0">
                <a:latin typeface="Times New Roman"/>
                <a:cs typeface="Times New Roman"/>
              </a:rPr>
              <a:t>a</a:t>
            </a:r>
            <a:r>
              <a:rPr sz="2100" dirty="0">
                <a:latin typeface="Times New Roman"/>
                <a:cs typeface="Times New Roman"/>
              </a:rPr>
              <a:t>ys </a:t>
            </a:r>
            <a:r>
              <a:rPr sz="2100" spc="-10" dirty="0">
                <a:latin typeface="Times New Roman"/>
                <a:cs typeface="Times New Roman"/>
              </a:rPr>
              <a:t>i</a:t>
            </a:r>
            <a:r>
              <a:rPr sz="2100" dirty="0">
                <a:latin typeface="Times New Roman"/>
                <a:cs typeface="Times New Roman"/>
              </a:rPr>
              <a:t>s </a:t>
            </a:r>
            <a:r>
              <a:rPr sz="2100" spc="-10" dirty="0">
                <a:latin typeface="Times New Roman"/>
                <a:cs typeface="Times New Roman"/>
              </a:rPr>
              <a:t>th</a:t>
            </a:r>
            <a:r>
              <a:rPr sz="2100" spc="-15" dirty="0">
                <a:latin typeface="Times New Roman"/>
                <a:cs typeface="Times New Roman"/>
              </a:rPr>
              <a:t>e</a:t>
            </a:r>
            <a:r>
              <a:rPr sz="2100" spc="-10" dirty="0">
                <a:latin typeface="Times New Roman"/>
                <a:cs typeface="Times New Roman"/>
              </a:rPr>
              <a:t>r</a:t>
            </a:r>
            <a:r>
              <a:rPr sz="2100" spc="-15" dirty="0">
                <a:latin typeface="Times New Roman"/>
                <a:cs typeface="Times New Roman"/>
              </a:rPr>
              <a:t>e</a:t>
            </a:r>
            <a:r>
              <a:rPr sz="2100" dirty="0">
                <a:latin typeface="Times New Roman"/>
                <a:cs typeface="Times New Roman"/>
              </a:rPr>
              <a:t>).</a:t>
            </a:r>
          </a:p>
        </p:txBody>
      </p:sp>
      <p:graphicFrame>
        <p:nvGraphicFramePr>
          <p:cNvPr id="14" name="object 6">
            <a:extLst>
              <a:ext uri="{FF2B5EF4-FFF2-40B4-BE49-F238E27FC236}">
                <a16:creationId xmlns:a16="http://schemas.microsoft.com/office/drawing/2014/main" id="{7492D69B-D732-AD2F-1831-F8A3A5EAF914}"/>
              </a:ext>
            </a:extLst>
          </p:cNvPr>
          <p:cNvGraphicFramePr>
            <a:graphicFrameLocks noGrp="1"/>
          </p:cNvGraphicFramePr>
          <p:nvPr>
            <p:extLst>
              <p:ext uri="{D42A27DB-BD31-4B8C-83A1-F6EECF244321}">
                <p14:modId xmlns:p14="http://schemas.microsoft.com/office/powerpoint/2010/main" val="419502077"/>
              </p:ext>
            </p:extLst>
          </p:nvPr>
        </p:nvGraphicFramePr>
        <p:xfrm>
          <a:off x="2314483" y="1717564"/>
          <a:ext cx="1615890" cy="1363374"/>
        </p:xfrm>
        <a:graphic>
          <a:graphicData uri="http://schemas.openxmlformats.org/drawingml/2006/table">
            <a:tbl>
              <a:tblPr firstRow="1" bandRow="1">
                <a:tableStyleId>{2D5ABB26-0587-4C30-8999-92F81FD0307C}</a:tableStyleId>
              </a:tblPr>
              <a:tblGrid>
                <a:gridCol w="807945">
                  <a:extLst>
                    <a:ext uri="{9D8B030D-6E8A-4147-A177-3AD203B41FA5}">
                      <a16:colId xmlns:a16="http://schemas.microsoft.com/office/drawing/2014/main" val="20000"/>
                    </a:ext>
                  </a:extLst>
                </a:gridCol>
                <a:gridCol w="807945">
                  <a:extLst>
                    <a:ext uri="{9D8B030D-6E8A-4147-A177-3AD203B41FA5}">
                      <a16:colId xmlns:a16="http://schemas.microsoft.com/office/drawing/2014/main" val="20001"/>
                    </a:ext>
                  </a:extLst>
                </a:gridCol>
              </a:tblGrid>
              <a:tr h="681687">
                <a:tc>
                  <a:txBody>
                    <a:bodyPr/>
                    <a:lstStyle/>
                    <a:p>
                      <a:pPr marR="24765" algn="ctr">
                        <a:lnSpc>
                          <a:spcPct val="100000"/>
                        </a:lnSpc>
                      </a:pPr>
                      <a:r>
                        <a:rPr sz="2000" spc="-45" dirty="0">
                          <a:latin typeface="Times New Roman"/>
                          <a:cs typeface="Times New Roman"/>
                        </a:rPr>
                        <a:t>15</a:t>
                      </a:r>
                      <a:endParaRPr sz="200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sz="2000" spc="-45" dirty="0">
                          <a:latin typeface="Times New Roman"/>
                          <a:cs typeface="Times New Roman"/>
                        </a:rPr>
                        <a:t>150</a:t>
                      </a:r>
                      <a:endParaRPr sz="2000" dirty="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81687">
                <a:tc>
                  <a:txBody>
                    <a:bodyPr/>
                    <a:lstStyle/>
                    <a:p>
                      <a:pPr marR="24765" algn="ctr">
                        <a:lnSpc>
                          <a:spcPct val="100000"/>
                        </a:lnSpc>
                      </a:pPr>
                      <a:r>
                        <a:rPr sz="2000" spc="-45" dirty="0">
                          <a:latin typeface="Times New Roman"/>
                          <a:cs typeface="Times New Roman"/>
                        </a:rPr>
                        <a:t>10</a:t>
                      </a:r>
                      <a:endParaRPr sz="2000" dirty="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r>
                        <a:rPr sz="2000" spc="-45" dirty="0">
                          <a:latin typeface="Times New Roman"/>
                          <a:cs typeface="Times New Roman"/>
                        </a:rPr>
                        <a:t>100</a:t>
                      </a:r>
                      <a:endParaRPr sz="2000" dirty="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5" name="object 10">
            <a:extLst>
              <a:ext uri="{FF2B5EF4-FFF2-40B4-BE49-F238E27FC236}">
                <a16:creationId xmlns:a16="http://schemas.microsoft.com/office/drawing/2014/main" id="{5D6064A5-015B-787B-98C4-401E4688F70D}"/>
              </a:ext>
            </a:extLst>
          </p:cNvPr>
          <p:cNvGraphicFramePr>
            <a:graphicFrameLocks noGrp="1"/>
          </p:cNvGraphicFramePr>
          <p:nvPr>
            <p:extLst>
              <p:ext uri="{D42A27DB-BD31-4B8C-83A1-F6EECF244321}">
                <p14:modId xmlns:p14="http://schemas.microsoft.com/office/powerpoint/2010/main" val="3684250821"/>
              </p:ext>
            </p:extLst>
          </p:nvPr>
        </p:nvGraphicFramePr>
        <p:xfrm>
          <a:off x="5775510" y="1717563"/>
          <a:ext cx="1615890" cy="1363374"/>
        </p:xfrm>
        <a:graphic>
          <a:graphicData uri="http://schemas.openxmlformats.org/drawingml/2006/table">
            <a:tbl>
              <a:tblPr firstRow="1" bandRow="1">
                <a:tableStyleId>{2D5ABB26-0587-4C30-8999-92F81FD0307C}</a:tableStyleId>
              </a:tblPr>
              <a:tblGrid>
                <a:gridCol w="807945">
                  <a:extLst>
                    <a:ext uri="{9D8B030D-6E8A-4147-A177-3AD203B41FA5}">
                      <a16:colId xmlns:a16="http://schemas.microsoft.com/office/drawing/2014/main" val="20000"/>
                    </a:ext>
                  </a:extLst>
                </a:gridCol>
                <a:gridCol w="807945">
                  <a:extLst>
                    <a:ext uri="{9D8B030D-6E8A-4147-A177-3AD203B41FA5}">
                      <a16:colId xmlns:a16="http://schemas.microsoft.com/office/drawing/2014/main" val="20001"/>
                    </a:ext>
                  </a:extLst>
                </a:gridCol>
              </a:tblGrid>
              <a:tr h="681687">
                <a:tc>
                  <a:txBody>
                    <a:bodyPr/>
                    <a:lstStyle/>
                    <a:p>
                      <a:pPr marL="0" marR="24765" algn="ctr">
                        <a:lnSpc>
                          <a:spcPct val="100000"/>
                        </a:lnSpc>
                      </a:pPr>
                      <a:r>
                        <a:rPr sz="2000" spc="-45" dirty="0">
                          <a:solidFill>
                            <a:schemeClr val="tx1"/>
                          </a:solidFill>
                          <a:latin typeface="Times New Roman"/>
                          <a:ea typeface="+mn-ea"/>
                          <a:cs typeface="Times New Roman"/>
                        </a:rPr>
                        <a:t>50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24765" algn="ctr">
                        <a:lnSpc>
                          <a:spcPct val="100000"/>
                        </a:lnSpc>
                      </a:pPr>
                      <a:r>
                        <a:rPr sz="2000" spc="-45" dirty="0">
                          <a:solidFill>
                            <a:schemeClr val="tx1"/>
                          </a:solidFill>
                          <a:latin typeface="Times New Roman"/>
                          <a:ea typeface="+mn-ea"/>
                          <a:cs typeface="Times New Roman"/>
                        </a:rPr>
                        <a:t>10</a:t>
                      </a:r>
                      <a:endParaRPr sz="2000" spc="-45">
                        <a:solidFill>
                          <a:schemeClr val="tx1"/>
                        </a:solidFill>
                        <a:latin typeface="Times New Roman"/>
                        <a:ea typeface="+mn-ea"/>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81687">
                <a:tc>
                  <a:txBody>
                    <a:bodyPr/>
                    <a:lstStyle/>
                    <a:p>
                      <a:pPr marL="0" marR="24765" algn="ctr">
                        <a:lnSpc>
                          <a:spcPct val="100000"/>
                        </a:lnSpc>
                      </a:pPr>
                      <a:r>
                        <a:rPr sz="2000" spc="-45" dirty="0">
                          <a:solidFill>
                            <a:schemeClr val="tx1"/>
                          </a:solidFill>
                          <a:latin typeface="Times New Roman"/>
                          <a:ea typeface="+mn-ea"/>
                          <a:cs typeface="Times New Roman"/>
                        </a:rPr>
                        <a:t>75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24765" algn="ctr">
                        <a:lnSpc>
                          <a:spcPct val="100000"/>
                        </a:lnSpc>
                      </a:pPr>
                      <a:r>
                        <a:rPr sz="2000" spc="-45" dirty="0">
                          <a:solidFill>
                            <a:schemeClr val="tx1"/>
                          </a:solidFill>
                          <a:latin typeface="Times New Roman"/>
                          <a:ea typeface="+mn-ea"/>
                          <a:cs typeface="Times New Roman"/>
                        </a:rPr>
                        <a:t>15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6" name="object 2">
            <a:extLst>
              <a:ext uri="{FF2B5EF4-FFF2-40B4-BE49-F238E27FC236}">
                <a16:creationId xmlns:a16="http://schemas.microsoft.com/office/drawing/2014/main" id="{BE987D95-1077-6E00-2DD7-EB387EB627F3}"/>
              </a:ext>
            </a:extLst>
          </p:cNvPr>
          <p:cNvSpPr txBox="1"/>
          <p:nvPr/>
        </p:nvSpPr>
        <p:spPr>
          <a:xfrm>
            <a:off x="533399" y="296332"/>
            <a:ext cx="6742949" cy="438582"/>
          </a:xfrm>
          <a:prstGeom prst="rect">
            <a:avLst/>
          </a:prstGeom>
        </p:spPr>
        <p:txBody>
          <a:bodyPr vert="horz" wrap="square" lIns="0" tIns="0" rIns="0" bIns="0" rtlCol="0">
            <a:spAutoFit/>
          </a:bodyPr>
          <a:lstStyle/>
          <a:p>
            <a:pPr marL="12700">
              <a:lnSpc>
                <a:spcPct val="100000"/>
              </a:lnSpc>
            </a:pPr>
            <a:r>
              <a:rPr sz="2850" spc="-145" dirty="0">
                <a:latin typeface="Tahoma"/>
                <a:cs typeface="Tahoma"/>
              </a:rPr>
              <a:t>Ex</a:t>
            </a:r>
            <a:r>
              <a:rPr sz="2850" spc="-135" dirty="0">
                <a:latin typeface="Tahoma"/>
                <a:cs typeface="Tahoma"/>
              </a:rPr>
              <a:t>a</a:t>
            </a:r>
            <a:r>
              <a:rPr sz="2850" spc="-145" dirty="0">
                <a:latin typeface="Tahoma"/>
                <a:cs typeface="Tahoma"/>
              </a:rPr>
              <a:t>mple</a:t>
            </a:r>
            <a:r>
              <a:rPr sz="2850" spc="40" dirty="0">
                <a:latin typeface="Tahoma"/>
                <a:cs typeface="Tahoma"/>
              </a:rPr>
              <a:t>:</a:t>
            </a:r>
            <a:r>
              <a:rPr sz="2850" spc="-150" dirty="0">
                <a:latin typeface="Tahoma"/>
                <a:cs typeface="Tahoma"/>
              </a:rPr>
              <a:t> </a:t>
            </a:r>
            <a:r>
              <a:rPr sz="2850" spc="-100" dirty="0">
                <a:latin typeface="Tahoma"/>
                <a:cs typeface="Tahoma"/>
              </a:rPr>
              <a:t>friend</a:t>
            </a:r>
            <a:r>
              <a:rPr sz="2850" spc="110" dirty="0">
                <a:latin typeface="Tahoma"/>
                <a:cs typeface="Tahoma"/>
              </a:rPr>
              <a:t>s</a:t>
            </a:r>
            <a:r>
              <a:rPr sz="2850" spc="-350" dirty="0">
                <a:latin typeface="Tahoma"/>
                <a:cs typeface="Tahoma"/>
              </a:rPr>
              <a:t> </a:t>
            </a:r>
            <a:r>
              <a:rPr sz="2850" spc="-114" dirty="0">
                <a:latin typeface="Tahoma"/>
                <a:cs typeface="Tahoma"/>
              </a:rPr>
              <a:t>an</a:t>
            </a:r>
            <a:r>
              <a:rPr sz="2850" spc="90" dirty="0">
                <a:latin typeface="Tahoma"/>
                <a:cs typeface="Tahoma"/>
              </a:rPr>
              <a:t>d</a:t>
            </a:r>
            <a:r>
              <a:rPr sz="2850" spc="-355" dirty="0">
                <a:latin typeface="Tahoma"/>
                <a:cs typeface="Tahoma"/>
              </a:rPr>
              <a:t> </a:t>
            </a:r>
            <a:r>
              <a:rPr sz="2850" spc="-105" dirty="0">
                <a:latin typeface="Tahoma"/>
                <a:cs typeface="Tahoma"/>
              </a:rPr>
              <a:t>enemies</a:t>
            </a:r>
            <a:r>
              <a:rPr lang="en-US" sz="2850" spc="-105" dirty="0">
                <a:latin typeface="Tahoma"/>
                <a:cs typeface="Tahoma"/>
              </a:rPr>
              <a:t> (Continued …)</a:t>
            </a:r>
            <a:endParaRPr sz="2850" dirty="0">
              <a:latin typeface="Tahoma"/>
              <a:cs typeface="Tahoma"/>
            </a:endParaRPr>
          </a:p>
        </p:txBody>
      </p:sp>
      <p:sp>
        <p:nvSpPr>
          <p:cNvPr id="19" name="Slide Number Placeholder 18">
            <a:extLst>
              <a:ext uri="{FF2B5EF4-FFF2-40B4-BE49-F238E27FC236}">
                <a16:creationId xmlns:a16="http://schemas.microsoft.com/office/drawing/2014/main" id="{B02344F5-91D9-AF9F-A499-8D1C7F6A56D2}"/>
              </a:ext>
            </a:extLst>
          </p:cNvPr>
          <p:cNvSpPr>
            <a:spLocks noGrp="1"/>
          </p:cNvSpPr>
          <p:nvPr>
            <p:ph type="sldNum" sz="quarter" idx="2"/>
          </p:nvPr>
        </p:nvSpPr>
        <p:spPr/>
        <p:txBody>
          <a:bodyPr/>
          <a:lstStyle/>
          <a:p>
            <a:fld id="{86CB4B4D-7CA3-9044-876B-883B54F8677D}" type="slidenum">
              <a:rPr lang="en-US" smtClean="0"/>
              <a:pPr/>
              <a:t>13</a:t>
            </a:fld>
            <a:r>
              <a:rPr lang="en-US" dirty="0"/>
              <a:t>/33</a:t>
            </a:r>
          </a:p>
        </p:txBody>
      </p:sp>
      <p:sp>
        <p:nvSpPr>
          <p:cNvPr id="20" name="Footer Placeholder 19">
            <a:extLst>
              <a:ext uri="{FF2B5EF4-FFF2-40B4-BE49-F238E27FC236}">
                <a16:creationId xmlns:a16="http://schemas.microsoft.com/office/drawing/2014/main" id="{8A0812E9-5696-7F3E-BDA9-B2BFA9E1B404}"/>
              </a:ext>
            </a:extLst>
          </p:cNvPr>
          <p:cNvSpPr>
            <a:spLocks noGrp="1"/>
          </p:cNvSpPr>
          <p:nvPr>
            <p:ph type="ftr" sz="quarter" idx="5"/>
          </p:nvPr>
        </p:nvSpPr>
        <p:spPr/>
        <p:txBody>
          <a:bodyPr/>
          <a:lstStyle/>
          <a:p>
            <a:pPr defTabSz="406400" hangingPunct="0">
              <a:defRPr/>
            </a:pPr>
            <a:r>
              <a:rPr lang="en-US" dirty="0"/>
              <a:t>Week-6</a:t>
            </a:r>
          </a:p>
        </p:txBody>
      </p:sp>
      <p:sp>
        <p:nvSpPr>
          <p:cNvPr id="21" name="Rectangle 20">
            <a:extLst>
              <a:ext uri="{FF2B5EF4-FFF2-40B4-BE49-F238E27FC236}">
                <a16:creationId xmlns:a16="http://schemas.microsoft.com/office/drawing/2014/main" id="{4468D50F-2AF8-C47B-0D2E-FD87D801A66D}"/>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9B72D14-60A2-8DEF-FE5B-E5A80C74EF0A}"/>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C6546E4-6726-E7D7-36E5-12E22546A127}"/>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7628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642D2E12-387D-21E3-8E9D-10DCED5539FB}"/>
              </a:ext>
            </a:extLst>
          </p:cNvPr>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7" name="object 4">
            <a:extLst>
              <a:ext uri="{FF2B5EF4-FFF2-40B4-BE49-F238E27FC236}">
                <a16:creationId xmlns:a16="http://schemas.microsoft.com/office/drawing/2014/main" id="{4660F059-9BAD-9B71-4921-1B7EC2FEC779}"/>
              </a:ext>
            </a:extLst>
          </p:cNvPr>
          <p:cNvSpPr txBox="1">
            <a:spLocks/>
          </p:cNvSpPr>
          <p:nvPr/>
        </p:nvSpPr>
        <p:spPr>
          <a:xfrm>
            <a:off x="461327" y="558800"/>
            <a:ext cx="8221344" cy="431800"/>
          </a:xfrm>
          <a:prstGeom prst="rect">
            <a:avLst/>
          </a:prstGeom>
        </p:spPr>
        <p:txBody>
          <a:bodyPr vert="horz" wrap="square" lIns="0" tIns="0" rIns="0" bIns="0" rtlCol="0">
            <a:spAutoFit/>
          </a:bodyPr>
          <a:lstStyle>
            <a:lvl1pPr>
              <a:defRPr sz="3200" b="0" i="0">
                <a:solidFill>
                  <a:schemeClr val="tx1"/>
                </a:solidFill>
                <a:latin typeface="Arial"/>
                <a:ea typeface="+mj-ea"/>
                <a:cs typeface="Arial"/>
              </a:defRPr>
            </a:lvl1pPr>
          </a:lstStyle>
          <a:p>
            <a:pPr marL="12700"/>
            <a:r>
              <a:rPr lang="en-US" kern="0" dirty="0"/>
              <a:t>U</a:t>
            </a:r>
            <a:r>
              <a:rPr lang="en-US" kern="0" spc="-15" dirty="0"/>
              <a:t>t</a:t>
            </a:r>
            <a:r>
              <a:rPr lang="en-US" kern="0" dirty="0"/>
              <a:t>ili</a:t>
            </a:r>
            <a:r>
              <a:rPr lang="en-US" kern="0" spc="-15" dirty="0"/>
              <a:t>t</a:t>
            </a:r>
            <a:r>
              <a:rPr lang="en-US" kern="0" dirty="0"/>
              <a:t>y</a:t>
            </a:r>
            <a:r>
              <a:rPr lang="en-US" kern="0" spc="-60" dirty="0"/>
              <a:t> </a:t>
            </a:r>
            <a:r>
              <a:rPr lang="en-US" kern="0" spc="-25" dirty="0"/>
              <a:t>T</a:t>
            </a:r>
            <a:r>
              <a:rPr lang="en-US" kern="0" dirty="0"/>
              <a:t>heory</a:t>
            </a:r>
          </a:p>
        </p:txBody>
      </p:sp>
      <p:sp>
        <p:nvSpPr>
          <p:cNvPr id="8" name="object 5">
            <a:extLst>
              <a:ext uri="{FF2B5EF4-FFF2-40B4-BE49-F238E27FC236}">
                <a16:creationId xmlns:a16="http://schemas.microsoft.com/office/drawing/2014/main" id="{3DEEFCDF-CBE0-993E-3986-1B92A582D755}"/>
              </a:ext>
            </a:extLst>
          </p:cNvPr>
          <p:cNvSpPr txBox="1"/>
          <p:nvPr/>
        </p:nvSpPr>
        <p:spPr>
          <a:xfrm>
            <a:off x="455694" y="1748732"/>
            <a:ext cx="7423784" cy="1693545"/>
          </a:xfrm>
          <a:prstGeom prst="rect">
            <a:avLst/>
          </a:prstGeom>
        </p:spPr>
        <p:txBody>
          <a:bodyPr vert="horz" wrap="square" lIns="0" tIns="0" rIns="0" bIns="0" rtlCol="0">
            <a:spAutoFit/>
          </a:bodyPr>
          <a:lstStyle/>
          <a:p>
            <a:pPr marL="12700" marR="265430">
              <a:lnSpc>
                <a:spcPct val="100699"/>
              </a:lnSpc>
            </a:pPr>
            <a:r>
              <a:rPr sz="2400" dirty="0">
                <a:latin typeface="Times New Roman"/>
                <a:cs typeface="Times New Roman"/>
              </a:rPr>
              <a:t>Is </a:t>
            </a:r>
            <a:r>
              <a:rPr sz="2400" spc="-10" dirty="0">
                <a:latin typeface="Times New Roman"/>
                <a:cs typeface="Times New Roman"/>
              </a:rPr>
              <a:t>it s</a:t>
            </a:r>
            <a:r>
              <a:rPr sz="2400" spc="-20" dirty="0">
                <a:latin typeface="Times New Roman"/>
                <a:cs typeface="Times New Roman"/>
              </a:rPr>
              <a:t>e</a:t>
            </a:r>
            <a:r>
              <a:rPr sz="2400" dirty="0">
                <a:latin typeface="Times New Roman"/>
                <a:cs typeface="Times New Roman"/>
              </a:rPr>
              <a:t>ns</a:t>
            </a:r>
            <a:r>
              <a:rPr sz="2400" spc="-10" dirty="0">
                <a:latin typeface="Times New Roman"/>
                <a:cs typeface="Times New Roman"/>
              </a:rPr>
              <a:t>ible</a:t>
            </a:r>
            <a:r>
              <a:rPr sz="2400" spc="-5" dirty="0">
                <a:latin typeface="Times New Roman"/>
                <a:cs typeface="Times New Roman"/>
              </a:rPr>
              <a:t> </a:t>
            </a:r>
            <a:r>
              <a:rPr sz="2400" dirty="0">
                <a:latin typeface="Times New Roman"/>
                <a:cs typeface="Times New Roman"/>
              </a:rPr>
              <a:t>(su</a:t>
            </a:r>
            <a:r>
              <a:rPr sz="2400" spc="-45" dirty="0">
                <a:latin typeface="Times New Roman"/>
                <a:cs typeface="Times New Roman"/>
              </a:rPr>
              <a:t>f</a:t>
            </a:r>
            <a:r>
              <a:rPr sz="2400" spc="-10" dirty="0">
                <a:latin typeface="Times New Roman"/>
                <a:cs typeface="Times New Roman"/>
              </a:rPr>
              <a:t>fi</a:t>
            </a:r>
            <a:r>
              <a:rPr sz="2400" spc="-20" dirty="0">
                <a:latin typeface="Times New Roman"/>
                <a:cs typeface="Times New Roman"/>
              </a:rPr>
              <a:t>c</a:t>
            </a:r>
            <a:r>
              <a:rPr sz="2400" spc="-10" dirty="0">
                <a:latin typeface="Times New Roman"/>
                <a:cs typeface="Times New Roman"/>
              </a:rPr>
              <a:t>i</a:t>
            </a:r>
            <a:r>
              <a:rPr sz="2400" spc="-20" dirty="0">
                <a:latin typeface="Times New Roman"/>
                <a:cs typeface="Times New Roman"/>
              </a:rPr>
              <a:t>e</a:t>
            </a:r>
            <a:r>
              <a:rPr sz="2400" spc="-10" dirty="0">
                <a:latin typeface="Times New Roman"/>
                <a:cs typeface="Times New Roman"/>
              </a:rPr>
              <a:t>nt</a:t>
            </a:r>
            <a:r>
              <a:rPr sz="2400" dirty="0">
                <a:latin typeface="Times New Roman"/>
                <a:cs typeface="Times New Roman"/>
              </a:rPr>
              <a:t>) </a:t>
            </a:r>
            <a:r>
              <a:rPr sz="2400" spc="-10" dirty="0">
                <a:latin typeface="Times New Roman"/>
                <a:cs typeface="Times New Roman"/>
              </a:rPr>
              <a:t>t</a:t>
            </a:r>
            <a:r>
              <a:rPr sz="2400" dirty="0">
                <a:latin typeface="Times New Roman"/>
                <a:cs typeface="Times New Roman"/>
              </a:rPr>
              <a:t>o </a:t>
            </a:r>
            <a:r>
              <a:rPr sz="2400" spc="-15" dirty="0">
                <a:latin typeface="Times New Roman"/>
                <a:cs typeface="Times New Roman"/>
              </a:rPr>
              <a:t>d</a:t>
            </a:r>
            <a:r>
              <a:rPr sz="2400" spc="-20" dirty="0">
                <a:latin typeface="Times New Roman"/>
                <a:cs typeface="Times New Roman"/>
              </a:rPr>
              <a:t>e</a:t>
            </a:r>
            <a:r>
              <a:rPr sz="2400" dirty="0">
                <a:latin typeface="Times New Roman"/>
                <a:cs typeface="Times New Roman"/>
              </a:rPr>
              <a:t>s</a:t>
            </a:r>
            <a:r>
              <a:rPr sz="2400" spc="-20" dirty="0">
                <a:latin typeface="Times New Roman"/>
                <a:cs typeface="Times New Roman"/>
              </a:rPr>
              <a:t>c</a:t>
            </a:r>
            <a:r>
              <a:rPr sz="2400" spc="-10" dirty="0">
                <a:latin typeface="Times New Roman"/>
                <a:cs typeface="Times New Roman"/>
              </a:rPr>
              <a:t>ribe</a:t>
            </a:r>
            <a:r>
              <a:rPr sz="2400" spc="-5" dirty="0">
                <a:latin typeface="Times New Roman"/>
                <a:cs typeface="Times New Roman"/>
              </a:rPr>
              <a:t> </a:t>
            </a:r>
            <a:r>
              <a:rPr sz="2400" spc="-20" dirty="0">
                <a:latin typeface="Times New Roman"/>
                <a:cs typeface="Times New Roman"/>
              </a:rPr>
              <a:t>a</a:t>
            </a:r>
            <a:r>
              <a:rPr sz="2400" dirty="0">
                <a:latin typeface="Times New Roman"/>
                <a:cs typeface="Times New Roman"/>
              </a:rPr>
              <a:t>n </a:t>
            </a:r>
            <a:r>
              <a:rPr sz="2400" spc="-20" dirty="0">
                <a:latin typeface="Times New Roman"/>
                <a:cs typeface="Times New Roman"/>
              </a:rPr>
              <a:t>a</a:t>
            </a:r>
            <a:r>
              <a:rPr sz="2400" spc="-15" dirty="0">
                <a:latin typeface="Times New Roman"/>
                <a:cs typeface="Times New Roman"/>
              </a:rPr>
              <a:t>g</a:t>
            </a:r>
            <a:r>
              <a:rPr sz="2400" spc="-20" dirty="0">
                <a:latin typeface="Times New Roman"/>
                <a:cs typeface="Times New Roman"/>
              </a:rPr>
              <a:t>e</a:t>
            </a:r>
            <a:r>
              <a:rPr sz="2400" spc="-10" dirty="0">
                <a:latin typeface="Times New Roman"/>
                <a:cs typeface="Times New Roman"/>
              </a:rPr>
              <a:t>nt</a:t>
            </a:r>
            <a:r>
              <a:rPr sz="2400" spc="-135" dirty="0">
                <a:latin typeface="Times New Roman"/>
                <a:cs typeface="Times New Roman"/>
              </a:rPr>
              <a:t>’</a:t>
            </a:r>
            <a:r>
              <a:rPr sz="2400" dirty="0">
                <a:latin typeface="Times New Roman"/>
                <a:cs typeface="Times New Roman"/>
              </a:rPr>
              <a:t>s </a:t>
            </a:r>
            <a:r>
              <a:rPr sz="2400" spc="-10" dirty="0">
                <a:latin typeface="Times New Roman"/>
                <a:cs typeface="Times New Roman"/>
              </a:rPr>
              <a:t>pr</a:t>
            </a:r>
            <a:r>
              <a:rPr sz="2400" spc="-20" dirty="0">
                <a:latin typeface="Times New Roman"/>
                <a:cs typeface="Times New Roman"/>
              </a:rPr>
              <a:t>e</a:t>
            </a:r>
            <a:r>
              <a:rPr sz="2400" spc="-10" dirty="0">
                <a:latin typeface="Times New Roman"/>
                <a:cs typeface="Times New Roman"/>
              </a:rPr>
              <a:t>f</a:t>
            </a:r>
            <a:r>
              <a:rPr sz="2400" spc="-20" dirty="0">
                <a:latin typeface="Times New Roman"/>
                <a:cs typeface="Times New Roman"/>
              </a:rPr>
              <a:t>e</a:t>
            </a:r>
            <a:r>
              <a:rPr sz="2400" spc="-10" dirty="0">
                <a:latin typeface="Times New Roman"/>
                <a:cs typeface="Times New Roman"/>
              </a:rPr>
              <a:t>r</a:t>
            </a:r>
            <a:r>
              <a:rPr sz="2400" spc="-20" dirty="0">
                <a:latin typeface="Times New Roman"/>
                <a:cs typeface="Times New Roman"/>
              </a:rPr>
              <a:t>e</a:t>
            </a:r>
            <a:r>
              <a:rPr sz="2400" spc="-15" dirty="0">
                <a:latin typeface="Times New Roman"/>
                <a:cs typeface="Times New Roman"/>
              </a:rPr>
              <a:t>n</a:t>
            </a:r>
            <a:r>
              <a:rPr sz="2400" spc="-20" dirty="0">
                <a:latin typeface="Times New Roman"/>
                <a:cs typeface="Times New Roman"/>
              </a:rPr>
              <a:t>ce</a:t>
            </a:r>
            <a:r>
              <a:rPr sz="2400" dirty="0">
                <a:latin typeface="Times New Roman"/>
                <a:cs typeface="Times New Roman"/>
              </a:rPr>
              <a:t>s </a:t>
            </a:r>
            <a:r>
              <a:rPr sz="2400" spc="-20" dirty="0">
                <a:latin typeface="Times New Roman"/>
                <a:cs typeface="Times New Roman"/>
              </a:rPr>
              <a:t>a</a:t>
            </a:r>
            <a:r>
              <a:rPr sz="2400" dirty="0">
                <a:latin typeface="Times New Roman"/>
                <a:cs typeface="Times New Roman"/>
              </a:rPr>
              <a:t>s </a:t>
            </a:r>
            <a:r>
              <a:rPr sz="2400" spc="-15" dirty="0">
                <a:latin typeface="Times New Roman"/>
                <a:cs typeface="Times New Roman"/>
              </a:rPr>
              <a:t>a</a:t>
            </a:r>
            <a:r>
              <a:rPr sz="2400" spc="-5" dirty="0">
                <a:latin typeface="Times New Roman"/>
                <a:cs typeface="Times New Roman"/>
              </a:rPr>
              <a:t> </a:t>
            </a:r>
            <a:r>
              <a:rPr sz="2400" spc="-10" dirty="0">
                <a:latin typeface="Times New Roman"/>
                <a:cs typeface="Times New Roman"/>
              </a:rPr>
              <a:t>utilit</a:t>
            </a:r>
            <a:r>
              <a:rPr sz="2400" dirty="0">
                <a:latin typeface="Times New Roman"/>
                <a:cs typeface="Times New Roman"/>
              </a:rPr>
              <a:t>y </a:t>
            </a:r>
            <a:r>
              <a:rPr sz="2400" spc="-15" dirty="0">
                <a:latin typeface="Times New Roman"/>
                <a:cs typeface="Times New Roman"/>
              </a:rPr>
              <a:t>(num</a:t>
            </a:r>
            <a:r>
              <a:rPr sz="2400" spc="-20" dirty="0">
                <a:latin typeface="Times New Roman"/>
                <a:cs typeface="Times New Roman"/>
              </a:rPr>
              <a:t>e</a:t>
            </a:r>
            <a:r>
              <a:rPr sz="2400" spc="-10" dirty="0">
                <a:latin typeface="Times New Roman"/>
                <a:cs typeface="Times New Roman"/>
              </a:rPr>
              <a:t>ri</a:t>
            </a:r>
            <a:r>
              <a:rPr sz="2400" spc="-20" dirty="0">
                <a:latin typeface="Times New Roman"/>
                <a:cs typeface="Times New Roman"/>
              </a:rPr>
              <a:t>ca</a:t>
            </a:r>
            <a:r>
              <a:rPr sz="2400" spc="-10" dirty="0">
                <a:latin typeface="Times New Roman"/>
                <a:cs typeface="Times New Roman"/>
              </a:rPr>
              <a:t>l</a:t>
            </a:r>
            <a:r>
              <a:rPr sz="2400" dirty="0">
                <a:latin typeface="Times New Roman"/>
                <a:cs typeface="Times New Roman"/>
              </a:rPr>
              <a:t>) </a:t>
            </a:r>
            <a:r>
              <a:rPr sz="2400" spc="-10" dirty="0">
                <a:latin typeface="Times New Roman"/>
                <a:cs typeface="Times New Roman"/>
              </a:rPr>
              <a:t>function?</a:t>
            </a:r>
            <a:endParaRPr sz="2400">
              <a:latin typeface="Times New Roman"/>
              <a:cs typeface="Times New Roman"/>
            </a:endParaRPr>
          </a:p>
          <a:p>
            <a:pPr>
              <a:lnSpc>
                <a:spcPct val="100000"/>
              </a:lnSpc>
            </a:pPr>
            <a:endParaRPr sz="2400">
              <a:latin typeface="Times New Roman"/>
              <a:cs typeface="Times New Roman"/>
            </a:endParaRPr>
          </a:p>
          <a:p>
            <a:pPr>
              <a:lnSpc>
                <a:spcPct val="100000"/>
              </a:lnSpc>
              <a:spcBef>
                <a:spcPts val="5"/>
              </a:spcBef>
            </a:pPr>
            <a:endParaRPr sz="1900">
              <a:latin typeface="Times New Roman"/>
              <a:cs typeface="Times New Roman"/>
            </a:endParaRPr>
          </a:p>
          <a:p>
            <a:pPr marL="12700">
              <a:lnSpc>
                <a:spcPct val="100000"/>
              </a:lnSpc>
            </a:pPr>
            <a:r>
              <a:rPr sz="2400" dirty="0">
                <a:latin typeface="Times New Roman"/>
                <a:cs typeface="Times New Roman"/>
              </a:rPr>
              <a:t>S</a:t>
            </a:r>
            <a:r>
              <a:rPr sz="2400" spc="-10" dirty="0">
                <a:latin typeface="Times New Roman"/>
                <a:cs typeface="Times New Roman"/>
              </a:rPr>
              <a:t>t</a:t>
            </a:r>
            <a:r>
              <a:rPr sz="2400" spc="-20" dirty="0">
                <a:latin typeface="Times New Roman"/>
                <a:cs typeface="Times New Roman"/>
              </a:rPr>
              <a:t>a</a:t>
            </a:r>
            <a:r>
              <a:rPr sz="2400" spc="-10" dirty="0">
                <a:latin typeface="Times New Roman"/>
                <a:cs typeface="Times New Roman"/>
              </a:rPr>
              <a:t>rt</a:t>
            </a:r>
            <a:r>
              <a:rPr sz="2400" dirty="0">
                <a:latin typeface="Times New Roman"/>
                <a:cs typeface="Times New Roman"/>
              </a:rPr>
              <a:t> </a:t>
            </a:r>
            <a:r>
              <a:rPr sz="2400" spc="-15" dirty="0">
                <a:latin typeface="Times New Roman"/>
                <a:cs typeface="Times New Roman"/>
              </a:rPr>
              <a:t>from</a:t>
            </a:r>
            <a:r>
              <a:rPr sz="2400" dirty="0">
                <a:latin typeface="Times New Roman"/>
                <a:cs typeface="Times New Roman"/>
              </a:rPr>
              <a:t> </a:t>
            </a:r>
            <a:r>
              <a:rPr sz="2400" spc="-10" dirty="0">
                <a:latin typeface="Times New Roman"/>
                <a:cs typeface="Times New Roman"/>
              </a:rPr>
              <a:t>the</a:t>
            </a:r>
            <a:r>
              <a:rPr sz="2400" spc="-5" dirty="0">
                <a:latin typeface="Times New Roman"/>
                <a:cs typeface="Times New Roman"/>
              </a:rPr>
              <a:t> </a:t>
            </a:r>
            <a:r>
              <a:rPr sz="2400" spc="-20" dirty="0">
                <a:latin typeface="Times New Roman"/>
                <a:cs typeface="Times New Roman"/>
              </a:rPr>
              <a:t>c</a:t>
            </a:r>
            <a:r>
              <a:rPr sz="2400" spc="-15" dirty="0">
                <a:latin typeface="Times New Roman"/>
                <a:cs typeface="Times New Roman"/>
              </a:rPr>
              <a:t>omp</a:t>
            </a:r>
            <a:r>
              <a:rPr sz="2400" spc="-20" dirty="0">
                <a:latin typeface="Times New Roman"/>
                <a:cs typeface="Times New Roman"/>
              </a:rPr>
              <a:t>a</a:t>
            </a:r>
            <a:r>
              <a:rPr sz="2400" spc="-10" dirty="0">
                <a:latin typeface="Times New Roman"/>
                <a:cs typeface="Times New Roman"/>
              </a:rPr>
              <a:t>ri</a:t>
            </a:r>
            <a:r>
              <a:rPr sz="2400" dirty="0">
                <a:latin typeface="Times New Roman"/>
                <a:cs typeface="Times New Roman"/>
              </a:rPr>
              <a:t>son of </a:t>
            </a:r>
            <a:r>
              <a:rPr sz="2400" spc="-15" dirty="0">
                <a:latin typeface="Times New Roman"/>
                <a:cs typeface="Times New Roman"/>
              </a:rPr>
              <a:t>onl</a:t>
            </a:r>
            <a:r>
              <a:rPr sz="2400" dirty="0">
                <a:latin typeface="Times New Roman"/>
                <a:cs typeface="Times New Roman"/>
              </a:rPr>
              <a:t>y </a:t>
            </a:r>
            <a:r>
              <a:rPr sz="2400" spc="-10" dirty="0">
                <a:latin typeface="Times New Roman"/>
                <a:cs typeface="Times New Roman"/>
              </a:rPr>
              <a:t>t</a:t>
            </a:r>
            <a:r>
              <a:rPr sz="2400" dirty="0">
                <a:latin typeface="Times New Roman"/>
                <a:cs typeface="Times New Roman"/>
              </a:rPr>
              <a:t>wo </a:t>
            </a:r>
            <a:r>
              <a:rPr sz="2400" spc="-15" dirty="0">
                <a:latin typeface="Times New Roman"/>
                <a:cs typeface="Times New Roman"/>
              </a:rPr>
              <a:t>out</a:t>
            </a:r>
            <a:r>
              <a:rPr sz="2400" spc="-20" dirty="0">
                <a:latin typeface="Times New Roman"/>
                <a:cs typeface="Times New Roman"/>
              </a:rPr>
              <a:t>come</a:t>
            </a:r>
            <a:r>
              <a:rPr sz="2400" dirty="0">
                <a:latin typeface="Times New Roman"/>
                <a:cs typeface="Times New Roman"/>
              </a:rPr>
              <a:t>s by </a:t>
            </a:r>
            <a:r>
              <a:rPr sz="2400" spc="-20" dirty="0">
                <a:latin typeface="Times New Roman"/>
                <a:cs typeface="Times New Roman"/>
              </a:rPr>
              <a:t>a</a:t>
            </a:r>
            <a:r>
              <a:rPr sz="2400" dirty="0">
                <a:latin typeface="Times New Roman"/>
                <a:cs typeface="Times New Roman"/>
              </a:rPr>
              <a:t>n </a:t>
            </a:r>
            <a:r>
              <a:rPr sz="2400" spc="-20" dirty="0">
                <a:latin typeface="Times New Roman"/>
                <a:cs typeface="Times New Roman"/>
              </a:rPr>
              <a:t>a</a:t>
            </a:r>
            <a:r>
              <a:rPr sz="2400" spc="-15" dirty="0">
                <a:latin typeface="Times New Roman"/>
                <a:cs typeface="Times New Roman"/>
              </a:rPr>
              <a:t>g</a:t>
            </a:r>
            <a:r>
              <a:rPr sz="2400" spc="-20" dirty="0">
                <a:latin typeface="Times New Roman"/>
                <a:cs typeface="Times New Roman"/>
              </a:rPr>
              <a:t>e</a:t>
            </a:r>
            <a:r>
              <a:rPr sz="2400" spc="-10" dirty="0">
                <a:latin typeface="Times New Roman"/>
                <a:cs typeface="Times New Roman"/>
              </a:rPr>
              <a:t>nt</a:t>
            </a:r>
            <a:endParaRPr sz="2400">
              <a:latin typeface="Times New Roman"/>
              <a:cs typeface="Times New Roman"/>
            </a:endParaRPr>
          </a:p>
        </p:txBody>
      </p:sp>
      <p:sp>
        <p:nvSpPr>
          <p:cNvPr id="9" name="object 6">
            <a:extLst>
              <a:ext uri="{FF2B5EF4-FFF2-40B4-BE49-F238E27FC236}">
                <a16:creationId xmlns:a16="http://schemas.microsoft.com/office/drawing/2014/main" id="{D4500E1F-8FFF-D339-30B8-C829B1CACA05}"/>
              </a:ext>
            </a:extLst>
          </p:cNvPr>
          <p:cNvSpPr txBox="1"/>
          <p:nvPr/>
        </p:nvSpPr>
        <p:spPr>
          <a:xfrm>
            <a:off x="455694" y="3848100"/>
            <a:ext cx="1351915" cy="1066800"/>
          </a:xfrm>
          <a:prstGeom prst="rect">
            <a:avLst/>
          </a:prstGeom>
        </p:spPr>
        <p:txBody>
          <a:bodyPr vert="horz" wrap="square" lIns="0" tIns="0" rIns="0" bIns="0" rtlCol="0">
            <a:spAutoFit/>
          </a:bodyPr>
          <a:lstStyle/>
          <a:p>
            <a:pPr marL="12700" marR="5080">
              <a:lnSpc>
                <a:spcPct val="100699"/>
              </a:lnSpc>
            </a:pPr>
            <a:r>
              <a:rPr sz="2400" dirty="0">
                <a:latin typeface="Times New Roman"/>
                <a:cs typeface="Times New Roman"/>
              </a:rPr>
              <a:t>O1 ~ O</a:t>
            </a:r>
            <a:r>
              <a:rPr sz="2400" spc="-10" dirty="0">
                <a:latin typeface="Times New Roman"/>
                <a:cs typeface="Times New Roman"/>
              </a:rPr>
              <a:t>2: O1 </a:t>
            </a:r>
            <a:r>
              <a:rPr sz="2400" spc="-15" dirty="0">
                <a:latin typeface="Times New Roman"/>
                <a:cs typeface="Times New Roman"/>
              </a:rPr>
              <a:t>&gt;= O</a:t>
            </a:r>
            <a:r>
              <a:rPr sz="2400" spc="-10" dirty="0">
                <a:latin typeface="Times New Roman"/>
                <a:cs typeface="Times New Roman"/>
              </a:rPr>
              <a:t>2: O1 </a:t>
            </a:r>
            <a:r>
              <a:rPr sz="2400" spc="-15" dirty="0">
                <a:latin typeface="Times New Roman"/>
                <a:cs typeface="Times New Roman"/>
              </a:rPr>
              <a:t>&gt; O</a:t>
            </a:r>
            <a:r>
              <a:rPr sz="2400" spc="-10" dirty="0">
                <a:latin typeface="Times New Roman"/>
                <a:cs typeface="Times New Roman"/>
              </a:rPr>
              <a:t>2:</a:t>
            </a:r>
            <a:endParaRPr sz="2400">
              <a:latin typeface="Times New Roman"/>
              <a:cs typeface="Times New Roman"/>
            </a:endParaRPr>
          </a:p>
        </p:txBody>
      </p:sp>
      <p:sp>
        <p:nvSpPr>
          <p:cNvPr id="10" name="object 7">
            <a:extLst>
              <a:ext uri="{FF2B5EF4-FFF2-40B4-BE49-F238E27FC236}">
                <a16:creationId xmlns:a16="http://schemas.microsoft.com/office/drawing/2014/main" id="{CE939E77-2B24-EB87-AD47-A4C379933C57}"/>
              </a:ext>
            </a:extLst>
          </p:cNvPr>
          <p:cNvSpPr txBox="1"/>
          <p:nvPr/>
        </p:nvSpPr>
        <p:spPr>
          <a:xfrm>
            <a:off x="2284495" y="3848100"/>
            <a:ext cx="1692275" cy="330200"/>
          </a:xfrm>
          <a:prstGeom prst="rect">
            <a:avLst/>
          </a:prstGeom>
        </p:spPr>
        <p:txBody>
          <a:bodyPr vert="horz" wrap="square" lIns="0" tIns="0" rIns="0" bIns="0" rtlCol="0">
            <a:spAutoFit/>
          </a:bodyPr>
          <a:lstStyle/>
          <a:p>
            <a:pPr marL="12700">
              <a:lnSpc>
                <a:spcPct val="100000"/>
              </a:lnSpc>
            </a:pPr>
            <a:r>
              <a:rPr sz="2400" dirty="0">
                <a:latin typeface="Times New Roman"/>
                <a:cs typeface="Times New Roman"/>
              </a:rPr>
              <a:t>no </a:t>
            </a:r>
            <a:r>
              <a:rPr sz="2400" spc="-10" dirty="0">
                <a:latin typeface="Times New Roman"/>
                <a:cs typeface="Times New Roman"/>
              </a:rPr>
              <a:t>pr</a:t>
            </a:r>
            <a:r>
              <a:rPr sz="2400" spc="-20" dirty="0">
                <a:latin typeface="Times New Roman"/>
                <a:cs typeface="Times New Roman"/>
              </a:rPr>
              <a:t>e</a:t>
            </a:r>
            <a:r>
              <a:rPr sz="2400" spc="-10" dirty="0">
                <a:latin typeface="Times New Roman"/>
                <a:cs typeface="Times New Roman"/>
              </a:rPr>
              <a:t>f</a:t>
            </a:r>
            <a:r>
              <a:rPr sz="2400" spc="-20" dirty="0">
                <a:latin typeface="Times New Roman"/>
                <a:cs typeface="Times New Roman"/>
              </a:rPr>
              <a:t>e</a:t>
            </a:r>
            <a:r>
              <a:rPr sz="2400" spc="-10" dirty="0">
                <a:latin typeface="Times New Roman"/>
                <a:cs typeface="Times New Roman"/>
              </a:rPr>
              <a:t>r</a:t>
            </a:r>
            <a:r>
              <a:rPr sz="2400" spc="-20" dirty="0">
                <a:latin typeface="Times New Roman"/>
                <a:cs typeface="Times New Roman"/>
              </a:rPr>
              <a:t>e</a:t>
            </a:r>
            <a:r>
              <a:rPr sz="2400" spc="-15" dirty="0">
                <a:latin typeface="Times New Roman"/>
                <a:cs typeface="Times New Roman"/>
              </a:rPr>
              <a:t>n</a:t>
            </a:r>
            <a:r>
              <a:rPr sz="2400" spc="-20" dirty="0">
                <a:latin typeface="Times New Roman"/>
                <a:cs typeface="Times New Roman"/>
              </a:rPr>
              <a:t>c</a:t>
            </a:r>
            <a:r>
              <a:rPr sz="2400" spc="-15" dirty="0">
                <a:latin typeface="Times New Roman"/>
                <a:cs typeface="Times New Roman"/>
              </a:rPr>
              <a:t>e</a:t>
            </a:r>
            <a:endParaRPr sz="2400">
              <a:latin typeface="Times New Roman"/>
              <a:cs typeface="Times New Roman"/>
            </a:endParaRPr>
          </a:p>
        </p:txBody>
      </p:sp>
      <p:sp>
        <p:nvSpPr>
          <p:cNvPr id="11" name="object 8">
            <a:extLst>
              <a:ext uri="{FF2B5EF4-FFF2-40B4-BE49-F238E27FC236}">
                <a16:creationId xmlns:a16="http://schemas.microsoft.com/office/drawing/2014/main" id="{51C3BD79-960C-C00A-5CCF-DC27EC12E226}"/>
              </a:ext>
            </a:extLst>
          </p:cNvPr>
          <p:cNvSpPr txBox="1"/>
          <p:nvPr/>
        </p:nvSpPr>
        <p:spPr>
          <a:xfrm>
            <a:off x="2284525" y="4216400"/>
            <a:ext cx="6245225" cy="330200"/>
          </a:xfrm>
          <a:prstGeom prst="rect">
            <a:avLst/>
          </a:prstGeom>
        </p:spPr>
        <p:txBody>
          <a:bodyPr vert="horz" wrap="square" lIns="0" tIns="0" rIns="0" bIns="0" rtlCol="0">
            <a:spAutoFit/>
          </a:bodyPr>
          <a:lstStyle/>
          <a:p>
            <a:pPr marL="12700">
              <a:lnSpc>
                <a:spcPct val="100000"/>
              </a:lnSpc>
            </a:pPr>
            <a:r>
              <a:rPr sz="2400" dirty="0">
                <a:latin typeface="Times New Roman"/>
                <a:cs typeface="Times New Roman"/>
              </a:rPr>
              <a:t>w</a:t>
            </a:r>
            <a:r>
              <a:rPr sz="2400" spc="-20" dirty="0">
                <a:latin typeface="Times New Roman"/>
                <a:cs typeface="Times New Roman"/>
              </a:rPr>
              <a:t>ea</a:t>
            </a:r>
            <a:r>
              <a:rPr sz="2400" dirty="0">
                <a:latin typeface="Times New Roman"/>
                <a:cs typeface="Times New Roman"/>
              </a:rPr>
              <a:t>k </a:t>
            </a:r>
            <a:r>
              <a:rPr sz="2400" spc="-10" dirty="0">
                <a:latin typeface="Times New Roman"/>
                <a:cs typeface="Times New Roman"/>
              </a:rPr>
              <a:t>pr</a:t>
            </a:r>
            <a:r>
              <a:rPr sz="2400" spc="-20" dirty="0">
                <a:latin typeface="Times New Roman"/>
                <a:cs typeface="Times New Roman"/>
              </a:rPr>
              <a:t>e</a:t>
            </a:r>
            <a:r>
              <a:rPr sz="2400" spc="-10" dirty="0">
                <a:latin typeface="Times New Roman"/>
                <a:cs typeface="Times New Roman"/>
              </a:rPr>
              <a:t>f</a:t>
            </a:r>
            <a:r>
              <a:rPr sz="2400" spc="-20" dirty="0">
                <a:latin typeface="Times New Roman"/>
                <a:cs typeface="Times New Roman"/>
              </a:rPr>
              <a:t>e</a:t>
            </a:r>
            <a:r>
              <a:rPr sz="2400" spc="-10" dirty="0">
                <a:latin typeface="Times New Roman"/>
                <a:cs typeface="Times New Roman"/>
              </a:rPr>
              <a:t>r</a:t>
            </a:r>
            <a:r>
              <a:rPr sz="2400" spc="-20" dirty="0">
                <a:latin typeface="Times New Roman"/>
                <a:cs typeface="Times New Roman"/>
              </a:rPr>
              <a:t>e</a:t>
            </a:r>
            <a:r>
              <a:rPr sz="2400" spc="-15" dirty="0">
                <a:latin typeface="Times New Roman"/>
                <a:cs typeface="Times New Roman"/>
              </a:rPr>
              <a:t>n</a:t>
            </a:r>
            <a:r>
              <a:rPr sz="2400" spc="-20" dirty="0">
                <a:latin typeface="Times New Roman"/>
                <a:cs typeface="Times New Roman"/>
              </a:rPr>
              <a:t>c</a:t>
            </a:r>
            <a:r>
              <a:rPr sz="2400" spc="-15" dirty="0">
                <a:latin typeface="Times New Roman"/>
                <a:cs typeface="Times New Roman"/>
              </a:rPr>
              <a:t>e</a:t>
            </a:r>
            <a:r>
              <a:rPr sz="2400" spc="-5" dirty="0">
                <a:latin typeface="Times New Roman"/>
                <a:cs typeface="Times New Roman"/>
              </a:rPr>
              <a:t> </a:t>
            </a:r>
            <a:r>
              <a:rPr sz="2400" spc="-20" dirty="0">
                <a:latin typeface="Times New Roman"/>
                <a:cs typeface="Times New Roman"/>
              </a:rPr>
              <a:t>“</a:t>
            </a:r>
            <a:r>
              <a:rPr sz="2400" dirty="0">
                <a:latin typeface="Times New Roman"/>
                <a:cs typeface="Times New Roman"/>
              </a:rPr>
              <a:t>O1 </a:t>
            </a:r>
            <a:r>
              <a:rPr sz="2400" spc="-10" dirty="0">
                <a:latin typeface="Times New Roman"/>
                <a:cs typeface="Times New Roman"/>
              </a:rPr>
              <a:t>i</a:t>
            </a:r>
            <a:r>
              <a:rPr sz="2400" dirty="0">
                <a:latin typeface="Times New Roman"/>
                <a:cs typeface="Times New Roman"/>
              </a:rPr>
              <a:t>s </a:t>
            </a:r>
            <a:r>
              <a:rPr sz="2400" spc="-20" dirty="0">
                <a:latin typeface="Times New Roman"/>
                <a:cs typeface="Times New Roman"/>
              </a:rPr>
              <a:t>a</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l</a:t>
            </a:r>
            <a:r>
              <a:rPr sz="2400" spc="-20" dirty="0">
                <a:latin typeface="Times New Roman"/>
                <a:cs typeface="Times New Roman"/>
              </a:rPr>
              <a:t>ea</a:t>
            </a:r>
            <a:r>
              <a:rPr sz="2400" dirty="0">
                <a:latin typeface="Times New Roman"/>
                <a:cs typeface="Times New Roman"/>
              </a:rPr>
              <a:t>s</a:t>
            </a:r>
            <a:r>
              <a:rPr sz="2400" spc="-10" dirty="0">
                <a:latin typeface="Times New Roman"/>
                <a:cs typeface="Times New Roman"/>
              </a:rPr>
              <a:t>t</a:t>
            </a:r>
            <a:r>
              <a:rPr sz="2400" dirty="0">
                <a:latin typeface="Times New Roman"/>
                <a:cs typeface="Times New Roman"/>
              </a:rPr>
              <a:t> </a:t>
            </a:r>
            <a:r>
              <a:rPr sz="2400" spc="-20" dirty="0">
                <a:latin typeface="Times New Roman"/>
                <a:cs typeface="Times New Roman"/>
              </a:rPr>
              <a:t>a</a:t>
            </a:r>
            <a:r>
              <a:rPr sz="2400" dirty="0">
                <a:latin typeface="Times New Roman"/>
                <a:cs typeface="Times New Roman"/>
              </a:rPr>
              <a:t>s </a:t>
            </a:r>
            <a:r>
              <a:rPr sz="2400" spc="-15" dirty="0">
                <a:latin typeface="Times New Roman"/>
                <a:cs typeface="Times New Roman"/>
              </a:rPr>
              <a:t>d</a:t>
            </a:r>
            <a:r>
              <a:rPr sz="2400" spc="-20" dirty="0">
                <a:latin typeface="Times New Roman"/>
                <a:cs typeface="Times New Roman"/>
              </a:rPr>
              <a:t>e</a:t>
            </a:r>
            <a:r>
              <a:rPr sz="2400" dirty="0">
                <a:latin typeface="Times New Roman"/>
                <a:cs typeface="Times New Roman"/>
              </a:rPr>
              <a:t>s</a:t>
            </a:r>
            <a:r>
              <a:rPr sz="2400" spc="-10" dirty="0">
                <a:latin typeface="Times New Roman"/>
                <a:cs typeface="Times New Roman"/>
              </a:rPr>
              <a:t>ir</a:t>
            </a:r>
            <a:r>
              <a:rPr sz="2400" spc="-20" dirty="0">
                <a:latin typeface="Times New Roman"/>
                <a:cs typeface="Times New Roman"/>
              </a:rPr>
              <a:t>a</a:t>
            </a:r>
            <a:r>
              <a:rPr sz="2400" spc="-10" dirty="0">
                <a:latin typeface="Times New Roman"/>
                <a:cs typeface="Times New Roman"/>
              </a:rPr>
              <a:t>ble</a:t>
            </a:r>
            <a:r>
              <a:rPr sz="2400" spc="-5" dirty="0">
                <a:latin typeface="Times New Roman"/>
                <a:cs typeface="Times New Roman"/>
              </a:rPr>
              <a:t> </a:t>
            </a:r>
            <a:r>
              <a:rPr sz="2400" spc="-20" dirty="0">
                <a:latin typeface="Times New Roman"/>
                <a:cs typeface="Times New Roman"/>
              </a:rPr>
              <a:t>a</a:t>
            </a:r>
            <a:r>
              <a:rPr sz="2400" dirty="0">
                <a:latin typeface="Times New Roman"/>
                <a:cs typeface="Times New Roman"/>
              </a:rPr>
              <a:t>s O</a:t>
            </a:r>
            <a:r>
              <a:rPr sz="2400" spc="-15" dirty="0">
                <a:latin typeface="Times New Roman"/>
                <a:cs typeface="Times New Roman"/>
              </a:rPr>
              <a:t>2”</a:t>
            </a:r>
            <a:endParaRPr sz="2400">
              <a:latin typeface="Times New Roman"/>
              <a:cs typeface="Times New Roman"/>
            </a:endParaRPr>
          </a:p>
        </p:txBody>
      </p:sp>
      <p:sp>
        <p:nvSpPr>
          <p:cNvPr id="12" name="object 9">
            <a:extLst>
              <a:ext uri="{FF2B5EF4-FFF2-40B4-BE49-F238E27FC236}">
                <a16:creationId xmlns:a16="http://schemas.microsoft.com/office/drawing/2014/main" id="{265F4CA9-ABA4-7740-1C3C-E5CF2F2E6E1E}"/>
              </a:ext>
            </a:extLst>
          </p:cNvPr>
          <p:cNvSpPr txBox="1"/>
          <p:nvPr/>
        </p:nvSpPr>
        <p:spPr>
          <a:xfrm>
            <a:off x="2284525" y="4584700"/>
            <a:ext cx="1997075" cy="330200"/>
          </a:xfrm>
          <a:prstGeom prst="rect">
            <a:avLst/>
          </a:prstGeom>
        </p:spPr>
        <p:txBody>
          <a:bodyPr vert="horz" wrap="square" lIns="0" tIns="0" rIns="0" bIns="0" rtlCol="0">
            <a:spAutoFit/>
          </a:bodyPr>
          <a:lstStyle/>
          <a:p>
            <a:pPr marL="12700">
              <a:lnSpc>
                <a:spcPct val="100000"/>
              </a:lnSpc>
            </a:pPr>
            <a:r>
              <a:rPr sz="2400" dirty="0">
                <a:latin typeface="Times New Roman"/>
                <a:cs typeface="Times New Roman"/>
              </a:rPr>
              <a:t>s</a:t>
            </a:r>
            <a:r>
              <a:rPr sz="2400" spc="-10" dirty="0">
                <a:latin typeface="Times New Roman"/>
                <a:cs typeface="Times New Roman"/>
              </a:rPr>
              <a:t>tri</a:t>
            </a:r>
            <a:r>
              <a:rPr sz="2400" spc="-20" dirty="0">
                <a:latin typeface="Times New Roman"/>
                <a:cs typeface="Times New Roman"/>
              </a:rPr>
              <a:t>c</a:t>
            </a:r>
            <a:r>
              <a:rPr sz="2400" spc="-10" dirty="0">
                <a:latin typeface="Times New Roman"/>
                <a:cs typeface="Times New Roman"/>
              </a:rPr>
              <a:t>t</a:t>
            </a:r>
            <a:r>
              <a:rPr sz="2400" dirty="0">
                <a:latin typeface="Times New Roman"/>
                <a:cs typeface="Times New Roman"/>
              </a:rPr>
              <a:t> </a:t>
            </a:r>
            <a:r>
              <a:rPr sz="2400" spc="-10" dirty="0">
                <a:latin typeface="Times New Roman"/>
                <a:cs typeface="Times New Roman"/>
              </a:rPr>
              <a:t>pr</a:t>
            </a:r>
            <a:r>
              <a:rPr sz="2400" spc="-20" dirty="0">
                <a:latin typeface="Times New Roman"/>
                <a:cs typeface="Times New Roman"/>
              </a:rPr>
              <a:t>e</a:t>
            </a:r>
            <a:r>
              <a:rPr sz="2400" spc="-10" dirty="0">
                <a:latin typeface="Times New Roman"/>
                <a:cs typeface="Times New Roman"/>
              </a:rPr>
              <a:t>f</a:t>
            </a:r>
            <a:r>
              <a:rPr sz="2400" spc="-20" dirty="0">
                <a:latin typeface="Times New Roman"/>
                <a:cs typeface="Times New Roman"/>
              </a:rPr>
              <a:t>e</a:t>
            </a:r>
            <a:r>
              <a:rPr sz="2400" spc="-10" dirty="0">
                <a:latin typeface="Times New Roman"/>
                <a:cs typeface="Times New Roman"/>
              </a:rPr>
              <a:t>r</a:t>
            </a:r>
            <a:r>
              <a:rPr sz="2400" spc="-20" dirty="0">
                <a:latin typeface="Times New Roman"/>
                <a:cs typeface="Times New Roman"/>
              </a:rPr>
              <a:t>e</a:t>
            </a:r>
            <a:r>
              <a:rPr sz="2400" spc="-15" dirty="0">
                <a:latin typeface="Times New Roman"/>
                <a:cs typeface="Times New Roman"/>
              </a:rPr>
              <a:t>n</a:t>
            </a:r>
            <a:r>
              <a:rPr sz="2400" spc="-20" dirty="0">
                <a:latin typeface="Times New Roman"/>
                <a:cs typeface="Times New Roman"/>
              </a:rPr>
              <a:t>c</a:t>
            </a:r>
            <a:r>
              <a:rPr sz="2400" spc="-15" dirty="0">
                <a:latin typeface="Times New Roman"/>
                <a:cs typeface="Times New Roman"/>
              </a:rPr>
              <a:t>e</a:t>
            </a:r>
            <a:endParaRPr sz="2400">
              <a:latin typeface="Times New Roman"/>
              <a:cs typeface="Times New Roman"/>
            </a:endParaRPr>
          </a:p>
        </p:txBody>
      </p:sp>
      <p:sp>
        <p:nvSpPr>
          <p:cNvPr id="15" name="Slide Number Placeholder 14">
            <a:extLst>
              <a:ext uri="{FF2B5EF4-FFF2-40B4-BE49-F238E27FC236}">
                <a16:creationId xmlns:a16="http://schemas.microsoft.com/office/drawing/2014/main" id="{279FC6E0-F276-3E6D-367C-BE33318B537D}"/>
              </a:ext>
            </a:extLst>
          </p:cNvPr>
          <p:cNvSpPr>
            <a:spLocks noGrp="1"/>
          </p:cNvSpPr>
          <p:nvPr>
            <p:ph type="sldNum" sz="quarter" idx="2"/>
          </p:nvPr>
        </p:nvSpPr>
        <p:spPr/>
        <p:txBody>
          <a:bodyPr/>
          <a:lstStyle/>
          <a:p>
            <a:fld id="{86CB4B4D-7CA3-9044-876B-883B54F8677D}" type="slidenum">
              <a:rPr lang="en-US" smtClean="0"/>
              <a:pPr/>
              <a:t>14</a:t>
            </a:fld>
            <a:r>
              <a:rPr lang="en-US" dirty="0"/>
              <a:t>/33</a:t>
            </a:r>
          </a:p>
        </p:txBody>
      </p:sp>
      <p:sp>
        <p:nvSpPr>
          <p:cNvPr id="16" name="Footer Placeholder 15">
            <a:extLst>
              <a:ext uri="{FF2B5EF4-FFF2-40B4-BE49-F238E27FC236}">
                <a16:creationId xmlns:a16="http://schemas.microsoft.com/office/drawing/2014/main" id="{F0E1D975-A2DA-2B47-25C0-77E54D9117AD}"/>
              </a:ext>
            </a:extLst>
          </p:cNvPr>
          <p:cNvSpPr>
            <a:spLocks noGrp="1"/>
          </p:cNvSpPr>
          <p:nvPr>
            <p:ph type="ftr" sz="quarter" idx="5"/>
          </p:nvPr>
        </p:nvSpPr>
        <p:spPr/>
        <p:txBody>
          <a:bodyPr/>
          <a:lstStyle/>
          <a:p>
            <a:pPr defTabSz="406400" hangingPunct="0">
              <a:defRPr/>
            </a:pPr>
            <a:r>
              <a:rPr lang="en-US" dirty="0"/>
              <a:t>Week-6</a:t>
            </a:r>
          </a:p>
        </p:txBody>
      </p:sp>
      <p:sp>
        <p:nvSpPr>
          <p:cNvPr id="17" name="Rectangle 16">
            <a:extLst>
              <a:ext uri="{FF2B5EF4-FFF2-40B4-BE49-F238E27FC236}">
                <a16:creationId xmlns:a16="http://schemas.microsoft.com/office/drawing/2014/main" id="{6D8549BC-5355-EBB4-5FB7-602FB8CCF27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82FB409-6D98-6564-ABF2-FBC3DAA6BB34}"/>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2D61402-2777-BFCD-FF5E-A8B42A6412C1}"/>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9602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4">
            <a:extLst>
              <a:ext uri="{FF2B5EF4-FFF2-40B4-BE49-F238E27FC236}">
                <a16:creationId xmlns:a16="http://schemas.microsoft.com/office/drawing/2014/main" id="{E0C1ADF1-5396-BFA1-1C10-62A3C15639D4}"/>
              </a:ext>
            </a:extLst>
          </p:cNvPr>
          <p:cNvSpPr txBox="1">
            <a:spLocks noGrp="1"/>
          </p:cNvSpPr>
          <p:nvPr>
            <p:ph type="title"/>
          </p:nvPr>
        </p:nvSpPr>
        <p:spPr>
          <a:xfrm>
            <a:off x="470934" y="558224"/>
            <a:ext cx="8221344" cy="431800"/>
          </a:xfrm>
          <a:prstGeom prst="rect">
            <a:avLst/>
          </a:prstGeom>
        </p:spPr>
        <p:txBody>
          <a:bodyPr vert="horz" wrap="square" lIns="0" tIns="0" rIns="0" bIns="0" rtlCol="0">
            <a:spAutoFit/>
          </a:bodyPr>
          <a:lstStyle/>
          <a:p>
            <a:pPr marL="12700">
              <a:lnSpc>
                <a:spcPct val="100000"/>
              </a:lnSpc>
            </a:pPr>
            <a:r>
              <a:rPr dirty="0"/>
              <a:t>Lo</a:t>
            </a:r>
            <a:r>
              <a:rPr spc="-15" dirty="0"/>
              <a:t>tt</a:t>
            </a:r>
            <a:r>
              <a:rPr dirty="0"/>
              <a:t>ery</a:t>
            </a:r>
          </a:p>
        </p:txBody>
      </p:sp>
      <p:sp>
        <p:nvSpPr>
          <p:cNvPr id="4" name="object 5">
            <a:extLst>
              <a:ext uri="{FF2B5EF4-FFF2-40B4-BE49-F238E27FC236}">
                <a16:creationId xmlns:a16="http://schemas.microsoft.com/office/drawing/2014/main" id="{B934C0AD-A701-DB2E-4EA8-1FF67D6FBE40}"/>
              </a:ext>
            </a:extLst>
          </p:cNvPr>
          <p:cNvSpPr txBox="1"/>
          <p:nvPr/>
        </p:nvSpPr>
        <p:spPr>
          <a:xfrm>
            <a:off x="455694" y="1748732"/>
            <a:ext cx="7592695" cy="2657138"/>
          </a:xfrm>
          <a:prstGeom prst="rect">
            <a:avLst/>
          </a:prstGeom>
        </p:spPr>
        <p:txBody>
          <a:bodyPr vert="horz" wrap="square" lIns="0" tIns="0" rIns="0" bIns="0" rtlCol="0">
            <a:spAutoFit/>
          </a:bodyPr>
          <a:lstStyle/>
          <a:p>
            <a:pPr marL="12700">
              <a:lnSpc>
                <a:spcPct val="100000"/>
              </a:lnSpc>
            </a:pPr>
            <a:r>
              <a:rPr sz="2400" dirty="0">
                <a:latin typeface="Times New Roman"/>
                <a:cs typeface="Times New Roman"/>
              </a:rPr>
              <a:t>D</a:t>
            </a:r>
            <a:r>
              <a:rPr sz="2400" spc="-20" dirty="0">
                <a:latin typeface="Times New Roman"/>
                <a:cs typeface="Times New Roman"/>
              </a:rPr>
              <a:t>e</a:t>
            </a:r>
            <a:r>
              <a:rPr sz="2400" spc="-10" dirty="0">
                <a:latin typeface="Times New Roman"/>
                <a:cs typeface="Times New Roman"/>
              </a:rPr>
              <a:t>fine</a:t>
            </a:r>
            <a:r>
              <a:rPr sz="2400" spc="-5" dirty="0">
                <a:latin typeface="Times New Roman"/>
                <a:cs typeface="Times New Roman"/>
              </a:rPr>
              <a:t> </a:t>
            </a:r>
            <a:r>
              <a:rPr sz="2400" spc="-15" dirty="0">
                <a:latin typeface="Times New Roman"/>
                <a:cs typeface="Times New Roman"/>
              </a:rPr>
              <a:t>a</a:t>
            </a:r>
            <a:r>
              <a:rPr sz="2400" spc="-5" dirty="0">
                <a:latin typeface="Times New Roman"/>
                <a:cs typeface="Times New Roman"/>
              </a:rPr>
              <a:t> </a:t>
            </a:r>
            <a:r>
              <a:rPr sz="2400" spc="-10" dirty="0">
                <a:latin typeface="Times New Roman"/>
                <a:cs typeface="Times New Roman"/>
              </a:rPr>
              <a:t>lott</a:t>
            </a:r>
            <a:r>
              <a:rPr sz="2400" spc="-20" dirty="0">
                <a:latin typeface="Times New Roman"/>
                <a:cs typeface="Times New Roman"/>
              </a:rPr>
              <a:t>e</a:t>
            </a:r>
            <a:r>
              <a:rPr sz="2400" dirty="0">
                <a:latin typeface="Times New Roman"/>
                <a:cs typeface="Times New Roman"/>
              </a:rPr>
              <a:t>ry </a:t>
            </a:r>
            <a:r>
              <a:rPr sz="2400" spc="-10" dirty="0">
                <a:latin typeface="Times New Roman"/>
                <a:cs typeface="Times New Roman"/>
              </a:rPr>
              <a:t>th</a:t>
            </a:r>
            <a:r>
              <a:rPr sz="2400" spc="-20" dirty="0">
                <a:latin typeface="Times New Roman"/>
                <a:cs typeface="Times New Roman"/>
              </a:rPr>
              <a:t>a</a:t>
            </a:r>
            <a:r>
              <a:rPr sz="2400" spc="-10" dirty="0">
                <a:latin typeface="Times New Roman"/>
                <a:cs typeface="Times New Roman"/>
              </a:rPr>
              <a:t>t</a:t>
            </a:r>
            <a:r>
              <a:rPr sz="2400" dirty="0">
                <a:latin typeface="Times New Roman"/>
                <a:cs typeface="Times New Roman"/>
              </a:rPr>
              <a:t> </a:t>
            </a:r>
            <a:r>
              <a:rPr sz="2400" spc="-20" dirty="0">
                <a:latin typeface="Times New Roman"/>
                <a:cs typeface="Times New Roman"/>
              </a:rPr>
              <a:t>a</a:t>
            </a:r>
            <a:r>
              <a:rPr sz="2400" dirty="0">
                <a:latin typeface="Times New Roman"/>
                <a:cs typeface="Times New Roman"/>
              </a:rPr>
              <a:t>ss</a:t>
            </a:r>
            <a:r>
              <a:rPr sz="2400" spc="-10" dirty="0">
                <a:latin typeface="Times New Roman"/>
                <a:cs typeface="Times New Roman"/>
              </a:rPr>
              <a:t>i</a:t>
            </a:r>
            <a:r>
              <a:rPr sz="2400" dirty="0">
                <a:latin typeface="Times New Roman"/>
                <a:cs typeface="Times New Roman"/>
              </a:rPr>
              <a:t>gns </a:t>
            </a:r>
            <a:r>
              <a:rPr sz="2400" spc="-15" dirty="0">
                <a:latin typeface="Times New Roman"/>
                <a:cs typeface="Times New Roman"/>
              </a:rPr>
              <a:t>prob</a:t>
            </a:r>
            <a:r>
              <a:rPr sz="2400" spc="-20" dirty="0">
                <a:latin typeface="Times New Roman"/>
                <a:cs typeface="Times New Roman"/>
              </a:rPr>
              <a:t>a</a:t>
            </a:r>
            <a:r>
              <a:rPr sz="2400" spc="-10" dirty="0">
                <a:latin typeface="Times New Roman"/>
                <a:cs typeface="Times New Roman"/>
              </a:rPr>
              <a:t>biliti</a:t>
            </a:r>
            <a:r>
              <a:rPr sz="2400" spc="-20" dirty="0">
                <a:latin typeface="Times New Roman"/>
                <a:cs typeface="Times New Roman"/>
              </a:rPr>
              <a:t>e</a:t>
            </a:r>
            <a:r>
              <a:rPr sz="2400" dirty="0">
                <a:latin typeface="Times New Roman"/>
                <a:cs typeface="Times New Roman"/>
              </a:rPr>
              <a:t>s </a:t>
            </a:r>
            <a:r>
              <a:rPr sz="2400" spc="-10" dirty="0">
                <a:latin typeface="Times New Roman"/>
                <a:cs typeface="Times New Roman"/>
              </a:rPr>
              <a:t>t</a:t>
            </a:r>
            <a:r>
              <a:rPr sz="2400" dirty="0">
                <a:latin typeface="Times New Roman"/>
                <a:cs typeface="Times New Roman"/>
              </a:rPr>
              <a:t>o </a:t>
            </a:r>
            <a:r>
              <a:rPr sz="2400" spc="-10" dirty="0">
                <a:latin typeface="Times New Roman"/>
                <a:cs typeface="Times New Roman"/>
              </a:rPr>
              <a:t>r</a:t>
            </a:r>
            <a:r>
              <a:rPr sz="2400" spc="-20" dirty="0">
                <a:latin typeface="Times New Roman"/>
                <a:cs typeface="Times New Roman"/>
              </a:rPr>
              <a:t>a</a:t>
            </a:r>
            <a:r>
              <a:rPr sz="2400" spc="-15" dirty="0">
                <a:latin typeface="Times New Roman"/>
                <a:cs typeface="Times New Roman"/>
              </a:rPr>
              <a:t>ndom</a:t>
            </a:r>
            <a:r>
              <a:rPr sz="2400" dirty="0">
                <a:latin typeface="Times New Roman"/>
                <a:cs typeface="Times New Roman"/>
              </a:rPr>
              <a:t> </a:t>
            </a:r>
            <a:r>
              <a:rPr sz="2400" spc="-15" dirty="0">
                <a:latin typeface="Times New Roman"/>
                <a:cs typeface="Times New Roman"/>
              </a:rPr>
              <a:t>out</a:t>
            </a:r>
            <a:r>
              <a:rPr sz="2400" spc="-20" dirty="0">
                <a:latin typeface="Times New Roman"/>
                <a:cs typeface="Times New Roman"/>
              </a:rPr>
              <a:t>come</a:t>
            </a:r>
            <a:r>
              <a:rPr sz="2400" dirty="0">
                <a:latin typeface="Times New Roman"/>
                <a:cs typeface="Times New Roman"/>
              </a:rPr>
              <a:t>s</a:t>
            </a:r>
          </a:p>
          <a:p>
            <a:pPr>
              <a:lnSpc>
                <a:spcPct val="100000"/>
              </a:lnSpc>
            </a:pPr>
            <a:endParaRPr sz="2400" dirty="0">
              <a:latin typeface="Times New Roman"/>
              <a:cs typeface="Times New Roman"/>
            </a:endParaRPr>
          </a:p>
          <a:p>
            <a:pPr>
              <a:lnSpc>
                <a:spcPct val="100000"/>
              </a:lnSpc>
              <a:spcBef>
                <a:spcPts val="27"/>
              </a:spcBef>
            </a:pPr>
            <a:endParaRPr sz="2500" dirty="0">
              <a:latin typeface="Times New Roman"/>
              <a:cs typeface="Times New Roman"/>
            </a:endParaRPr>
          </a:p>
          <a:p>
            <a:pPr marL="12700">
              <a:lnSpc>
                <a:spcPct val="100000"/>
              </a:lnSpc>
              <a:tabLst>
                <a:tab pos="2631440" algn="l"/>
              </a:tabLst>
            </a:pPr>
            <a:r>
              <a:rPr sz="2550" i="1" spc="-15" dirty="0">
                <a:latin typeface="Times New Roman"/>
                <a:cs typeface="Times New Roman"/>
              </a:rPr>
              <a:t>L</a:t>
            </a:r>
            <a:r>
              <a:rPr sz="2550" i="1" spc="150" dirty="0">
                <a:latin typeface="Times New Roman"/>
                <a:cs typeface="Times New Roman"/>
              </a:rPr>
              <a:t> </a:t>
            </a:r>
            <a:r>
              <a:rPr sz="2550" spc="-130" dirty="0">
                <a:latin typeface="Tahoma"/>
                <a:cs typeface="Tahoma"/>
              </a:rPr>
              <a:t>=</a:t>
            </a:r>
            <a:r>
              <a:rPr sz="2550" spc="-95" dirty="0">
                <a:latin typeface="Tahoma"/>
                <a:cs typeface="Tahoma"/>
              </a:rPr>
              <a:t> </a:t>
            </a:r>
            <a:r>
              <a:rPr sz="2550" spc="45" dirty="0">
                <a:latin typeface="Tahoma"/>
                <a:cs typeface="Tahoma"/>
              </a:rPr>
              <a:t>[</a:t>
            </a:r>
            <a:r>
              <a:rPr sz="2550" i="1" spc="-90" dirty="0">
                <a:latin typeface="Times New Roman"/>
                <a:cs typeface="Times New Roman"/>
              </a:rPr>
              <a:t>p</a:t>
            </a:r>
            <a:r>
              <a:rPr sz="2700" spc="-135" baseline="-20061" dirty="0">
                <a:latin typeface="Tahoma"/>
                <a:cs typeface="Tahoma"/>
              </a:rPr>
              <a:t>1</a:t>
            </a:r>
            <a:r>
              <a:rPr sz="2700" spc="209" baseline="-20061" dirty="0">
                <a:latin typeface="Tahoma"/>
                <a:cs typeface="Tahoma"/>
              </a:rPr>
              <a:t> </a:t>
            </a:r>
            <a:r>
              <a:rPr sz="2550" spc="-200" dirty="0">
                <a:latin typeface="Tahoma"/>
                <a:cs typeface="Tahoma"/>
              </a:rPr>
              <a:t>:</a:t>
            </a:r>
            <a:r>
              <a:rPr sz="2550" spc="-95" dirty="0">
                <a:latin typeface="Tahoma"/>
                <a:cs typeface="Tahoma"/>
              </a:rPr>
              <a:t> </a:t>
            </a:r>
            <a:r>
              <a:rPr sz="2550" i="1" spc="-105" dirty="0">
                <a:latin typeface="Times New Roman"/>
                <a:cs typeface="Times New Roman"/>
              </a:rPr>
              <a:t>o</a:t>
            </a:r>
            <a:r>
              <a:rPr sz="2700" spc="-135" baseline="-20061" dirty="0">
                <a:latin typeface="Tahoma"/>
                <a:cs typeface="Tahoma"/>
              </a:rPr>
              <a:t>1</a:t>
            </a:r>
            <a:r>
              <a:rPr sz="2550" spc="-140" dirty="0">
                <a:latin typeface="Tahoma"/>
                <a:cs typeface="Tahoma"/>
              </a:rPr>
              <a:t>,</a:t>
            </a:r>
            <a:r>
              <a:rPr sz="2550" spc="45" dirty="0">
                <a:latin typeface="Tahoma"/>
                <a:cs typeface="Tahoma"/>
              </a:rPr>
              <a:t> </a:t>
            </a:r>
            <a:r>
              <a:rPr sz="2550" i="1" spc="-90" dirty="0">
                <a:latin typeface="Times New Roman"/>
                <a:cs typeface="Times New Roman"/>
              </a:rPr>
              <a:t>p</a:t>
            </a:r>
            <a:r>
              <a:rPr sz="2700" spc="-135" baseline="-20061" dirty="0">
                <a:latin typeface="Tahoma"/>
                <a:cs typeface="Tahoma"/>
              </a:rPr>
              <a:t>2</a:t>
            </a:r>
            <a:r>
              <a:rPr lang="en-US" sz="2550" spc="-200" dirty="0">
                <a:latin typeface="Tahoma"/>
                <a:cs typeface="Tahoma"/>
              </a:rPr>
              <a:t> : </a:t>
            </a:r>
            <a:r>
              <a:rPr sz="2550" i="1" spc="-105" dirty="0">
                <a:latin typeface="Times New Roman"/>
                <a:cs typeface="Times New Roman"/>
              </a:rPr>
              <a:t>o</a:t>
            </a:r>
            <a:r>
              <a:rPr sz="2700" spc="-135" baseline="-20061" dirty="0">
                <a:latin typeface="Tahoma"/>
                <a:cs typeface="Tahoma"/>
              </a:rPr>
              <a:t>2</a:t>
            </a:r>
            <a:r>
              <a:rPr sz="2550" spc="-140" dirty="0">
                <a:latin typeface="Tahoma"/>
                <a:cs typeface="Tahoma"/>
              </a:rPr>
              <a:t>,</a:t>
            </a:r>
            <a:r>
              <a:rPr sz="2550" dirty="0">
                <a:latin typeface="Tahoma"/>
                <a:cs typeface="Tahoma"/>
              </a:rPr>
              <a:t>	</a:t>
            </a:r>
            <a:r>
              <a:rPr sz="2550" spc="455" dirty="0">
                <a:latin typeface="Tahoma"/>
                <a:cs typeface="Tahoma"/>
              </a:rPr>
              <a:t>…</a:t>
            </a:r>
            <a:r>
              <a:rPr sz="2550" spc="-140" dirty="0">
                <a:latin typeface="Tahoma"/>
                <a:cs typeface="Tahoma"/>
              </a:rPr>
              <a:t>,</a:t>
            </a:r>
            <a:r>
              <a:rPr sz="2550" spc="-375" dirty="0">
                <a:latin typeface="Tahoma"/>
                <a:cs typeface="Tahoma"/>
              </a:rPr>
              <a:t> </a:t>
            </a:r>
            <a:r>
              <a:rPr sz="2550" i="1" spc="-90" dirty="0">
                <a:latin typeface="Times New Roman"/>
                <a:cs typeface="Times New Roman"/>
              </a:rPr>
              <a:t>p</a:t>
            </a:r>
            <a:r>
              <a:rPr sz="2700" i="1" baseline="-20061" dirty="0">
                <a:latin typeface="Times New Roman"/>
                <a:cs typeface="Times New Roman"/>
              </a:rPr>
              <a:t>n </a:t>
            </a:r>
            <a:r>
              <a:rPr sz="2700" i="1" spc="-292" baseline="-20061" dirty="0">
                <a:latin typeface="Times New Roman"/>
                <a:cs typeface="Times New Roman"/>
              </a:rPr>
              <a:t> </a:t>
            </a:r>
            <a:r>
              <a:rPr sz="2550" spc="-200" dirty="0">
                <a:latin typeface="Tahoma"/>
                <a:cs typeface="Tahoma"/>
              </a:rPr>
              <a:t>:</a:t>
            </a:r>
            <a:r>
              <a:rPr sz="2550" spc="-95" dirty="0">
                <a:latin typeface="Tahoma"/>
                <a:cs typeface="Tahoma"/>
              </a:rPr>
              <a:t> </a:t>
            </a:r>
            <a:r>
              <a:rPr sz="2550" i="1" spc="-105" dirty="0">
                <a:latin typeface="Times New Roman"/>
                <a:cs typeface="Times New Roman"/>
              </a:rPr>
              <a:t>o</a:t>
            </a:r>
            <a:r>
              <a:rPr sz="2700" i="1" baseline="-20061" dirty="0">
                <a:latin typeface="Times New Roman"/>
                <a:cs typeface="Times New Roman"/>
              </a:rPr>
              <a:t>n</a:t>
            </a:r>
            <a:r>
              <a:rPr sz="2550" spc="-140" dirty="0">
                <a:latin typeface="Tahoma"/>
                <a:cs typeface="Tahoma"/>
              </a:rPr>
              <a:t>]</a:t>
            </a:r>
            <a:endParaRPr sz="2550" dirty="0">
              <a:latin typeface="Tahoma"/>
              <a:cs typeface="Tahoma"/>
            </a:endParaRPr>
          </a:p>
          <a:p>
            <a:pPr>
              <a:lnSpc>
                <a:spcPct val="100000"/>
              </a:lnSpc>
            </a:pPr>
            <a:endParaRPr sz="3100" dirty="0">
              <a:latin typeface="Times New Roman"/>
              <a:cs typeface="Times New Roman"/>
            </a:endParaRPr>
          </a:p>
          <a:p>
            <a:pPr marL="12700">
              <a:lnSpc>
                <a:spcPct val="100000"/>
              </a:lnSpc>
              <a:spcBef>
                <a:spcPts val="2275"/>
              </a:spcBef>
            </a:pPr>
            <a:r>
              <a:rPr sz="2400" spc="-220" dirty="0">
                <a:latin typeface="Times New Roman"/>
                <a:cs typeface="Times New Roman"/>
              </a:rPr>
              <a:t>W</a:t>
            </a:r>
            <a:r>
              <a:rPr sz="2400" spc="-15" dirty="0">
                <a:latin typeface="Times New Roman"/>
                <a:cs typeface="Times New Roman"/>
              </a:rPr>
              <a:t>e</a:t>
            </a:r>
            <a:r>
              <a:rPr sz="2400" spc="-5" dirty="0">
                <a:latin typeface="Times New Roman"/>
                <a:cs typeface="Times New Roman"/>
              </a:rPr>
              <a:t> </a:t>
            </a:r>
            <a:r>
              <a:rPr sz="2400" spc="-20" dirty="0">
                <a:latin typeface="Times New Roman"/>
                <a:cs typeface="Times New Roman"/>
              </a:rPr>
              <a:t>ca</a:t>
            </a:r>
            <a:r>
              <a:rPr sz="2400" dirty="0">
                <a:latin typeface="Times New Roman"/>
                <a:cs typeface="Times New Roman"/>
              </a:rPr>
              <a:t>n now </a:t>
            </a:r>
            <a:r>
              <a:rPr sz="2400" spc="-20" dirty="0">
                <a:latin typeface="Times New Roman"/>
                <a:cs typeface="Times New Roman"/>
              </a:rPr>
              <a:t>c</a:t>
            </a:r>
            <a:r>
              <a:rPr sz="2400" dirty="0">
                <a:latin typeface="Times New Roman"/>
                <a:cs typeface="Times New Roman"/>
              </a:rPr>
              <a:t>ons</a:t>
            </a:r>
            <a:r>
              <a:rPr sz="2400" spc="-10" dirty="0">
                <a:latin typeface="Times New Roman"/>
                <a:cs typeface="Times New Roman"/>
              </a:rPr>
              <a:t>id</a:t>
            </a:r>
            <a:r>
              <a:rPr sz="2400" spc="-20" dirty="0">
                <a:latin typeface="Times New Roman"/>
                <a:cs typeface="Times New Roman"/>
              </a:rPr>
              <a:t>e</a:t>
            </a:r>
            <a:r>
              <a:rPr sz="2400" dirty="0">
                <a:latin typeface="Times New Roman"/>
                <a:cs typeface="Times New Roman"/>
              </a:rPr>
              <a:t>r </a:t>
            </a:r>
            <a:r>
              <a:rPr sz="2400" spc="-15" dirty="0">
                <a:latin typeface="Times New Roman"/>
                <a:cs typeface="Times New Roman"/>
              </a:rPr>
              <a:t>a</a:t>
            </a:r>
            <a:r>
              <a:rPr sz="2400" spc="-5" dirty="0">
                <a:latin typeface="Times New Roman"/>
                <a:cs typeface="Times New Roman"/>
              </a:rPr>
              <a:t> </a:t>
            </a:r>
            <a:r>
              <a:rPr sz="2400" dirty="0">
                <a:latin typeface="Times New Roman"/>
                <a:cs typeface="Times New Roman"/>
              </a:rPr>
              <a:t>w</a:t>
            </a:r>
            <a:r>
              <a:rPr sz="2400" spc="-15" dirty="0">
                <a:latin typeface="Times New Roman"/>
                <a:cs typeface="Times New Roman"/>
              </a:rPr>
              <a:t>hole</a:t>
            </a:r>
            <a:r>
              <a:rPr sz="2400" spc="-5" dirty="0">
                <a:latin typeface="Times New Roman"/>
                <a:cs typeface="Times New Roman"/>
              </a:rPr>
              <a:t> </a:t>
            </a:r>
            <a:r>
              <a:rPr sz="2400" spc="-10" dirty="0">
                <a:latin typeface="Times New Roman"/>
                <a:cs typeface="Times New Roman"/>
              </a:rPr>
              <a:t>lott</a:t>
            </a:r>
            <a:r>
              <a:rPr sz="2400" spc="-20" dirty="0">
                <a:latin typeface="Times New Roman"/>
                <a:cs typeface="Times New Roman"/>
              </a:rPr>
              <a:t>e</a:t>
            </a:r>
            <a:r>
              <a:rPr sz="2400" dirty="0">
                <a:latin typeface="Times New Roman"/>
                <a:cs typeface="Times New Roman"/>
              </a:rPr>
              <a:t>ry </a:t>
            </a:r>
            <a:r>
              <a:rPr sz="2400" spc="-20" dirty="0">
                <a:latin typeface="Times New Roman"/>
                <a:cs typeface="Times New Roman"/>
              </a:rPr>
              <a:t>a</a:t>
            </a:r>
            <a:r>
              <a:rPr sz="2400" dirty="0">
                <a:latin typeface="Times New Roman"/>
                <a:cs typeface="Times New Roman"/>
              </a:rPr>
              <a:t>s </a:t>
            </a:r>
            <a:r>
              <a:rPr sz="2400" spc="-20" dirty="0">
                <a:latin typeface="Times New Roman"/>
                <a:cs typeface="Times New Roman"/>
              </a:rPr>
              <a:t>a</a:t>
            </a:r>
            <a:r>
              <a:rPr sz="2400" dirty="0">
                <a:latin typeface="Times New Roman"/>
                <a:cs typeface="Times New Roman"/>
              </a:rPr>
              <a:t>n </a:t>
            </a:r>
            <a:r>
              <a:rPr sz="2400" spc="-15" dirty="0">
                <a:latin typeface="Times New Roman"/>
                <a:cs typeface="Times New Roman"/>
              </a:rPr>
              <a:t>out</a:t>
            </a:r>
            <a:r>
              <a:rPr sz="2400" spc="-20" dirty="0">
                <a:latin typeface="Times New Roman"/>
                <a:cs typeface="Times New Roman"/>
              </a:rPr>
              <a:t>c</a:t>
            </a:r>
            <a:r>
              <a:rPr sz="2400" spc="-15" dirty="0">
                <a:latin typeface="Times New Roman"/>
                <a:cs typeface="Times New Roman"/>
              </a:rPr>
              <a:t>ome</a:t>
            </a:r>
            <a:endParaRPr sz="2400" dirty="0">
              <a:latin typeface="Times New Roman"/>
              <a:cs typeface="Times New Roman"/>
            </a:endParaRPr>
          </a:p>
        </p:txBody>
      </p:sp>
      <p:sp>
        <p:nvSpPr>
          <p:cNvPr id="5" name="object 2">
            <a:extLst>
              <a:ext uri="{FF2B5EF4-FFF2-40B4-BE49-F238E27FC236}">
                <a16:creationId xmlns:a16="http://schemas.microsoft.com/office/drawing/2014/main" id="{642D2E12-387D-21E3-8E9D-10DCED5539FB}"/>
              </a:ext>
            </a:extLst>
          </p:cNvPr>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8" name="Slide Number Placeholder 7">
            <a:extLst>
              <a:ext uri="{FF2B5EF4-FFF2-40B4-BE49-F238E27FC236}">
                <a16:creationId xmlns:a16="http://schemas.microsoft.com/office/drawing/2014/main" id="{E277ED6C-6D9A-3411-EA41-70D143EFCFF2}"/>
              </a:ext>
            </a:extLst>
          </p:cNvPr>
          <p:cNvSpPr>
            <a:spLocks noGrp="1"/>
          </p:cNvSpPr>
          <p:nvPr>
            <p:ph type="sldNum" sz="quarter" idx="2"/>
          </p:nvPr>
        </p:nvSpPr>
        <p:spPr/>
        <p:txBody>
          <a:bodyPr/>
          <a:lstStyle/>
          <a:p>
            <a:fld id="{86CB4B4D-7CA3-9044-876B-883B54F8677D}" type="slidenum">
              <a:rPr lang="en-US" smtClean="0"/>
              <a:pPr/>
              <a:t>15</a:t>
            </a:fld>
            <a:r>
              <a:rPr lang="en-US" dirty="0"/>
              <a:t>/33</a:t>
            </a:r>
          </a:p>
        </p:txBody>
      </p:sp>
      <p:sp>
        <p:nvSpPr>
          <p:cNvPr id="9" name="Footer Placeholder 8">
            <a:extLst>
              <a:ext uri="{FF2B5EF4-FFF2-40B4-BE49-F238E27FC236}">
                <a16:creationId xmlns:a16="http://schemas.microsoft.com/office/drawing/2014/main" id="{D07D7E75-873F-73F8-EE4B-B52ED41166B5}"/>
              </a:ext>
            </a:extLst>
          </p:cNvPr>
          <p:cNvSpPr>
            <a:spLocks noGrp="1"/>
          </p:cNvSpPr>
          <p:nvPr>
            <p:ph type="ftr" sz="quarter" idx="5"/>
          </p:nvPr>
        </p:nvSpPr>
        <p:spPr/>
        <p:txBody>
          <a:bodyPr/>
          <a:lstStyle/>
          <a:p>
            <a:pPr defTabSz="406400" hangingPunct="0">
              <a:defRPr/>
            </a:pPr>
            <a:r>
              <a:rPr lang="en-US" dirty="0"/>
              <a:t>Week-6</a:t>
            </a:r>
          </a:p>
        </p:txBody>
      </p:sp>
      <p:sp>
        <p:nvSpPr>
          <p:cNvPr id="10" name="Rectangle 9">
            <a:extLst>
              <a:ext uri="{FF2B5EF4-FFF2-40B4-BE49-F238E27FC236}">
                <a16:creationId xmlns:a16="http://schemas.microsoft.com/office/drawing/2014/main" id="{1002E9DD-6B16-DD22-1F9D-4F5084CF5C71}"/>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76B1E1B-DF64-CFB4-36A4-6A2CAEF30BF1}"/>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3654A90-38FE-6B52-C645-12132E619699}"/>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0932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4">
            <a:extLst>
              <a:ext uri="{FF2B5EF4-FFF2-40B4-BE49-F238E27FC236}">
                <a16:creationId xmlns:a16="http://schemas.microsoft.com/office/drawing/2014/main" id="{3B047C56-7E38-1CA4-62B6-3FA826F653CB}"/>
              </a:ext>
            </a:extLst>
          </p:cNvPr>
          <p:cNvSpPr txBox="1"/>
          <p:nvPr/>
        </p:nvSpPr>
        <p:spPr>
          <a:xfrm>
            <a:off x="535940" y="304800"/>
            <a:ext cx="2035810" cy="431800"/>
          </a:xfrm>
          <a:prstGeom prst="rect">
            <a:avLst/>
          </a:prstGeom>
        </p:spPr>
        <p:txBody>
          <a:bodyPr vert="horz" wrap="square" lIns="0" tIns="0" rIns="0" bIns="0" rtlCol="0">
            <a:spAutoFit/>
          </a:bodyPr>
          <a:lstStyle/>
          <a:p>
            <a:pPr marL="12700">
              <a:lnSpc>
                <a:spcPct val="100000"/>
              </a:lnSpc>
            </a:pPr>
            <a:r>
              <a:rPr sz="3200" dirty="0">
                <a:latin typeface="Arial"/>
                <a:cs typeface="Arial"/>
              </a:rPr>
              <a:t>Axioms</a:t>
            </a:r>
            <a:r>
              <a:rPr sz="3200" spc="-5" dirty="0">
                <a:latin typeface="Arial"/>
                <a:cs typeface="Arial"/>
              </a:rPr>
              <a:t> </a:t>
            </a:r>
            <a:r>
              <a:rPr sz="3200" dirty="0">
                <a:latin typeface="Arial"/>
                <a:cs typeface="Arial"/>
              </a:rPr>
              <a:t>1</a:t>
            </a:r>
            <a:r>
              <a:rPr sz="3200" spc="-15" dirty="0">
                <a:latin typeface="Arial"/>
                <a:cs typeface="Arial"/>
              </a:rPr>
              <a:t>/</a:t>
            </a:r>
            <a:r>
              <a:rPr sz="3200" dirty="0">
                <a:latin typeface="Arial"/>
                <a:cs typeface="Arial"/>
              </a:rPr>
              <a:t>2</a:t>
            </a:r>
          </a:p>
        </p:txBody>
      </p:sp>
      <p:sp>
        <p:nvSpPr>
          <p:cNvPr id="4" name="object 5">
            <a:extLst>
              <a:ext uri="{FF2B5EF4-FFF2-40B4-BE49-F238E27FC236}">
                <a16:creationId xmlns:a16="http://schemas.microsoft.com/office/drawing/2014/main" id="{CFD70A6C-C8BE-EC97-B49F-0AF6D1000A23}"/>
              </a:ext>
            </a:extLst>
          </p:cNvPr>
          <p:cNvSpPr txBox="1">
            <a:spLocks noGrp="1"/>
          </p:cNvSpPr>
          <p:nvPr>
            <p:ph type="body" idx="1"/>
          </p:nvPr>
        </p:nvSpPr>
        <p:spPr>
          <a:xfrm>
            <a:off x="380792" y="2399452"/>
            <a:ext cx="8610808" cy="3239348"/>
          </a:xfrm>
          <a:prstGeom prst="rect">
            <a:avLst/>
          </a:prstGeom>
        </p:spPr>
        <p:txBody>
          <a:bodyPr vert="horz" wrap="square" lIns="0" tIns="0" rIns="0" bIns="0" rtlCol="0">
            <a:spAutoFit/>
          </a:bodyPr>
          <a:lstStyle/>
          <a:p>
            <a:pPr marL="333375" indent="-320675">
              <a:lnSpc>
                <a:spcPct val="100000"/>
              </a:lnSpc>
              <a:buFont typeface="Times New Roman"/>
              <a:buAutoNum type="arabicPeriod"/>
              <a:tabLst>
                <a:tab pos="334010" algn="l"/>
              </a:tabLst>
            </a:pPr>
            <a:r>
              <a:rPr sz="2400" b="1" spc="-15" dirty="0"/>
              <a:t>Compl</a:t>
            </a:r>
            <a:r>
              <a:rPr sz="2400" b="1" spc="-20" dirty="0"/>
              <a:t>e</a:t>
            </a:r>
            <a:r>
              <a:rPr sz="2400" b="1" spc="-10" dirty="0"/>
              <a:t>t</a:t>
            </a:r>
            <a:r>
              <a:rPr sz="2400" b="1" spc="-20" dirty="0"/>
              <a:t>e</a:t>
            </a:r>
            <a:r>
              <a:rPr sz="2400" b="1" spc="-15" dirty="0"/>
              <a:t>n</a:t>
            </a:r>
            <a:r>
              <a:rPr sz="2400" b="1" spc="-20" dirty="0"/>
              <a:t>e</a:t>
            </a:r>
            <a:r>
              <a:rPr sz="2400" b="1" dirty="0"/>
              <a:t>ss</a:t>
            </a:r>
            <a:r>
              <a:rPr sz="2400" spc="-10" dirty="0"/>
              <a:t>:</a:t>
            </a:r>
            <a:r>
              <a:rPr sz="2400" dirty="0"/>
              <a:t> </a:t>
            </a:r>
            <a:r>
              <a:rPr sz="2400" spc="-15" dirty="0"/>
              <a:t>a</a:t>
            </a:r>
            <a:r>
              <a:rPr sz="2400" spc="-5" dirty="0"/>
              <a:t> </a:t>
            </a:r>
            <a:r>
              <a:rPr sz="2400" spc="-10" dirty="0"/>
              <a:t>pr</a:t>
            </a:r>
            <a:r>
              <a:rPr sz="2400" spc="-20" dirty="0"/>
              <a:t>e</a:t>
            </a:r>
            <a:r>
              <a:rPr sz="2400" spc="-10" dirty="0"/>
              <a:t>f</a:t>
            </a:r>
            <a:r>
              <a:rPr sz="2400" spc="-20" dirty="0"/>
              <a:t>e</a:t>
            </a:r>
            <a:r>
              <a:rPr sz="2400" spc="-10" dirty="0"/>
              <a:t>r</a:t>
            </a:r>
            <a:r>
              <a:rPr sz="2400" spc="-20" dirty="0"/>
              <a:t>e</a:t>
            </a:r>
            <a:r>
              <a:rPr sz="2400" spc="-15" dirty="0"/>
              <a:t>n</a:t>
            </a:r>
            <a:r>
              <a:rPr sz="2400" spc="-20" dirty="0"/>
              <a:t>c</a:t>
            </a:r>
            <a:r>
              <a:rPr sz="2400" spc="-15" dirty="0"/>
              <a:t>e</a:t>
            </a:r>
            <a:r>
              <a:rPr sz="2400" spc="-5" dirty="0"/>
              <a:t> </a:t>
            </a:r>
            <a:r>
              <a:rPr sz="2400" spc="-10" dirty="0"/>
              <a:t>i</a:t>
            </a:r>
            <a:r>
              <a:rPr sz="2400" dirty="0"/>
              <a:t>s </a:t>
            </a:r>
            <a:r>
              <a:rPr sz="2400" spc="-15" dirty="0"/>
              <a:t>d</a:t>
            </a:r>
            <a:r>
              <a:rPr sz="2400" spc="-20" dirty="0"/>
              <a:t>e</a:t>
            </a:r>
            <a:r>
              <a:rPr sz="2400" spc="-10" dirty="0"/>
              <a:t>fin</a:t>
            </a:r>
            <a:r>
              <a:rPr sz="2400" spc="-20" dirty="0"/>
              <a:t>e</a:t>
            </a:r>
            <a:r>
              <a:rPr sz="2400" dirty="0"/>
              <a:t>d </a:t>
            </a:r>
            <a:r>
              <a:rPr sz="2400" spc="-15" dirty="0"/>
              <a:t>b</a:t>
            </a:r>
            <a:r>
              <a:rPr sz="2400" spc="-20" dirty="0"/>
              <a:t>e</a:t>
            </a:r>
            <a:r>
              <a:rPr sz="2400" spc="-10" dirty="0"/>
              <a:t>t</a:t>
            </a:r>
            <a:r>
              <a:rPr sz="2400" dirty="0"/>
              <a:t>w</a:t>
            </a:r>
            <a:r>
              <a:rPr sz="2400" spc="-20" dirty="0"/>
              <a:t>ee</a:t>
            </a:r>
            <a:r>
              <a:rPr sz="2400" dirty="0"/>
              <a:t>n </a:t>
            </a:r>
            <a:r>
              <a:rPr sz="2400" spc="-20" dirty="0"/>
              <a:t>a</a:t>
            </a:r>
            <a:r>
              <a:rPr sz="2400" dirty="0"/>
              <a:t>ny </a:t>
            </a:r>
            <a:r>
              <a:rPr sz="2400" spc="-10" dirty="0"/>
              <a:t>t</a:t>
            </a:r>
            <a:r>
              <a:rPr sz="2400" dirty="0"/>
              <a:t>wo </a:t>
            </a:r>
            <a:r>
              <a:rPr sz="2400" spc="-15" dirty="0"/>
              <a:t>out</a:t>
            </a:r>
            <a:r>
              <a:rPr sz="2400" spc="-20" dirty="0"/>
              <a:t>come</a:t>
            </a:r>
            <a:r>
              <a:rPr sz="2400" dirty="0"/>
              <a:t>s</a:t>
            </a:r>
          </a:p>
          <a:p>
            <a:pPr marL="333375" indent="-320675">
              <a:lnSpc>
                <a:spcPct val="100000"/>
              </a:lnSpc>
              <a:spcBef>
                <a:spcPts val="740"/>
              </a:spcBef>
              <a:buFont typeface="Times New Roman"/>
              <a:buAutoNum type="arabicPeriod"/>
              <a:tabLst>
                <a:tab pos="334010" algn="l"/>
                <a:tab pos="4290060" algn="l"/>
                <a:tab pos="4978400" algn="l"/>
              </a:tabLst>
            </a:pPr>
            <a:r>
              <a:rPr sz="2400" b="1" spc="-100" dirty="0"/>
              <a:t>T</a:t>
            </a:r>
            <a:r>
              <a:rPr sz="2400" b="1" spc="-10" dirty="0"/>
              <a:t>r</a:t>
            </a:r>
            <a:r>
              <a:rPr sz="2400" b="1" spc="-20" dirty="0"/>
              <a:t>a</a:t>
            </a:r>
            <a:r>
              <a:rPr sz="2400" b="1" dirty="0"/>
              <a:t>ns</a:t>
            </a:r>
            <a:r>
              <a:rPr sz="2400" b="1" spc="-10" dirty="0"/>
              <a:t>itivity</a:t>
            </a:r>
            <a:r>
              <a:rPr sz="2400" spc="-10" dirty="0"/>
              <a:t>:</a:t>
            </a:r>
            <a:r>
              <a:rPr sz="2400" dirty="0"/>
              <a:t> </a:t>
            </a:r>
            <a:r>
              <a:rPr sz="2400" i="1" spc="-105" dirty="0">
                <a:latin typeface="Times New Roman"/>
                <a:cs typeface="Times New Roman"/>
              </a:rPr>
              <a:t>o</a:t>
            </a:r>
            <a:r>
              <a:rPr sz="2400" spc="-135" baseline="-20061" dirty="0">
                <a:latin typeface="Tahoma"/>
                <a:cs typeface="Tahoma"/>
              </a:rPr>
              <a:t>1</a:t>
            </a:r>
            <a:r>
              <a:rPr sz="2400" spc="209" baseline="-20061" dirty="0">
                <a:latin typeface="Tahoma"/>
                <a:cs typeface="Tahoma"/>
              </a:rPr>
              <a:t> </a:t>
            </a:r>
            <a:r>
              <a:rPr sz="2400" spc="-135" dirty="0">
                <a:latin typeface="Cambria"/>
                <a:cs typeface="Cambria"/>
              </a:rPr>
              <a:t>≻</a:t>
            </a:r>
            <a:r>
              <a:rPr sz="2400" spc="145" dirty="0">
                <a:latin typeface="Cambria"/>
                <a:cs typeface="Cambria"/>
              </a:rPr>
              <a:t> </a:t>
            </a:r>
            <a:r>
              <a:rPr sz="2400" i="1" spc="-105" dirty="0">
                <a:latin typeface="Times New Roman"/>
                <a:cs typeface="Times New Roman"/>
              </a:rPr>
              <a:t>o</a:t>
            </a:r>
            <a:r>
              <a:rPr sz="2400" spc="-135" baseline="-20061" dirty="0">
                <a:latin typeface="Tahoma"/>
                <a:cs typeface="Tahoma"/>
              </a:rPr>
              <a:t>2</a:t>
            </a:r>
            <a:r>
              <a:rPr sz="2400" baseline="-20061" dirty="0">
                <a:latin typeface="Tahoma"/>
                <a:cs typeface="Tahoma"/>
              </a:rPr>
              <a:t> </a:t>
            </a:r>
            <a:r>
              <a:rPr sz="2400" spc="60" dirty="0">
                <a:latin typeface="Cambria"/>
                <a:cs typeface="Cambria"/>
              </a:rPr>
              <a:t>∧</a:t>
            </a:r>
            <a:r>
              <a:rPr sz="2400" dirty="0">
                <a:latin typeface="Cambria"/>
                <a:cs typeface="Cambria"/>
              </a:rPr>
              <a:t> </a:t>
            </a:r>
            <a:r>
              <a:rPr sz="2400" i="1" spc="-105" dirty="0">
                <a:latin typeface="Times New Roman"/>
                <a:cs typeface="Times New Roman"/>
              </a:rPr>
              <a:t>o</a:t>
            </a:r>
            <a:r>
              <a:rPr sz="2400" spc="-135" baseline="-20061" dirty="0">
                <a:latin typeface="Tahoma"/>
                <a:cs typeface="Tahoma"/>
              </a:rPr>
              <a:t>2</a:t>
            </a:r>
            <a:r>
              <a:rPr sz="2400" spc="209" baseline="-20061" dirty="0">
                <a:latin typeface="Tahoma"/>
                <a:cs typeface="Tahoma"/>
              </a:rPr>
              <a:t> </a:t>
            </a:r>
            <a:r>
              <a:rPr sz="2400" spc="-135" dirty="0">
                <a:latin typeface="Cambria"/>
                <a:cs typeface="Cambria"/>
              </a:rPr>
              <a:t>≻</a:t>
            </a:r>
            <a:r>
              <a:rPr sz="2400" spc="145" dirty="0">
                <a:latin typeface="Cambria"/>
                <a:cs typeface="Cambria"/>
              </a:rPr>
              <a:t> </a:t>
            </a:r>
            <a:r>
              <a:rPr sz="2400" i="1" spc="-105" dirty="0">
                <a:latin typeface="Times New Roman"/>
                <a:cs typeface="Times New Roman"/>
              </a:rPr>
              <a:t>o</a:t>
            </a:r>
            <a:r>
              <a:rPr sz="2400" spc="-135" baseline="-20061" dirty="0">
                <a:latin typeface="Tahoma"/>
                <a:cs typeface="Tahoma"/>
              </a:rPr>
              <a:t>3</a:t>
            </a:r>
            <a:r>
              <a:rPr sz="2400" baseline="-20061" dirty="0">
                <a:latin typeface="Tahoma"/>
                <a:cs typeface="Tahoma"/>
              </a:rPr>
              <a:t>	</a:t>
            </a:r>
            <a:r>
              <a:rPr sz="2400" spc="990" dirty="0">
                <a:latin typeface="Cambria"/>
                <a:cs typeface="Cambria"/>
              </a:rPr>
              <a:t>⟹</a:t>
            </a:r>
            <a:r>
              <a:rPr sz="2400" dirty="0">
                <a:latin typeface="Cambria"/>
                <a:cs typeface="Cambria"/>
              </a:rPr>
              <a:t>	</a:t>
            </a:r>
            <a:r>
              <a:rPr sz="2400" i="1" spc="-105" dirty="0">
                <a:latin typeface="Times New Roman"/>
                <a:cs typeface="Times New Roman"/>
              </a:rPr>
              <a:t>o</a:t>
            </a:r>
            <a:r>
              <a:rPr sz="2400" spc="-135" baseline="-20061" dirty="0">
                <a:latin typeface="Tahoma"/>
                <a:cs typeface="Tahoma"/>
              </a:rPr>
              <a:t>1</a:t>
            </a:r>
            <a:r>
              <a:rPr sz="2400" spc="209" baseline="-20061" dirty="0">
                <a:latin typeface="Tahoma"/>
                <a:cs typeface="Tahoma"/>
              </a:rPr>
              <a:t> </a:t>
            </a:r>
            <a:r>
              <a:rPr sz="2400" spc="-135" dirty="0">
                <a:latin typeface="Cambria"/>
                <a:cs typeface="Cambria"/>
              </a:rPr>
              <a:t>≻</a:t>
            </a:r>
            <a:r>
              <a:rPr sz="2400" spc="145" dirty="0">
                <a:latin typeface="Cambria"/>
                <a:cs typeface="Cambria"/>
              </a:rPr>
              <a:t> </a:t>
            </a:r>
            <a:r>
              <a:rPr sz="2400" i="1" spc="-105" dirty="0">
                <a:latin typeface="Times New Roman"/>
                <a:cs typeface="Times New Roman"/>
              </a:rPr>
              <a:t>o</a:t>
            </a:r>
            <a:r>
              <a:rPr sz="2400" spc="-135" baseline="-20061" dirty="0">
                <a:latin typeface="Tahoma"/>
                <a:cs typeface="Tahoma"/>
              </a:rPr>
              <a:t>3</a:t>
            </a:r>
            <a:endParaRPr sz="2400" baseline="-20061" dirty="0">
              <a:latin typeface="Tahoma"/>
              <a:cs typeface="Tahoma"/>
            </a:endParaRPr>
          </a:p>
          <a:p>
            <a:pPr marL="333375" indent="-320675">
              <a:lnSpc>
                <a:spcPct val="100000"/>
              </a:lnSpc>
              <a:spcBef>
                <a:spcPts val="905"/>
              </a:spcBef>
              <a:buFont typeface="Times New Roman"/>
              <a:buAutoNum type="arabicPeriod"/>
              <a:tabLst>
                <a:tab pos="334010" algn="l"/>
              </a:tabLst>
            </a:pPr>
            <a:r>
              <a:rPr sz="2400" b="1" dirty="0"/>
              <a:t>M</a:t>
            </a:r>
            <a:r>
              <a:rPr sz="2400" b="1" spc="-15" dirty="0"/>
              <a:t>onotoni</a:t>
            </a:r>
            <a:r>
              <a:rPr sz="2400" b="1" spc="-20" dirty="0"/>
              <a:t>c</a:t>
            </a:r>
            <a:r>
              <a:rPr sz="2400" b="1" spc="-10" dirty="0"/>
              <a:t>ity</a:t>
            </a:r>
            <a:r>
              <a:rPr sz="2400" spc="-10" dirty="0"/>
              <a:t>:</a:t>
            </a:r>
          </a:p>
          <a:p>
            <a:pPr marL="333375">
              <a:lnSpc>
                <a:spcPct val="100000"/>
              </a:lnSpc>
              <a:spcBef>
                <a:spcPts val="740"/>
              </a:spcBef>
              <a:tabLst>
                <a:tab pos="2512060" algn="l"/>
                <a:tab pos="3200400" algn="l"/>
              </a:tabLst>
            </a:pPr>
            <a:r>
              <a:rPr sz="2400" i="1" spc="-105" dirty="0">
                <a:latin typeface="Times New Roman"/>
                <a:cs typeface="Times New Roman"/>
              </a:rPr>
              <a:t>o</a:t>
            </a:r>
            <a:r>
              <a:rPr sz="2400" spc="-135" baseline="-20061" dirty="0">
                <a:latin typeface="Tahoma"/>
                <a:cs typeface="Tahoma"/>
              </a:rPr>
              <a:t>1</a:t>
            </a:r>
            <a:r>
              <a:rPr sz="2400" spc="209" baseline="-20061" dirty="0">
                <a:latin typeface="Tahoma"/>
                <a:cs typeface="Tahoma"/>
              </a:rPr>
              <a:t> </a:t>
            </a:r>
            <a:r>
              <a:rPr sz="2400" spc="-135" dirty="0">
                <a:latin typeface="Cambria"/>
                <a:cs typeface="Cambria"/>
              </a:rPr>
              <a:t>≻</a:t>
            </a:r>
            <a:r>
              <a:rPr sz="2400" spc="145" dirty="0">
                <a:latin typeface="Cambria"/>
                <a:cs typeface="Cambria"/>
              </a:rPr>
              <a:t> </a:t>
            </a:r>
            <a:r>
              <a:rPr sz="2400" i="1" spc="-105" dirty="0">
                <a:latin typeface="Times New Roman"/>
                <a:cs typeface="Times New Roman"/>
              </a:rPr>
              <a:t>o</a:t>
            </a:r>
            <a:r>
              <a:rPr sz="2400" spc="-135" baseline="-20061" dirty="0">
                <a:latin typeface="Tahoma"/>
                <a:cs typeface="Tahoma"/>
              </a:rPr>
              <a:t>2</a:t>
            </a:r>
            <a:r>
              <a:rPr sz="2400" baseline="-20061" dirty="0">
                <a:latin typeface="Tahoma"/>
                <a:cs typeface="Tahoma"/>
              </a:rPr>
              <a:t> </a:t>
            </a:r>
            <a:r>
              <a:rPr sz="2400" spc="60" dirty="0">
                <a:latin typeface="Cambria"/>
                <a:cs typeface="Cambria"/>
              </a:rPr>
              <a:t>∧</a:t>
            </a:r>
            <a:r>
              <a:rPr sz="2400" dirty="0">
                <a:latin typeface="Cambria"/>
                <a:cs typeface="Cambria"/>
              </a:rPr>
              <a:t> </a:t>
            </a:r>
            <a:r>
              <a:rPr sz="2400" i="1" dirty="0">
                <a:latin typeface="Times New Roman"/>
                <a:cs typeface="Times New Roman"/>
              </a:rPr>
              <a:t>p</a:t>
            </a:r>
            <a:r>
              <a:rPr sz="2400" i="1" spc="65" dirty="0">
                <a:latin typeface="Times New Roman"/>
                <a:cs typeface="Times New Roman"/>
              </a:rPr>
              <a:t> </a:t>
            </a:r>
            <a:r>
              <a:rPr sz="2400" spc="-130" dirty="0">
                <a:latin typeface="Tahoma"/>
                <a:cs typeface="Tahoma"/>
              </a:rPr>
              <a:t>&gt;</a:t>
            </a:r>
            <a:r>
              <a:rPr sz="2400" spc="-95" dirty="0">
                <a:latin typeface="Tahoma"/>
                <a:cs typeface="Tahoma"/>
              </a:rPr>
              <a:t> </a:t>
            </a:r>
            <a:r>
              <a:rPr sz="2400" i="1" spc="-15" dirty="0">
                <a:latin typeface="Times New Roman"/>
                <a:cs typeface="Times New Roman"/>
              </a:rPr>
              <a:t>q</a:t>
            </a:r>
            <a:r>
              <a:rPr sz="2400" i="1" dirty="0">
                <a:latin typeface="Times New Roman"/>
                <a:cs typeface="Times New Roman"/>
              </a:rPr>
              <a:t>	</a:t>
            </a:r>
            <a:r>
              <a:rPr sz="2400" spc="990" dirty="0">
                <a:latin typeface="Cambria"/>
                <a:cs typeface="Cambria"/>
              </a:rPr>
              <a:t>⟹</a:t>
            </a:r>
            <a:r>
              <a:rPr sz="2400" dirty="0">
                <a:latin typeface="Cambria"/>
                <a:cs typeface="Cambria"/>
              </a:rPr>
              <a:t>	</a:t>
            </a:r>
            <a:r>
              <a:rPr sz="2400" spc="45" dirty="0">
                <a:latin typeface="Tahoma"/>
                <a:cs typeface="Tahoma"/>
              </a:rPr>
              <a:t>[</a:t>
            </a:r>
            <a:r>
              <a:rPr sz="2400" i="1" dirty="0">
                <a:latin typeface="Times New Roman"/>
                <a:cs typeface="Times New Roman"/>
              </a:rPr>
              <a:t>p</a:t>
            </a:r>
            <a:r>
              <a:rPr sz="2400" i="1" spc="65" dirty="0">
                <a:latin typeface="Times New Roman"/>
                <a:cs typeface="Times New Roman"/>
              </a:rPr>
              <a:t> </a:t>
            </a:r>
            <a:r>
              <a:rPr sz="2400" spc="-200" dirty="0">
                <a:latin typeface="Tahoma"/>
                <a:cs typeface="Tahoma"/>
              </a:rPr>
              <a:t>:</a:t>
            </a:r>
            <a:r>
              <a:rPr sz="2400" spc="-95" dirty="0">
                <a:latin typeface="Tahoma"/>
                <a:cs typeface="Tahoma"/>
              </a:rPr>
              <a:t> </a:t>
            </a:r>
            <a:r>
              <a:rPr sz="2400" i="1" spc="-105" dirty="0">
                <a:latin typeface="Times New Roman"/>
                <a:cs typeface="Times New Roman"/>
              </a:rPr>
              <a:t>o</a:t>
            </a:r>
            <a:r>
              <a:rPr sz="2400" spc="-135" baseline="-20061" dirty="0">
                <a:latin typeface="Tahoma"/>
                <a:cs typeface="Tahoma"/>
              </a:rPr>
              <a:t>1</a:t>
            </a:r>
            <a:r>
              <a:rPr sz="2400" spc="-140" dirty="0">
                <a:latin typeface="Tahoma"/>
                <a:cs typeface="Tahoma"/>
              </a:rPr>
              <a:t>,</a:t>
            </a:r>
            <a:r>
              <a:rPr sz="2400" spc="45" dirty="0">
                <a:latin typeface="Tahoma"/>
                <a:cs typeface="Tahoma"/>
              </a:rPr>
              <a:t> </a:t>
            </a:r>
            <a:r>
              <a:rPr sz="2400" spc="-130" dirty="0">
                <a:latin typeface="Tahoma"/>
                <a:cs typeface="Tahoma"/>
              </a:rPr>
              <a:t>1</a:t>
            </a:r>
            <a:r>
              <a:rPr sz="2400" spc="-235" dirty="0">
                <a:latin typeface="Tahoma"/>
                <a:cs typeface="Tahoma"/>
              </a:rPr>
              <a:t> </a:t>
            </a:r>
            <a:r>
              <a:rPr sz="2400" spc="325" dirty="0">
                <a:latin typeface="Cambria"/>
                <a:cs typeface="Cambria"/>
              </a:rPr>
              <a:t>−</a:t>
            </a:r>
            <a:r>
              <a:rPr sz="2400" dirty="0">
                <a:latin typeface="Cambria"/>
                <a:cs typeface="Cambria"/>
              </a:rPr>
              <a:t> </a:t>
            </a:r>
            <a:r>
              <a:rPr sz="2400" i="1" dirty="0">
                <a:latin typeface="Times New Roman"/>
                <a:cs typeface="Times New Roman"/>
              </a:rPr>
              <a:t>p</a:t>
            </a:r>
            <a:r>
              <a:rPr sz="2400" i="1" spc="65" dirty="0">
                <a:latin typeface="Times New Roman"/>
                <a:cs typeface="Times New Roman"/>
              </a:rPr>
              <a:t> </a:t>
            </a:r>
            <a:r>
              <a:rPr sz="2400" spc="-200" dirty="0">
                <a:latin typeface="Tahoma"/>
                <a:cs typeface="Tahoma"/>
              </a:rPr>
              <a:t>:</a:t>
            </a:r>
            <a:r>
              <a:rPr sz="2400" spc="-95" dirty="0">
                <a:latin typeface="Tahoma"/>
                <a:cs typeface="Tahoma"/>
              </a:rPr>
              <a:t> </a:t>
            </a:r>
            <a:r>
              <a:rPr sz="2400" i="1" spc="-105" dirty="0">
                <a:latin typeface="Times New Roman"/>
                <a:cs typeface="Times New Roman"/>
              </a:rPr>
              <a:t>o</a:t>
            </a:r>
            <a:r>
              <a:rPr sz="2400" spc="-135" baseline="-20061" dirty="0">
                <a:latin typeface="Tahoma"/>
                <a:cs typeface="Tahoma"/>
              </a:rPr>
              <a:t>2</a:t>
            </a:r>
            <a:r>
              <a:rPr sz="2400" spc="-140" dirty="0">
                <a:latin typeface="Tahoma"/>
                <a:cs typeface="Tahoma"/>
              </a:rPr>
              <a:t>]</a:t>
            </a:r>
            <a:r>
              <a:rPr sz="2400" spc="-95" dirty="0">
                <a:latin typeface="Tahoma"/>
                <a:cs typeface="Tahoma"/>
              </a:rPr>
              <a:t> </a:t>
            </a:r>
            <a:r>
              <a:rPr sz="2400" spc="-135" dirty="0">
                <a:latin typeface="Cambria"/>
                <a:cs typeface="Cambria"/>
              </a:rPr>
              <a:t>≻</a:t>
            </a:r>
            <a:r>
              <a:rPr sz="2400" spc="145" dirty="0">
                <a:latin typeface="Cambria"/>
                <a:cs typeface="Cambria"/>
              </a:rPr>
              <a:t> </a:t>
            </a:r>
            <a:r>
              <a:rPr sz="2400" spc="-140" dirty="0">
                <a:latin typeface="Tahoma"/>
                <a:cs typeface="Tahoma"/>
              </a:rPr>
              <a:t>[</a:t>
            </a:r>
            <a:r>
              <a:rPr sz="2400" i="1" spc="-15" dirty="0">
                <a:latin typeface="Times New Roman"/>
                <a:cs typeface="Times New Roman"/>
              </a:rPr>
              <a:t>q</a:t>
            </a:r>
            <a:r>
              <a:rPr sz="2400" i="1" spc="65" dirty="0">
                <a:latin typeface="Times New Roman"/>
                <a:cs typeface="Times New Roman"/>
              </a:rPr>
              <a:t> </a:t>
            </a:r>
            <a:r>
              <a:rPr sz="2400" spc="-200" dirty="0">
                <a:latin typeface="Tahoma"/>
                <a:cs typeface="Tahoma"/>
              </a:rPr>
              <a:t>:</a:t>
            </a:r>
            <a:r>
              <a:rPr sz="2400" spc="-95" dirty="0">
                <a:latin typeface="Tahoma"/>
                <a:cs typeface="Tahoma"/>
              </a:rPr>
              <a:t> </a:t>
            </a:r>
            <a:r>
              <a:rPr sz="2400" i="1" spc="-105" dirty="0">
                <a:latin typeface="Times New Roman"/>
                <a:cs typeface="Times New Roman"/>
              </a:rPr>
              <a:t>o</a:t>
            </a:r>
            <a:r>
              <a:rPr sz="2400" spc="-135" baseline="-20061" dirty="0">
                <a:latin typeface="Tahoma"/>
                <a:cs typeface="Tahoma"/>
              </a:rPr>
              <a:t>1</a:t>
            </a:r>
            <a:r>
              <a:rPr sz="2400" spc="-140" dirty="0">
                <a:latin typeface="Tahoma"/>
                <a:cs typeface="Tahoma"/>
              </a:rPr>
              <a:t>,</a:t>
            </a:r>
            <a:r>
              <a:rPr sz="2400" spc="45" dirty="0">
                <a:latin typeface="Tahoma"/>
                <a:cs typeface="Tahoma"/>
              </a:rPr>
              <a:t> </a:t>
            </a:r>
            <a:r>
              <a:rPr sz="2400" spc="-130" dirty="0">
                <a:latin typeface="Tahoma"/>
                <a:cs typeface="Tahoma"/>
              </a:rPr>
              <a:t>1</a:t>
            </a:r>
            <a:r>
              <a:rPr sz="2400" spc="-235" dirty="0">
                <a:latin typeface="Tahoma"/>
                <a:cs typeface="Tahoma"/>
              </a:rPr>
              <a:t> </a:t>
            </a:r>
            <a:r>
              <a:rPr sz="2400" spc="325" dirty="0">
                <a:latin typeface="Cambria"/>
                <a:cs typeface="Cambria"/>
              </a:rPr>
              <a:t>−</a:t>
            </a:r>
            <a:r>
              <a:rPr sz="2400" dirty="0">
                <a:latin typeface="Cambria"/>
                <a:cs typeface="Cambria"/>
              </a:rPr>
              <a:t> </a:t>
            </a:r>
            <a:r>
              <a:rPr sz="2400" i="1" spc="-15" dirty="0">
                <a:latin typeface="Times New Roman"/>
                <a:cs typeface="Times New Roman"/>
              </a:rPr>
              <a:t>q</a:t>
            </a:r>
            <a:r>
              <a:rPr sz="2400" i="1" spc="65" dirty="0">
                <a:latin typeface="Times New Roman"/>
                <a:cs typeface="Times New Roman"/>
              </a:rPr>
              <a:t> </a:t>
            </a:r>
            <a:r>
              <a:rPr sz="2400" spc="-200" dirty="0">
                <a:latin typeface="Tahoma"/>
                <a:cs typeface="Tahoma"/>
              </a:rPr>
              <a:t>:</a:t>
            </a:r>
            <a:r>
              <a:rPr sz="2400" spc="-95" dirty="0">
                <a:latin typeface="Tahoma"/>
                <a:cs typeface="Tahoma"/>
              </a:rPr>
              <a:t> </a:t>
            </a:r>
            <a:r>
              <a:rPr sz="2400" i="1" spc="-105" dirty="0">
                <a:latin typeface="Times New Roman"/>
                <a:cs typeface="Times New Roman"/>
              </a:rPr>
              <a:t>o</a:t>
            </a:r>
            <a:r>
              <a:rPr sz="2400" spc="-135" baseline="-20061" dirty="0">
                <a:latin typeface="Tahoma"/>
                <a:cs typeface="Tahoma"/>
              </a:rPr>
              <a:t>2</a:t>
            </a:r>
            <a:r>
              <a:rPr sz="2400" spc="-140" dirty="0">
                <a:latin typeface="Tahoma"/>
                <a:cs typeface="Tahoma"/>
              </a:rPr>
              <a:t>]</a:t>
            </a:r>
            <a:endParaRPr sz="2400" dirty="0">
              <a:latin typeface="Tahoma"/>
              <a:cs typeface="Tahoma"/>
            </a:endParaRPr>
          </a:p>
          <a:p>
            <a:pPr marL="333375" indent="-320675">
              <a:lnSpc>
                <a:spcPct val="100000"/>
              </a:lnSpc>
              <a:spcBef>
                <a:spcPts val="875"/>
              </a:spcBef>
              <a:buFont typeface="Times New Roman"/>
              <a:buAutoNum type="arabicPeriod" startAt="4"/>
              <a:tabLst>
                <a:tab pos="334010" algn="l"/>
              </a:tabLst>
            </a:pPr>
            <a:r>
              <a:rPr sz="2400" b="1" dirty="0"/>
              <a:t>D</a:t>
            </a:r>
            <a:r>
              <a:rPr sz="2400" b="1" spc="-20" dirty="0"/>
              <a:t>ecom</a:t>
            </a:r>
            <a:r>
              <a:rPr sz="2400" b="1" dirty="0"/>
              <a:t>pos</a:t>
            </a:r>
            <a:r>
              <a:rPr sz="2400" b="1" spc="-20" dirty="0"/>
              <a:t>a</a:t>
            </a:r>
            <a:r>
              <a:rPr sz="2400" b="1" spc="-10" dirty="0"/>
              <a:t>bilit</a:t>
            </a:r>
            <a:r>
              <a:rPr sz="2400" b="1" dirty="0"/>
              <a:t>y</a:t>
            </a:r>
          </a:p>
          <a:p>
            <a:pPr marL="333375">
              <a:lnSpc>
                <a:spcPct val="100000"/>
              </a:lnSpc>
              <a:spcBef>
                <a:spcPts val="740"/>
              </a:spcBef>
            </a:pPr>
            <a:r>
              <a:rPr sz="2400" spc="-15" dirty="0"/>
              <a:t>Let</a:t>
            </a:r>
            <a:r>
              <a:rPr sz="2400" spc="-5" dirty="0"/>
              <a:t> </a:t>
            </a:r>
            <a:r>
              <a:rPr sz="2400" i="1" dirty="0">
                <a:latin typeface="Times New Roman"/>
                <a:cs typeface="Times New Roman"/>
              </a:rPr>
              <a:t>p</a:t>
            </a:r>
            <a:r>
              <a:rPr sz="2400" spc="-140" dirty="0">
                <a:latin typeface="Tahoma"/>
                <a:cs typeface="Tahoma"/>
              </a:rPr>
              <a:t>(</a:t>
            </a:r>
            <a:r>
              <a:rPr sz="2400" i="1" spc="-105" dirty="0">
                <a:latin typeface="Times New Roman"/>
                <a:cs typeface="Times New Roman"/>
              </a:rPr>
              <a:t>L</a:t>
            </a:r>
            <a:r>
              <a:rPr sz="2400" i="1" baseline="-20061" dirty="0">
                <a:latin typeface="Times New Roman"/>
                <a:cs typeface="Times New Roman"/>
              </a:rPr>
              <a:t>i</a:t>
            </a:r>
            <a:r>
              <a:rPr sz="2400" spc="-140" dirty="0">
                <a:latin typeface="Tahoma"/>
                <a:cs typeface="Tahoma"/>
              </a:rPr>
              <a:t>,</a:t>
            </a:r>
            <a:r>
              <a:rPr sz="2400" spc="-375" dirty="0">
                <a:latin typeface="Tahoma"/>
                <a:cs typeface="Tahoma"/>
              </a:rPr>
              <a:t> </a:t>
            </a:r>
            <a:r>
              <a:rPr sz="2400" i="1" spc="-105" dirty="0">
                <a:latin typeface="Times New Roman"/>
                <a:cs typeface="Times New Roman"/>
              </a:rPr>
              <a:t>o</a:t>
            </a:r>
            <a:r>
              <a:rPr sz="2400" i="1" spc="37" baseline="-20061" dirty="0">
                <a:latin typeface="Times New Roman"/>
                <a:cs typeface="Times New Roman"/>
              </a:rPr>
              <a:t>j</a:t>
            </a:r>
            <a:r>
              <a:rPr sz="2400" spc="-140" dirty="0">
                <a:latin typeface="Tahoma"/>
                <a:cs typeface="Tahoma"/>
              </a:rPr>
              <a:t>)</a:t>
            </a:r>
            <a:r>
              <a:rPr sz="2400" spc="-200" dirty="0">
                <a:latin typeface="Tahoma"/>
                <a:cs typeface="Tahoma"/>
              </a:rPr>
              <a:t> </a:t>
            </a:r>
            <a:r>
              <a:rPr sz="2400" spc="-15" dirty="0"/>
              <a:t>d</a:t>
            </a:r>
            <a:r>
              <a:rPr sz="2400" spc="-20" dirty="0"/>
              <a:t>e</a:t>
            </a:r>
            <a:r>
              <a:rPr sz="2400" spc="-15" dirty="0"/>
              <a:t>note</a:t>
            </a:r>
            <a:r>
              <a:rPr sz="2400" spc="-5" dirty="0"/>
              <a:t> </a:t>
            </a:r>
            <a:r>
              <a:rPr sz="2400" spc="-10" dirty="0"/>
              <a:t>the</a:t>
            </a:r>
            <a:r>
              <a:rPr sz="2400" spc="-5" dirty="0"/>
              <a:t> </a:t>
            </a:r>
            <a:r>
              <a:rPr sz="2400" spc="-15" dirty="0"/>
              <a:t>out</a:t>
            </a:r>
            <a:r>
              <a:rPr sz="2400" spc="-20" dirty="0"/>
              <a:t>c</a:t>
            </a:r>
            <a:r>
              <a:rPr sz="2400" spc="-15" dirty="0"/>
              <a:t>ome</a:t>
            </a:r>
            <a:r>
              <a:rPr sz="2400" spc="-5" dirty="0"/>
              <a:t> </a:t>
            </a:r>
            <a:r>
              <a:rPr sz="2400" spc="-20" dirty="0"/>
              <a:t>a</a:t>
            </a:r>
            <a:r>
              <a:rPr sz="2400" dirty="0"/>
              <a:t>ss</a:t>
            </a:r>
            <a:r>
              <a:rPr sz="2400" spc="-15" dirty="0"/>
              <a:t>ign</a:t>
            </a:r>
            <a:r>
              <a:rPr sz="2400" spc="-20" dirty="0"/>
              <a:t>e</a:t>
            </a:r>
            <a:r>
              <a:rPr sz="2400" dirty="0"/>
              <a:t>d </a:t>
            </a:r>
            <a:r>
              <a:rPr sz="2400" spc="-10" dirty="0"/>
              <a:t>t</a:t>
            </a:r>
            <a:r>
              <a:rPr sz="2400" dirty="0"/>
              <a:t>o </a:t>
            </a:r>
            <a:r>
              <a:rPr sz="2400" i="1" spc="-105" dirty="0">
                <a:latin typeface="Times New Roman"/>
                <a:cs typeface="Times New Roman"/>
              </a:rPr>
              <a:t>o</a:t>
            </a:r>
            <a:r>
              <a:rPr sz="2400" i="1" baseline="-20061" dirty="0">
                <a:latin typeface="Times New Roman"/>
                <a:cs typeface="Times New Roman"/>
              </a:rPr>
              <a:t>j</a:t>
            </a:r>
            <a:r>
              <a:rPr sz="2400" i="1" spc="225" baseline="-20061" dirty="0">
                <a:latin typeface="Times New Roman"/>
                <a:cs typeface="Times New Roman"/>
              </a:rPr>
              <a:t> </a:t>
            </a:r>
            <a:r>
              <a:rPr sz="2400" spc="-10" dirty="0"/>
              <a:t>i</a:t>
            </a:r>
            <a:r>
              <a:rPr sz="2400" dirty="0"/>
              <a:t>n </a:t>
            </a:r>
            <a:r>
              <a:rPr sz="2400" spc="-10" dirty="0"/>
              <a:t>lott</a:t>
            </a:r>
            <a:r>
              <a:rPr sz="2400" spc="-20" dirty="0"/>
              <a:t>e</a:t>
            </a:r>
            <a:r>
              <a:rPr sz="2400" dirty="0"/>
              <a:t>ry </a:t>
            </a:r>
            <a:r>
              <a:rPr sz="2400" i="1" spc="-105" dirty="0">
                <a:latin typeface="Times New Roman"/>
                <a:cs typeface="Times New Roman"/>
              </a:rPr>
              <a:t>L</a:t>
            </a:r>
            <a:r>
              <a:rPr sz="2400" i="1" baseline="-20061" dirty="0">
                <a:latin typeface="Times New Roman"/>
                <a:cs typeface="Times New Roman"/>
              </a:rPr>
              <a:t>i</a:t>
            </a:r>
            <a:endParaRPr sz="2400" baseline="-20061" dirty="0">
              <a:latin typeface="Times New Roman"/>
              <a:cs typeface="Times New Roman"/>
            </a:endParaRPr>
          </a:p>
          <a:p>
            <a:pPr marL="368935">
              <a:lnSpc>
                <a:spcPct val="100000"/>
              </a:lnSpc>
              <a:spcBef>
                <a:spcPts val="1210"/>
              </a:spcBef>
              <a:tabLst>
                <a:tab pos="3681095" algn="l"/>
                <a:tab pos="4368800" algn="l"/>
              </a:tabLst>
            </a:pPr>
            <a:r>
              <a:rPr sz="2400" spc="-55" dirty="0">
                <a:latin typeface="Cambria"/>
                <a:cs typeface="Cambria"/>
              </a:rPr>
              <a:t>∀</a:t>
            </a:r>
            <a:r>
              <a:rPr sz="2400" i="1" spc="-10" dirty="0">
                <a:latin typeface="Times New Roman"/>
                <a:cs typeface="Times New Roman"/>
              </a:rPr>
              <a:t>j</a:t>
            </a:r>
            <a:r>
              <a:rPr sz="2400" i="1" spc="65" dirty="0">
                <a:latin typeface="Times New Roman"/>
                <a:cs typeface="Times New Roman"/>
              </a:rPr>
              <a:t> </a:t>
            </a:r>
            <a:r>
              <a:rPr sz="2400" spc="-200" dirty="0">
                <a:latin typeface="Tahoma"/>
                <a:cs typeface="Tahoma"/>
              </a:rPr>
              <a:t>:</a:t>
            </a:r>
            <a:r>
              <a:rPr sz="2400" spc="-95" dirty="0">
                <a:latin typeface="Tahoma"/>
                <a:cs typeface="Tahoma"/>
              </a:rPr>
              <a:t> </a:t>
            </a:r>
            <a:r>
              <a:rPr sz="2400" i="1" dirty="0">
                <a:latin typeface="Times New Roman"/>
                <a:cs typeface="Times New Roman"/>
              </a:rPr>
              <a:t>p</a:t>
            </a:r>
            <a:r>
              <a:rPr sz="2400" spc="-140" dirty="0">
                <a:latin typeface="Tahoma"/>
                <a:cs typeface="Tahoma"/>
              </a:rPr>
              <a:t>(</a:t>
            </a:r>
            <a:r>
              <a:rPr sz="2400" i="1" spc="-105" dirty="0">
                <a:latin typeface="Times New Roman"/>
                <a:cs typeface="Times New Roman"/>
              </a:rPr>
              <a:t>L</a:t>
            </a:r>
            <a:r>
              <a:rPr sz="2400" spc="-135" baseline="-20061" dirty="0">
                <a:latin typeface="Tahoma"/>
                <a:cs typeface="Tahoma"/>
              </a:rPr>
              <a:t>1</a:t>
            </a:r>
            <a:r>
              <a:rPr sz="2400" spc="-140" dirty="0">
                <a:latin typeface="Tahoma"/>
                <a:cs typeface="Tahoma"/>
              </a:rPr>
              <a:t>,</a:t>
            </a:r>
            <a:r>
              <a:rPr sz="2400" spc="-375" dirty="0">
                <a:latin typeface="Tahoma"/>
                <a:cs typeface="Tahoma"/>
              </a:rPr>
              <a:t> </a:t>
            </a:r>
            <a:r>
              <a:rPr sz="2400" i="1" spc="-105" dirty="0">
                <a:latin typeface="Times New Roman"/>
                <a:cs typeface="Times New Roman"/>
              </a:rPr>
              <a:t>o</a:t>
            </a:r>
            <a:r>
              <a:rPr sz="2400" i="1" spc="37" baseline="-20061" dirty="0">
                <a:latin typeface="Times New Roman"/>
                <a:cs typeface="Times New Roman"/>
              </a:rPr>
              <a:t>j</a:t>
            </a:r>
            <a:r>
              <a:rPr sz="2400" spc="-140" dirty="0">
                <a:latin typeface="Tahoma"/>
                <a:cs typeface="Tahoma"/>
              </a:rPr>
              <a:t>)</a:t>
            </a:r>
            <a:r>
              <a:rPr sz="2400" spc="-95" dirty="0">
                <a:latin typeface="Tahoma"/>
                <a:cs typeface="Tahoma"/>
              </a:rPr>
              <a:t> </a:t>
            </a:r>
            <a:r>
              <a:rPr sz="2400" spc="-130" dirty="0">
                <a:latin typeface="Tahoma"/>
                <a:cs typeface="Tahoma"/>
              </a:rPr>
              <a:t>=</a:t>
            </a:r>
            <a:r>
              <a:rPr sz="2400" spc="-95" dirty="0">
                <a:latin typeface="Tahoma"/>
                <a:cs typeface="Tahoma"/>
              </a:rPr>
              <a:t> </a:t>
            </a:r>
            <a:r>
              <a:rPr sz="2400" i="1" dirty="0">
                <a:latin typeface="Times New Roman"/>
                <a:cs typeface="Times New Roman"/>
              </a:rPr>
              <a:t>p</a:t>
            </a:r>
            <a:r>
              <a:rPr sz="2400" spc="-140" dirty="0">
                <a:latin typeface="Tahoma"/>
                <a:cs typeface="Tahoma"/>
              </a:rPr>
              <a:t>(</a:t>
            </a:r>
            <a:r>
              <a:rPr sz="2400" i="1" spc="-5" dirty="0">
                <a:latin typeface="Times New Roman"/>
                <a:cs typeface="Times New Roman"/>
              </a:rPr>
              <a:t>L</a:t>
            </a:r>
            <a:r>
              <a:rPr sz="2400" spc="-135" baseline="-20061" dirty="0">
                <a:latin typeface="Tahoma"/>
                <a:cs typeface="Tahoma"/>
              </a:rPr>
              <a:t>2</a:t>
            </a:r>
            <a:r>
              <a:rPr sz="2400" spc="-140" dirty="0">
                <a:latin typeface="Tahoma"/>
                <a:cs typeface="Tahoma"/>
              </a:rPr>
              <a:t>,</a:t>
            </a:r>
            <a:r>
              <a:rPr sz="2400" spc="-375" dirty="0">
                <a:latin typeface="Tahoma"/>
                <a:cs typeface="Tahoma"/>
              </a:rPr>
              <a:t> </a:t>
            </a:r>
            <a:r>
              <a:rPr sz="2400" i="1" spc="-105" dirty="0">
                <a:latin typeface="Times New Roman"/>
                <a:cs typeface="Times New Roman"/>
              </a:rPr>
              <a:t>o</a:t>
            </a:r>
            <a:r>
              <a:rPr sz="2400" i="1" spc="37" baseline="-20061" dirty="0">
                <a:latin typeface="Times New Roman"/>
                <a:cs typeface="Times New Roman"/>
              </a:rPr>
              <a:t>j</a:t>
            </a:r>
            <a:r>
              <a:rPr sz="2400" spc="-140" dirty="0">
                <a:latin typeface="Tahoma"/>
                <a:cs typeface="Tahoma"/>
              </a:rPr>
              <a:t>)</a:t>
            </a:r>
            <a:r>
              <a:rPr sz="2400" spc="-375" dirty="0">
                <a:latin typeface="Tahoma"/>
                <a:cs typeface="Tahoma"/>
              </a:rPr>
              <a:t> </a:t>
            </a:r>
            <a:r>
              <a:rPr sz="2400" spc="-140" dirty="0">
                <a:latin typeface="Tahoma"/>
                <a:cs typeface="Tahoma"/>
              </a:rPr>
              <a:t>.</a:t>
            </a:r>
            <a:r>
              <a:rPr sz="2400" dirty="0">
                <a:latin typeface="Tahoma"/>
                <a:cs typeface="Tahoma"/>
              </a:rPr>
              <a:t>	</a:t>
            </a:r>
            <a:r>
              <a:rPr sz="2400" spc="990" dirty="0">
                <a:latin typeface="Cambria"/>
                <a:cs typeface="Cambria"/>
              </a:rPr>
              <a:t>⟹</a:t>
            </a:r>
            <a:r>
              <a:rPr sz="2400" dirty="0">
                <a:latin typeface="Cambria"/>
                <a:cs typeface="Cambria"/>
              </a:rPr>
              <a:t>	</a:t>
            </a:r>
            <a:r>
              <a:rPr sz="2400" spc="-140" dirty="0">
                <a:latin typeface="Tahoma"/>
                <a:cs typeface="Tahoma"/>
              </a:rPr>
              <a:t>.</a:t>
            </a:r>
            <a:r>
              <a:rPr sz="2400" spc="-375" dirty="0">
                <a:latin typeface="Tahoma"/>
                <a:cs typeface="Tahoma"/>
              </a:rPr>
              <a:t> </a:t>
            </a:r>
            <a:r>
              <a:rPr sz="2400" i="1" spc="-105" dirty="0">
                <a:latin typeface="Times New Roman"/>
                <a:cs typeface="Times New Roman"/>
              </a:rPr>
              <a:t>L</a:t>
            </a:r>
            <a:r>
              <a:rPr sz="2400" spc="-135" baseline="-20061" dirty="0">
                <a:latin typeface="Tahoma"/>
                <a:cs typeface="Tahoma"/>
              </a:rPr>
              <a:t>1</a:t>
            </a:r>
            <a:r>
              <a:rPr sz="2400" spc="209" baseline="-20061" dirty="0">
                <a:latin typeface="Tahoma"/>
                <a:cs typeface="Tahoma"/>
              </a:rPr>
              <a:t> </a:t>
            </a:r>
            <a:r>
              <a:rPr sz="2400" spc="-95" dirty="0">
                <a:latin typeface="Cambria"/>
                <a:cs typeface="Cambria"/>
              </a:rPr>
              <a:t>∼</a:t>
            </a:r>
            <a:r>
              <a:rPr sz="2400" spc="145" dirty="0">
                <a:latin typeface="Cambria"/>
                <a:cs typeface="Cambria"/>
              </a:rPr>
              <a:t> </a:t>
            </a:r>
            <a:r>
              <a:rPr sz="2400" i="1" spc="-5" dirty="0">
                <a:latin typeface="Times New Roman"/>
                <a:cs typeface="Times New Roman"/>
              </a:rPr>
              <a:t>L</a:t>
            </a:r>
            <a:r>
              <a:rPr sz="2400" spc="-135" baseline="-20061" dirty="0">
                <a:latin typeface="Tahoma"/>
                <a:cs typeface="Tahoma"/>
              </a:rPr>
              <a:t>2</a:t>
            </a:r>
            <a:endParaRPr sz="2400" baseline="-20061" dirty="0">
              <a:latin typeface="Tahoma"/>
              <a:cs typeface="Tahoma"/>
            </a:endParaRPr>
          </a:p>
        </p:txBody>
      </p:sp>
      <p:sp>
        <p:nvSpPr>
          <p:cNvPr id="7" name="Slide Number Placeholder 6">
            <a:extLst>
              <a:ext uri="{FF2B5EF4-FFF2-40B4-BE49-F238E27FC236}">
                <a16:creationId xmlns:a16="http://schemas.microsoft.com/office/drawing/2014/main" id="{D4BB1BE3-DF48-86FB-23CC-5DB3553F465E}"/>
              </a:ext>
            </a:extLst>
          </p:cNvPr>
          <p:cNvSpPr>
            <a:spLocks noGrp="1"/>
          </p:cNvSpPr>
          <p:nvPr>
            <p:ph type="sldNum" sz="quarter" idx="2"/>
          </p:nvPr>
        </p:nvSpPr>
        <p:spPr/>
        <p:txBody>
          <a:bodyPr/>
          <a:lstStyle/>
          <a:p>
            <a:fld id="{86CB4B4D-7CA3-9044-876B-883B54F8677D}" type="slidenum">
              <a:rPr lang="en-US" smtClean="0"/>
              <a:pPr/>
              <a:t>16</a:t>
            </a:fld>
            <a:r>
              <a:rPr lang="en-US" dirty="0"/>
              <a:t>/33</a:t>
            </a:r>
          </a:p>
        </p:txBody>
      </p:sp>
      <p:sp>
        <p:nvSpPr>
          <p:cNvPr id="8" name="Footer Placeholder 7">
            <a:extLst>
              <a:ext uri="{FF2B5EF4-FFF2-40B4-BE49-F238E27FC236}">
                <a16:creationId xmlns:a16="http://schemas.microsoft.com/office/drawing/2014/main" id="{D7EE5881-619C-5E68-80A5-704AFA13A5D0}"/>
              </a:ext>
            </a:extLst>
          </p:cNvPr>
          <p:cNvSpPr>
            <a:spLocks noGrp="1"/>
          </p:cNvSpPr>
          <p:nvPr>
            <p:ph type="ftr" sz="quarter" idx="5"/>
          </p:nvPr>
        </p:nvSpPr>
        <p:spPr/>
        <p:txBody>
          <a:bodyPr/>
          <a:lstStyle/>
          <a:p>
            <a:pPr defTabSz="406400" hangingPunct="0">
              <a:defRPr/>
            </a:pPr>
            <a:r>
              <a:rPr lang="en-US" dirty="0"/>
              <a:t>Week-6</a:t>
            </a:r>
          </a:p>
        </p:txBody>
      </p:sp>
      <p:sp>
        <p:nvSpPr>
          <p:cNvPr id="9" name="Rectangle 8">
            <a:extLst>
              <a:ext uri="{FF2B5EF4-FFF2-40B4-BE49-F238E27FC236}">
                <a16:creationId xmlns:a16="http://schemas.microsoft.com/office/drawing/2014/main" id="{D3A48551-5A66-D320-C2A4-D78D110686B7}"/>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7C5153-A46B-C5C0-8BF1-B8E604B0CEC5}"/>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6B8674A-7789-20B2-663B-91BBD9B533C0}"/>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246E04B-8356-6138-5161-0D7290F9EFF7}"/>
              </a:ext>
            </a:extLst>
          </p:cNvPr>
          <p:cNvSpPr txBox="1"/>
          <p:nvPr/>
        </p:nvSpPr>
        <p:spPr>
          <a:xfrm>
            <a:off x="344506" y="1258669"/>
            <a:ext cx="8610808" cy="646331"/>
          </a:xfrm>
          <a:prstGeom prst="rect">
            <a:avLst/>
          </a:prstGeom>
          <a:noFill/>
          <a:ln>
            <a:solidFill>
              <a:schemeClr val="tx1"/>
            </a:solidFill>
          </a:ln>
          <a:effectLst>
            <a:outerShdw blurRad="50800" dist="38100" dir="2700000" algn="tl" rotWithShape="0">
              <a:prstClr val="black">
                <a:alpha val="40000"/>
              </a:prstClr>
            </a:outerShdw>
          </a:effectLst>
        </p:spPr>
        <p:txBody>
          <a:bodyPr wrap="square">
            <a:spAutoFit/>
          </a:bodyPr>
          <a:lstStyle/>
          <a:p>
            <a:r>
              <a:rPr lang="en-US" b="0" i="0" dirty="0">
                <a:effectLst/>
                <a:latin typeface="Söhne"/>
              </a:rPr>
              <a:t>In game theory and decision theory, </a:t>
            </a:r>
            <a:r>
              <a:rPr lang="en-US" b="1" i="0" dirty="0">
                <a:effectLst/>
                <a:latin typeface="Söhne"/>
              </a:rPr>
              <a:t>axioms</a:t>
            </a:r>
            <a:r>
              <a:rPr lang="en-US" b="0" i="0" dirty="0">
                <a:effectLst/>
                <a:latin typeface="Söhne"/>
              </a:rPr>
              <a:t> are fundamental principles or assumptions that guide the development and analysis of models for making decisions. </a:t>
            </a:r>
            <a:endParaRPr lang="en-US" dirty="0"/>
          </a:p>
        </p:txBody>
      </p:sp>
    </p:spTree>
    <p:extLst>
      <p:ext uri="{BB962C8B-B14F-4D97-AF65-F5344CB8AC3E}">
        <p14:creationId xmlns:p14="http://schemas.microsoft.com/office/powerpoint/2010/main" val="2025883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642D2E12-387D-21E3-8E9D-10DCED5539FB}"/>
              </a:ext>
            </a:extLst>
          </p:cNvPr>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2" name="object 4">
            <a:extLst>
              <a:ext uri="{FF2B5EF4-FFF2-40B4-BE49-F238E27FC236}">
                <a16:creationId xmlns:a16="http://schemas.microsoft.com/office/drawing/2014/main" id="{21396916-9813-8E7A-C899-4E98C86E4A67}"/>
              </a:ext>
            </a:extLst>
          </p:cNvPr>
          <p:cNvSpPr txBox="1"/>
          <p:nvPr/>
        </p:nvSpPr>
        <p:spPr>
          <a:xfrm>
            <a:off x="535940" y="620856"/>
            <a:ext cx="2035810" cy="431800"/>
          </a:xfrm>
          <a:prstGeom prst="rect">
            <a:avLst/>
          </a:prstGeom>
        </p:spPr>
        <p:txBody>
          <a:bodyPr vert="horz" wrap="square" lIns="0" tIns="0" rIns="0" bIns="0" rtlCol="0">
            <a:spAutoFit/>
          </a:bodyPr>
          <a:lstStyle/>
          <a:p>
            <a:pPr marL="12700">
              <a:lnSpc>
                <a:spcPct val="100000"/>
              </a:lnSpc>
            </a:pPr>
            <a:r>
              <a:rPr sz="3200" dirty="0">
                <a:latin typeface="Arial"/>
                <a:cs typeface="Arial"/>
              </a:rPr>
              <a:t>Axioms</a:t>
            </a:r>
            <a:r>
              <a:rPr sz="3200" spc="-5" dirty="0">
                <a:latin typeface="Arial"/>
                <a:cs typeface="Arial"/>
              </a:rPr>
              <a:t> </a:t>
            </a:r>
            <a:r>
              <a:rPr sz="3200" dirty="0">
                <a:latin typeface="Arial"/>
                <a:cs typeface="Arial"/>
              </a:rPr>
              <a:t>2</a:t>
            </a:r>
            <a:r>
              <a:rPr sz="3200" spc="-15" dirty="0">
                <a:latin typeface="Arial"/>
                <a:cs typeface="Arial"/>
              </a:rPr>
              <a:t>/</a:t>
            </a:r>
            <a:r>
              <a:rPr sz="3200" dirty="0">
                <a:latin typeface="Arial"/>
                <a:cs typeface="Arial"/>
              </a:rPr>
              <a:t>2</a:t>
            </a:r>
          </a:p>
        </p:txBody>
      </p:sp>
      <p:sp>
        <p:nvSpPr>
          <p:cNvPr id="3" name="object 5">
            <a:extLst>
              <a:ext uri="{FF2B5EF4-FFF2-40B4-BE49-F238E27FC236}">
                <a16:creationId xmlns:a16="http://schemas.microsoft.com/office/drawing/2014/main" id="{8FDA50CA-B227-CBBD-19DF-09C7059CB739}"/>
              </a:ext>
            </a:extLst>
          </p:cNvPr>
          <p:cNvSpPr txBox="1"/>
          <p:nvPr/>
        </p:nvSpPr>
        <p:spPr>
          <a:xfrm>
            <a:off x="152400" y="2090878"/>
            <a:ext cx="8515350" cy="1333698"/>
          </a:xfrm>
          <a:prstGeom prst="rect">
            <a:avLst/>
          </a:prstGeom>
        </p:spPr>
        <p:txBody>
          <a:bodyPr vert="horz" wrap="square" lIns="0" tIns="0" rIns="0" bIns="0" rtlCol="0">
            <a:spAutoFit/>
          </a:bodyPr>
          <a:lstStyle/>
          <a:p>
            <a:pPr marL="347663" marR="5645150" indent="-334963" algn="ctr">
              <a:buFont typeface="+mj-lt"/>
              <a:buAutoNum type="arabicPeriod" startAt="5"/>
              <a:tabLst>
                <a:tab pos="3033713" algn="l"/>
              </a:tabLst>
            </a:pPr>
            <a:r>
              <a:rPr sz="2400" b="1" spc="-15" dirty="0"/>
              <a:t>Substitutability</a:t>
            </a:r>
            <a:r>
              <a:rPr lang="en-US" sz="2400" b="1" spc="-15" dirty="0"/>
              <a:t>:</a:t>
            </a:r>
            <a:endParaRPr sz="2400" b="1" spc="-15" dirty="0"/>
          </a:p>
          <a:p>
            <a:pPr marR="5653405" algn="ctr">
              <a:lnSpc>
                <a:spcPct val="100000"/>
              </a:lnSpc>
              <a:spcBef>
                <a:spcPts val="740"/>
              </a:spcBef>
              <a:tabLst>
                <a:tab pos="1109980" algn="l"/>
              </a:tabLst>
            </a:pPr>
            <a:r>
              <a:rPr sz="2550" i="1" spc="-105" dirty="0">
                <a:latin typeface="Times New Roman"/>
                <a:cs typeface="Times New Roman"/>
              </a:rPr>
              <a:t>o</a:t>
            </a:r>
            <a:r>
              <a:rPr sz="2700" spc="-135" baseline="-20061" dirty="0">
                <a:latin typeface="Tahoma"/>
                <a:cs typeface="Tahoma"/>
              </a:rPr>
              <a:t>1</a:t>
            </a:r>
            <a:r>
              <a:rPr sz="2700" spc="209" baseline="-20061" dirty="0">
                <a:latin typeface="Tahoma"/>
                <a:cs typeface="Tahoma"/>
              </a:rPr>
              <a:t> </a:t>
            </a:r>
            <a:r>
              <a:rPr sz="2550" spc="-95" dirty="0">
                <a:latin typeface="Cambria"/>
                <a:cs typeface="Cambria"/>
              </a:rPr>
              <a:t>∼</a:t>
            </a:r>
            <a:r>
              <a:rPr sz="2550" spc="145" dirty="0">
                <a:latin typeface="Cambria"/>
                <a:cs typeface="Cambria"/>
              </a:rPr>
              <a:t> </a:t>
            </a:r>
            <a:r>
              <a:rPr sz="2550" i="1" spc="-105" dirty="0">
                <a:latin typeface="Times New Roman"/>
                <a:cs typeface="Times New Roman"/>
              </a:rPr>
              <a:t>o</a:t>
            </a:r>
            <a:r>
              <a:rPr sz="2700" spc="-135" baseline="-20061" dirty="0">
                <a:latin typeface="Tahoma"/>
                <a:cs typeface="Tahoma"/>
              </a:rPr>
              <a:t>2</a:t>
            </a:r>
            <a:r>
              <a:rPr sz="2700" baseline="-20061" dirty="0">
                <a:latin typeface="Tahoma"/>
                <a:cs typeface="Tahoma"/>
              </a:rPr>
              <a:t>	</a:t>
            </a:r>
            <a:r>
              <a:rPr sz="2550" spc="990" dirty="0">
                <a:latin typeface="Cambria"/>
                <a:cs typeface="Cambria"/>
              </a:rPr>
              <a:t>⟹</a:t>
            </a:r>
            <a:endParaRPr sz="2550" dirty="0">
              <a:latin typeface="Cambria"/>
              <a:cs typeface="Cambria"/>
            </a:endParaRPr>
          </a:p>
          <a:p>
            <a:pPr marL="561975">
              <a:lnSpc>
                <a:spcPct val="100000"/>
              </a:lnSpc>
              <a:spcBef>
                <a:spcPts val="725"/>
              </a:spcBef>
              <a:tabLst>
                <a:tab pos="2486660" algn="l"/>
                <a:tab pos="2971165" algn="l"/>
                <a:tab pos="6372860" algn="l"/>
                <a:tab pos="6857365" algn="l"/>
              </a:tabLst>
            </a:pPr>
            <a:r>
              <a:rPr sz="2550" spc="45" dirty="0">
                <a:latin typeface="Tahoma"/>
                <a:cs typeface="Tahoma"/>
              </a:rPr>
              <a:t>[</a:t>
            </a:r>
            <a:r>
              <a:rPr sz="2550" i="1" dirty="0">
                <a:latin typeface="Times New Roman"/>
                <a:cs typeface="Times New Roman"/>
              </a:rPr>
              <a:t>p</a:t>
            </a:r>
            <a:r>
              <a:rPr sz="2550" i="1" spc="65" dirty="0">
                <a:latin typeface="Times New Roman"/>
                <a:cs typeface="Times New Roman"/>
              </a:rPr>
              <a:t> </a:t>
            </a:r>
            <a:r>
              <a:rPr sz="2550" spc="-200" dirty="0">
                <a:latin typeface="Tahoma"/>
                <a:cs typeface="Tahoma"/>
              </a:rPr>
              <a:t>:</a:t>
            </a:r>
            <a:r>
              <a:rPr sz="2550" spc="-95" dirty="0">
                <a:latin typeface="Tahoma"/>
                <a:cs typeface="Tahoma"/>
              </a:rPr>
              <a:t> </a:t>
            </a:r>
            <a:r>
              <a:rPr sz="2550" i="1" spc="-105" dirty="0">
                <a:latin typeface="Times New Roman"/>
                <a:cs typeface="Times New Roman"/>
              </a:rPr>
              <a:t>o</a:t>
            </a:r>
            <a:r>
              <a:rPr sz="2700" spc="-135" baseline="-20061" dirty="0">
                <a:latin typeface="Tahoma"/>
                <a:cs typeface="Tahoma"/>
              </a:rPr>
              <a:t>1</a:t>
            </a:r>
            <a:r>
              <a:rPr sz="2550" spc="-140" dirty="0">
                <a:latin typeface="Tahoma"/>
                <a:cs typeface="Tahoma"/>
              </a:rPr>
              <a:t>,</a:t>
            </a:r>
            <a:r>
              <a:rPr sz="2550" spc="45" dirty="0">
                <a:latin typeface="Tahoma"/>
                <a:cs typeface="Tahoma"/>
              </a:rPr>
              <a:t> </a:t>
            </a:r>
            <a:r>
              <a:rPr sz="2550" i="1" spc="-90" dirty="0">
                <a:latin typeface="Times New Roman"/>
                <a:cs typeface="Times New Roman"/>
              </a:rPr>
              <a:t>p</a:t>
            </a:r>
            <a:r>
              <a:rPr sz="2700" spc="-135" baseline="-20061" dirty="0">
                <a:latin typeface="Tahoma"/>
                <a:cs typeface="Tahoma"/>
              </a:rPr>
              <a:t>3</a:t>
            </a:r>
            <a:r>
              <a:rPr lang="en-US" sz="2700" spc="-135" baseline="-20061" dirty="0">
                <a:latin typeface="Tahoma"/>
                <a:cs typeface="Tahoma"/>
              </a:rPr>
              <a:t> </a:t>
            </a:r>
            <a:r>
              <a:rPr lang="en-US" sz="2550" spc="-375" dirty="0">
                <a:latin typeface="Tahoma"/>
                <a:cs typeface="Tahoma"/>
              </a:rPr>
              <a:t>: </a:t>
            </a:r>
            <a:r>
              <a:rPr sz="2550" i="1" spc="-105" dirty="0">
                <a:latin typeface="Times New Roman"/>
                <a:cs typeface="Times New Roman"/>
              </a:rPr>
              <a:t>o</a:t>
            </a:r>
            <a:r>
              <a:rPr sz="2700" spc="-135" baseline="-20061" dirty="0">
                <a:latin typeface="Tahoma"/>
                <a:cs typeface="Tahoma"/>
              </a:rPr>
              <a:t>3</a:t>
            </a:r>
            <a:r>
              <a:rPr sz="2550" spc="-140" dirty="0">
                <a:latin typeface="Tahoma"/>
                <a:cs typeface="Tahoma"/>
              </a:rPr>
              <a:t>,</a:t>
            </a:r>
            <a:r>
              <a:rPr sz="2550" dirty="0">
                <a:latin typeface="Tahoma"/>
                <a:cs typeface="Tahoma"/>
              </a:rPr>
              <a:t>	</a:t>
            </a:r>
            <a:r>
              <a:rPr sz="2550" spc="455" dirty="0">
                <a:latin typeface="Tahoma"/>
                <a:cs typeface="Tahoma"/>
              </a:rPr>
              <a:t>…</a:t>
            </a:r>
            <a:r>
              <a:rPr sz="2550" dirty="0">
                <a:latin typeface="Tahoma"/>
                <a:cs typeface="Tahoma"/>
              </a:rPr>
              <a:t>	</a:t>
            </a:r>
            <a:r>
              <a:rPr sz="2550" spc="-140" dirty="0">
                <a:latin typeface="Tahoma"/>
                <a:cs typeface="Tahoma"/>
              </a:rPr>
              <a:t>,</a:t>
            </a:r>
            <a:r>
              <a:rPr sz="2550" spc="45" dirty="0">
                <a:latin typeface="Tahoma"/>
                <a:cs typeface="Tahoma"/>
              </a:rPr>
              <a:t> </a:t>
            </a:r>
            <a:r>
              <a:rPr sz="2550" i="1" spc="-90" dirty="0">
                <a:latin typeface="Times New Roman"/>
                <a:cs typeface="Times New Roman"/>
              </a:rPr>
              <a:t>p</a:t>
            </a:r>
            <a:r>
              <a:rPr sz="2700" i="1" baseline="-20061" dirty="0">
                <a:latin typeface="Times New Roman"/>
                <a:cs typeface="Times New Roman"/>
              </a:rPr>
              <a:t>k </a:t>
            </a:r>
            <a:r>
              <a:rPr sz="2700" i="1" spc="-292" baseline="-20061" dirty="0">
                <a:latin typeface="Times New Roman"/>
                <a:cs typeface="Times New Roman"/>
              </a:rPr>
              <a:t> </a:t>
            </a:r>
            <a:r>
              <a:rPr sz="2550" spc="-200" dirty="0">
                <a:latin typeface="Tahoma"/>
                <a:cs typeface="Tahoma"/>
              </a:rPr>
              <a:t>:</a:t>
            </a:r>
            <a:r>
              <a:rPr sz="2550" spc="-95" dirty="0">
                <a:latin typeface="Tahoma"/>
                <a:cs typeface="Tahoma"/>
              </a:rPr>
              <a:t> </a:t>
            </a:r>
            <a:r>
              <a:rPr sz="2550" i="1" spc="-105" dirty="0">
                <a:latin typeface="Times New Roman"/>
                <a:cs typeface="Times New Roman"/>
              </a:rPr>
              <a:t>o</a:t>
            </a:r>
            <a:r>
              <a:rPr sz="2700" i="1" spc="60" baseline="-20061" dirty="0">
                <a:latin typeface="Times New Roman"/>
                <a:cs typeface="Times New Roman"/>
              </a:rPr>
              <a:t>k</a:t>
            </a:r>
            <a:r>
              <a:rPr sz="2550" spc="-140" dirty="0">
                <a:latin typeface="Tahoma"/>
                <a:cs typeface="Tahoma"/>
              </a:rPr>
              <a:t>]</a:t>
            </a:r>
            <a:r>
              <a:rPr sz="2550" spc="-95" dirty="0">
                <a:latin typeface="Tahoma"/>
                <a:cs typeface="Tahoma"/>
              </a:rPr>
              <a:t> </a:t>
            </a:r>
            <a:r>
              <a:rPr sz="2550" spc="-95" dirty="0">
                <a:latin typeface="Cambria"/>
                <a:cs typeface="Cambria"/>
              </a:rPr>
              <a:t>∼</a:t>
            </a:r>
            <a:r>
              <a:rPr sz="2550" spc="145" dirty="0">
                <a:latin typeface="Cambria"/>
                <a:cs typeface="Cambria"/>
              </a:rPr>
              <a:t> </a:t>
            </a:r>
            <a:r>
              <a:rPr sz="2550" spc="45" dirty="0">
                <a:latin typeface="Tahoma"/>
                <a:cs typeface="Tahoma"/>
              </a:rPr>
              <a:t>[</a:t>
            </a:r>
            <a:r>
              <a:rPr sz="2550" i="1" dirty="0">
                <a:latin typeface="Times New Roman"/>
                <a:cs typeface="Times New Roman"/>
              </a:rPr>
              <a:t>p</a:t>
            </a:r>
            <a:r>
              <a:rPr sz="2550" i="1" spc="65" dirty="0">
                <a:latin typeface="Times New Roman"/>
                <a:cs typeface="Times New Roman"/>
              </a:rPr>
              <a:t> </a:t>
            </a:r>
            <a:r>
              <a:rPr sz="2550" spc="-200" dirty="0">
                <a:latin typeface="Tahoma"/>
                <a:cs typeface="Tahoma"/>
              </a:rPr>
              <a:t>:</a:t>
            </a:r>
            <a:r>
              <a:rPr sz="2550" spc="-95" dirty="0">
                <a:latin typeface="Tahoma"/>
                <a:cs typeface="Tahoma"/>
              </a:rPr>
              <a:t> </a:t>
            </a:r>
            <a:r>
              <a:rPr sz="2550" i="1" spc="-105" dirty="0">
                <a:latin typeface="Times New Roman"/>
                <a:cs typeface="Times New Roman"/>
              </a:rPr>
              <a:t>o</a:t>
            </a:r>
            <a:r>
              <a:rPr sz="2700" spc="-135" baseline="-20061" dirty="0">
                <a:latin typeface="Tahoma"/>
                <a:cs typeface="Tahoma"/>
              </a:rPr>
              <a:t>2</a:t>
            </a:r>
            <a:r>
              <a:rPr sz="2550" spc="-140" dirty="0">
                <a:latin typeface="Tahoma"/>
                <a:cs typeface="Tahoma"/>
              </a:rPr>
              <a:t>,</a:t>
            </a:r>
            <a:r>
              <a:rPr sz="2550" spc="45" dirty="0">
                <a:latin typeface="Tahoma"/>
                <a:cs typeface="Tahoma"/>
              </a:rPr>
              <a:t> </a:t>
            </a:r>
            <a:r>
              <a:rPr sz="2550" i="1" spc="-90" dirty="0">
                <a:latin typeface="Times New Roman"/>
                <a:cs typeface="Times New Roman"/>
              </a:rPr>
              <a:t>p</a:t>
            </a:r>
            <a:r>
              <a:rPr sz="2700" spc="-135" baseline="-20061" dirty="0">
                <a:latin typeface="Tahoma"/>
                <a:cs typeface="Tahoma"/>
              </a:rPr>
              <a:t>3</a:t>
            </a:r>
            <a:r>
              <a:rPr lang="en-US" sz="2550" spc="-140" baseline="-20061" dirty="0">
                <a:latin typeface="Tahoma"/>
                <a:cs typeface="Tahoma"/>
              </a:rPr>
              <a:t> :</a:t>
            </a:r>
            <a:r>
              <a:rPr sz="2550" spc="-375" dirty="0">
                <a:latin typeface="Tahoma"/>
                <a:cs typeface="Tahoma"/>
              </a:rPr>
              <a:t> </a:t>
            </a:r>
            <a:r>
              <a:rPr sz="2550" i="1" spc="-105" dirty="0">
                <a:latin typeface="Times New Roman"/>
                <a:cs typeface="Times New Roman"/>
              </a:rPr>
              <a:t>o</a:t>
            </a:r>
            <a:r>
              <a:rPr sz="2700" spc="-135" baseline="-20061" dirty="0">
                <a:latin typeface="Tahoma"/>
                <a:cs typeface="Tahoma"/>
              </a:rPr>
              <a:t>3</a:t>
            </a:r>
            <a:r>
              <a:rPr sz="2550" spc="-140" dirty="0">
                <a:latin typeface="Tahoma"/>
                <a:cs typeface="Tahoma"/>
              </a:rPr>
              <a:t>,</a:t>
            </a:r>
            <a:r>
              <a:rPr sz="2550" dirty="0">
                <a:latin typeface="Tahoma"/>
                <a:cs typeface="Tahoma"/>
              </a:rPr>
              <a:t>	</a:t>
            </a:r>
            <a:r>
              <a:rPr sz="2550" spc="455" dirty="0">
                <a:latin typeface="Tahoma"/>
                <a:cs typeface="Tahoma"/>
              </a:rPr>
              <a:t>…</a:t>
            </a:r>
            <a:r>
              <a:rPr sz="2550" dirty="0">
                <a:latin typeface="Tahoma"/>
                <a:cs typeface="Tahoma"/>
              </a:rPr>
              <a:t>	</a:t>
            </a:r>
            <a:r>
              <a:rPr sz="2550" spc="-140" dirty="0">
                <a:latin typeface="Tahoma"/>
                <a:cs typeface="Tahoma"/>
              </a:rPr>
              <a:t>,</a:t>
            </a:r>
            <a:r>
              <a:rPr sz="2550" spc="45" dirty="0">
                <a:latin typeface="Tahoma"/>
                <a:cs typeface="Tahoma"/>
              </a:rPr>
              <a:t> </a:t>
            </a:r>
            <a:r>
              <a:rPr sz="2550" i="1" spc="-90" dirty="0">
                <a:latin typeface="Times New Roman"/>
                <a:cs typeface="Times New Roman"/>
              </a:rPr>
              <a:t>p</a:t>
            </a:r>
            <a:r>
              <a:rPr sz="2700" i="1" baseline="-20061" dirty="0">
                <a:latin typeface="Times New Roman"/>
                <a:cs typeface="Times New Roman"/>
              </a:rPr>
              <a:t>k </a:t>
            </a:r>
            <a:r>
              <a:rPr sz="2700" i="1" spc="-292" baseline="-20061" dirty="0">
                <a:latin typeface="Times New Roman"/>
                <a:cs typeface="Times New Roman"/>
              </a:rPr>
              <a:t> </a:t>
            </a:r>
            <a:r>
              <a:rPr sz="2550" spc="-200" dirty="0">
                <a:latin typeface="Tahoma"/>
                <a:cs typeface="Tahoma"/>
              </a:rPr>
              <a:t>:</a:t>
            </a:r>
            <a:r>
              <a:rPr sz="2550" spc="-95" dirty="0">
                <a:latin typeface="Tahoma"/>
                <a:cs typeface="Tahoma"/>
              </a:rPr>
              <a:t> </a:t>
            </a:r>
            <a:r>
              <a:rPr sz="2550" i="1" spc="-105" dirty="0">
                <a:latin typeface="Times New Roman"/>
                <a:cs typeface="Times New Roman"/>
              </a:rPr>
              <a:t>o</a:t>
            </a:r>
            <a:r>
              <a:rPr sz="2700" i="1" spc="60" baseline="-20061" dirty="0">
                <a:latin typeface="Times New Roman"/>
                <a:cs typeface="Times New Roman"/>
              </a:rPr>
              <a:t>k</a:t>
            </a:r>
            <a:r>
              <a:rPr sz="2550" spc="-140" dirty="0">
                <a:latin typeface="Tahoma"/>
                <a:cs typeface="Tahoma"/>
              </a:rPr>
              <a:t>]</a:t>
            </a:r>
            <a:endParaRPr sz="2550" dirty="0">
              <a:latin typeface="Tahoma"/>
              <a:cs typeface="Tahoma"/>
            </a:endParaRPr>
          </a:p>
        </p:txBody>
      </p:sp>
      <p:sp>
        <p:nvSpPr>
          <p:cNvPr id="4" name="object 6">
            <a:extLst>
              <a:ext uri="{FF2B5EF4-FFF2-40B4-BE49-F238E27FC236}">
                <a16:creationId xmlns:a16="http://schemas.microsoft.com/office/drawing/2014/main" id="{B975A41B-E665-28B0-8B8A-49A21F4F3BF9}"/>
              </a:ext>
            </a:extLst>
          </p:cNvPr>
          <p:cNvSpPr txBox="1"/>
          <p:nvPr/>
        </p:nvSpPr>
        <p:spPr>
          <a:xfrm>
            <a:off x="514169" y="4024806"/>
            <a:ext cx="8382208" cy="851515"/>
          </a:xfrm>
          <a:prstGeom prst="rect">
            <a:avLst/>
          </a:prstGeom>
        </p:spPr>
        <p:txBody>
          <a:bodyPr vert="horz" wrap="square" lIns="0" tIns="0" rIns="0" bIns="0" rtlCol="0">
            <a:spAutoFit/>
          </a:bodyPr>
          <a:lstStyle/>
          <a:p>
            <a:pPr marL="469900" marR="5645150" indent="-457200">
              <a:lnSpc>
                <a:spcPct val="100000"/>
              </a:lnSpc>
              <a:buFont typeface="+mj-lt"/>
              <a:buAutoNum type="arabicPeriod" startAt="6"/>
              <a:tabLst>
                <a:tab pos="3033713" algn="l"/>
              </a:tabLst>
            </a:pPr>
            <a:r>
              <a:rPr sz="2400" b="1" spc="-15" dirty="0"/>
              <a:t>Continuity:</a:t>
            </a:r>
          </a:p>
          <a:p>
            <a:pPr marL="333375">
              <a:lnSpc>
                <a:spcPct val="100000"/>
              </a:lnSpc>
              <a:spcBef>
                <a:spcPts val="740"/>
              </a:spcBef>
            </a:pPr>
            <a:r>
              <a:rPr sz="2550" i="1" spc="-105" dirty="0">
                <a:latin typeface="Times New Roman"/>
                <a:cs typeface="Times New Roman"/>
              </a:rPr>
              <a:t>o</a:t>
            </a:r>
            <a:r>
              <a:rPr sz="2700" spc="-135" baseline="-20061" dirty="0">
                <a:latin typeface="Tahoma"/>
                <a:cs typeface="Tahoma"/>
              </a:rPr>
              <a:t>1</a:t>
            </a:r>
            <a:r>
              <a:rPr sz="2700" spc="209" baseline="-20061" dirty="0">
                <a:latin typeface="Tahoma"/>
                <a:cs typeface="Tahoma"/>
              </a:rPr>
              <a:t> </a:t>
            </a:r>
            <a:r>
              <a:rPr sz="2550" spc="-135" dirty="0">
                <a:latin typeface="Cambria"/>
                <a:cs typeface="Cambria"/>
              </a:rPr>
              <a:t>≻</a:t>
            </a:r>
            <a:r>
              <a:rPr sz="2550" spc="145" dirty="0">
                <a:latin typeface="Cambria"/>
                <a:cs typeface="Cambria"/>
              </a:rPr>
              <a:t> </a:t>
            </a:r>
            <a:r>
              <a:rPr sz="2550" i="1" spc="-105" dirty="0">
                <a:latin typeface="Times New Roman"/>
                <a:cs typeface="Times New Roman"/>
              </a:rPr>
              <a:t>o</a:t>
            </a:r>
            <a:r>
              <a:rPr sz="2700" spc="-135" baseline="-20061" dirty="0">
                <a:latin typeface="Tahoma"/>
                <a:cs typeface="Tahoma"/>
              </a:rPr>
              <a:t>2</a:t>
            </a:r>
            <a:r>
              <a:rPr sz="2700" baseline="-20061" dirty="0">
                <a:latin typeface="Tahoma"/>
                <a:cs typeface="Tahoma"/>
              </a:rPr>
              <a:t> </a:t>
            </a:r>
            <a:r>
              <a:rPr sz="2550" spc="60" dirty="0">
                <a:latin typeface="Cambria"/>
                <a:cs typeface="Cambria"/>
              </a:rPr>
              <a:t>∧</a:t>
            </a:r>
            <a:r>
              <a:rPr sz="2550" dirty="0">
                <a:latin typeface="Cambria"/>
                <a:cs typeface="Cambria"/>
              </a:rPr>
              <a:t> </a:t>
            </a:r>
            <a:r>
              <a:rPr sz="2550" i="1" spc="-105" dirty="0">
                <a:latin typeface="Times New Roman"/>
                <a:cs typeface="Times New Roman"/>
              </a:rPr>
              <a:t>o</a:t>
            </a:r>
            <a:r>
              <a:rPr sz="2700" spc="-135" baseline="-20061" dirty="0">
                <a:latin typeface="Tahoma"/>
                <a:cs typeface="Tahoma"/>
              </a:rPr>
              <a:t>2</a:t>
            </a:r>
            <a:r>
              <a:rPr sz="2700" spc="209" baseline="-20061" dirty="0">
                <a:latin typeface="Tahoma"/>
                <a:cs typeface="Tahoma"/>
              </a:rPr>
              <a:t> </a:t>
            </a:r>
            <a:r>
              <a:rPr sz="2550" spc="-135" dirty="0">
                <a:latin typeface="Cambria"/>
                <a:cs typeface="Cambria"/>
              </a:rPr>
              <a:t>≻</a:t>
            </a:r>
            <a:r>
              <a:rPr sz="2550" spc="145" dirty="0">
                <a:latin typeface="Cambria"/>
                <a:cs typeface="Cambria"/>
              </a:rPr>
              <a:t> </a:t>
            </a:r>
            <a:r>
              <a:rPr sz="2550" i="1" spc="-105" dirty="0">
                <a:latin typeface="Times New Roman"/>
                <a:cs typeface="Times New Roman"/>
              </a:rPr>
              <a:t>o</a:t>
            </a:r>
            <a:r>
              <a:rPr sz="2700" spc="-135" baseline="-20061" dirty="0">
                <a:latin typeface="Tahoma"/>
                <a:cs typeface="Tahoma"/>
              </a:rPr>
              <a:t>3</a:t>
            </a:r>
            <a:endParaRPr sz="2700" baseline="-20061" dirty="0">
              <a:latin typeface="Tahoma"/>
              <a:cs typeface="Tahoma"/>
            </a:endParaRPr>
          </a:p>
        </p:txBody>
      </p:sp>
      <p:sp>
        <p:nvSpPr>
          <p:cNvPr id="6" name="object 7">
            <a:extLst>
              <a:ext uri="{FF2B5EF4-FFF2-40B4-BE49-F238E27FC236}">
                <a16:creationId xmlns:a16="http://schemas.microsoft.com/office/drawing/2014/main" id="{EF843938-7A76-53DF-34CA-E1CA09724D7F}"/>
              </a:ext>
            </a:extLst>
          </p:cNvPr>
          <p:cNvSpPr txBox="1"/>
          <p:nvPr/>
        </p:nvSpPr>
        <p:spPr>
          <a:xfrm>
            <a:off x="3086000" y="4472402"/>
            <a:ext cx="4358640" cy="424815"/>
          </a:xfrm>
          <a:prstGeom prst="rect">
            <a:avLst/>
          </a:prstGeom>
        </p:spPr>
        <p:txBody>
          <a:bodyPr vert="horz" wrap="square" lIns="0" tIns="0" rIns="0" bIns="0" rtlCol="0">
            <a:spAutoFit/>
          </a:bodyPr>
          <a:lstStyle/>
          <a:p>
            <a:pPr marL="12700">
              <a:lnSpc>
                <a:spcPct val="100000"/>
              </a:lnSpc>
              <a:tabLst>
                <a:tab pos="700405" algn="l"/>
              </a:tabLst>
            </a:pPr>
            <a:r>
              <a:rPr sz="2550" spc="990" dirty="0">
                <a:latin typeface="Cambria"/>
                <a:cs typeface="Cambria"/>
              </a:rPr>
              <a:t>⟹	</a:t>
            </a:r>
            <a:r>
              <a:rPr sz="2550" spc="65" dirty="0">
                <a:latin typeface="Cambria"/>
                <a:cs typeface="Cambria"/>
              </a:rPr>
              <a:t>∃</a:t>
            </a:r>
            <a:r>
              <a:rPr sz="2550" i="1" dirty="0">
                <a:latin typeface="Times New Roman"/>
                <a:cs typeface="Times New Roman"/>
              </a:rPr>
              <a:t>p</a:t>
            </a:r>
            <a:r>
              <a:rPr sz="2550" i="1" spc="65" dirty="0">
                <a:latin typeface="Times New Roman"/>
                <a:cs typeface="Times New Roman"/>
              </a:rPr>
              <a:t> </a:t>
            </a:r>
            <a:r>
              <a:rPr sz="2550" spc="-200" dirty="0">
                <a:latin typeface="Tahoma"/>
                <a:cs typeface="Tahoma"/>
              </a:rPr>
              <a:t>:</a:t>
            </a:r>
            <a:r>
              <a:rPr sz="2550" spc="-95" dirty="0">
                <a:latin typeface="Tahoma"/>
                <a:cs typeface="Tahoma"/>
              </a:rPr>
              <a:t> </a:t>
            </a:r>
            <a:r>
              <a:rPr sz="2550" i="1" spc="-105" dirty="0">
                <a:latin typeface="Times New Roman"/>
                <a:cs typeface="Times New Roman"/>
              </a:rPr>
              <a:t>o</a:t>
            </a:r>
            <a:r>
              <a:rPr sz="2700" spc="-135" baseline="-20061" dirty="0">
                <a:latin typeface="Tahoma"/>
                <a:cs typeface="Tahoma"/>
              </a:rPr>
              <a:t>2</a:t>
            </a:r>
            <a:r>
              <a:rPr sz="2700" spc="209" baseline="-20061" dirty="0">
                <a:latin typeface="Tahoma"/>
                <a:cs typeface="Tahoma"/>
              </a:rPr>
              <a:t> </a:t>
            </a:r>
            <a:r>
              <a:rPr sz="2550" spc="-95" dirty="0">
                <a:latin typeface="Cambria"/>
                <a:cs typeface="Cambria"/>
              </a:rPr>
              <a:t>∼</a:t>
            </a:r>
            <a:r>
              <a:rPr sz="2550" spc="145" dirty="0">
                <a:latin typeface="Cambria"/>
                <a:cs typeface="Cambria"/>
              </a:rPr>
              <a:t> </a:t>
            </a:r>
            <a:r>
              <a:rPr sz="2550" spc="45" dirty="0">
                <a:latin typeface="Tahoma"/>
                <a:cs typeface="Tahoma"/>
              </a:rPr>
              <a:t>[</a:t>
            </a:r>
            <a:r>
              <a:rPr sz="2550" i="1" dirty="0">
                <a:latin typeface="Times New Roman"/>
                <a:cs typeface="Times New Roman"/>
              </a:rPr>
              <a:t>p</a:t>
            </a:r>
            <a:r>
              <a:rPr sz="2550" i="1" spc="65" dirty="0">
                <a:latin typeface="Times New Roman"/>
                <a:cs typeface="Times New Roman"/>
              </a:rPr>
              <a:t> </a:t>
            </a:r>
            <a:r>
              <a:rPr sz="2550" spc="-200" dirty="0">
                <a:latin typeface="Tahoma"/>
                <a:cs typeface="Tahoma"/>
              </a:rPr>
              <a:t>:</a:t>
            </a:r>
            <a:r>
              <a:rPr sz="2550" spc="-95" dirty="0">
                <a:latin typeface="Tahoma"/>
                <a:cs typeface="Tahoma"/>
              </a:rPr>
              <a:t> </a:t>
            </a:r>
            <a:r>
              <a:rPr sz="2550" i="1" spc="-105" dirty="0">
                <a:latin typeface="Times New Roman"/>
                <a:cs typeface="Times New Roman"/>
              </a:rPr>
              <a:t>o</a:t>
            </a:r>
            <a:r>
              <a:rPr sz="2700" spc="-135" baseline="-20061" dirty="0">
                <a:latin typeface="Tahoma"/>
                <a:cs typeface="Tahoma"/>
              </a:rPr>
              <a:t>1</a:t>
            </a:r>
            <a:r>
              <a:rPr sz="2550" spc="-140" dirty="0">
                <a:latin typeface="Tahoma"/>
                <a:cs typeface="Tahoma"/>
              </a:rPr>
              <a:t>,</a:t>
            </a:r>
            <a:r>
              <a:rPr sz="2550" spc="45" dirty="0">
                <a:latin typeface="Tahoma"/>
                <a:cs typeface="Tahoma"/>
              </a:rPr>
              <a:t> </a:t>
            </a:r>
            <a:r>
              <a:rPr sz="2550" spc="-130" dirty="0">
                <a:latin typeface="Tahoma"/>
                <a:cs typeface="Tahoma"/>
              </a:rPr>
              <a:t>1</a:t>
            </a:r>
            <a:r>
              <a:rPr sz="2550" spc="-235" dirty="0">
                <a:latin typeface="Tahoma"/>
                <a:cs typeface="Tahoma"/>
              </a:rPr>
              <a:t> </a:t>
            </a:r>
            <a:r>
              <a:rPr sz="2550" spc="325" dirty="0">
                <a:latin typeface="Cambria"/>
                <a:cs typeface="Cambria"/>
              </a:rPr>
              <a:t>−</a:t>
            </a:r>
            <a:r>
              <a:rPr sz="2550" dirty="0">
                <a:latin typeface="Cambria"/>
                <a:cs typeface="Cambria"/>
              </a:rPr>
              <a:t> </a:t>
            </a:r>
            <a:r>
              <a:rPr sz="2550" i="1" dirty="0">
                <a:latin typeface="Times New Roman"/>
                <a:cs typeface="Times New Roman"/>
              </a:rPr>
              <a:t>p</a:t>
            </a:r>
            <a:r>
              <a:rPr sz="2550" i="1" spc="65" dirty="0">
                <a:latin typeface="Times New Roman"/>
                <a:cs typeface="Times New Roman"/>
              </a:rPr>
              <a:t> </a:t>
            </a:r>
            <a:r>
              <a:rPr sz="2550" spc="-200" dirty="0">
                <a:latin typeface="Tahoma"/>
                <a:cs typeface="Tahoma"/>
              </a:rPr>
              <a:t>:</a:t>
            </a:r>
            <a:r>
              <a:rPr sz="2550" spc="-95" dirty="0">
                <a:latin typeface="Tahoma"/>
                <a:cs typeface="Tahoma"/>
              </a:rPr>
              <a:t> </a:t>
            </a:r>
            <a:r>
              <a:rPr sz="2550" i="1" spc="-105" dirty="0">
                <a:latin typeface="Times New Roman"/>
                <a:cs typeface="Times New Roman"/>
              </a:rPr>
              <a:t>o</a:t>
            </a:r>
            <a:r>
              <a:rPr sz="2700" spc="-135" baseline="-20061" dirty="0">
                <a:latin typeface="Tahoma"/>
                <a:cs typeface="Tahoma"/>
              </a:rPr>
              <a:t>3</a:t>
            </a:r>
            <a:r>
              <a:rPr sz="2550" spc="-140" dirty="0">
                <a:latin typeface="Tahoma"/>
                <a:cs typeface="Tahoma"/>
              </a:rPr>
              <a:t>]</a:t>
            </a:r>
            <a:endParaRPr sz="2550" dirty="0">
              <a:latin typeface="Tahoma"/>
              <a:cs typeface="Tahoma"/>
            </a:endParaRPr>
          </a:p>
        </p:txBody>
      </p:sp>
      <p:sp>
        <p:nvSpPr>
          <p:cNvPr id="9" name="Slide Number Placeholder 8">
            <a:extLst>
              <a:ext uri="{FF2B5EF4-FFF2-40B4-BE49-F238E27FC236}">
                <a16:creationId xmlns:a16="http://schemas.microsoft.com/office/drawing/2014/main" id="{CFEF643A-5FDF-974A-A84D-26F47F3CFB22}"/>
              </a:ext>
            </a:extLst>
          </p:cNvPr>
          <p:cNvSpPr>
            <a:spLocks noGrp="1"/>
          </p:cNvSpPr>
          <p:nvPr>
            <p:ph type="sldNum" sz="quarter" idx="2"/>
          </p:nvPr>
        </p:nvSpPr>
        <p:spPr/>
        <p:txBody>
          <a:bodyPr/>
          <a:lstStyle/>
          <a:p>
            <a:fld id="{86CB4B4D-7CA3-9044-876B-883B54F8677D}" type="slidenum">
              <a:rPr lang="en-US" smtClean="0"/>
              <a:pPr/>
              <a:t>17</a:t>
            </a:fld>
            <a:r>
              <a:rPr lang="en-US" dirty="0"/>
              <a:t>/33</a:t>
            </a:r>
          </a:p>
        </p:txBody>
      </p:sp>
      <p:sp>
        <p:nvSpPr>
          <p:cNvPr id="10" name="Footer Placeholder 9">
            <a:extLst>
              <a:ext uri="{FF2B5EF4-FFF2-40B4-BE49-F238E27FC236}">
                <a16:creationId xmlns:a16="http://schemas.microsoft.com/office/drawing/2014/main" id="{857B58F3-B4BC-D485-46B0-D1D5CBD80044}"/>
              </a:ext>
            </a:extLst>
          </p:cNvPr>
          <p:cNvSpPr>
            <a:spLocks noGrp="1"/>
          </p:cNvSpPr>
          <p:nvPr>
            <p:ph type="ftr" sz="quarter" idx="5"/>
          </p:nvPr>
        </p:nvSpPr>
        <p:spPr/>
        <p:txBody>
          <a:bodyPr/>
          <a:lstStyle/>
          <a:p>
            <a:pPr defTabSz="406400" hangingPunct="0">
              <a:defRPr/>
            </a:pPr>
            <a:r>
              <a:rPr lang="en-US" dirty="0"/>
              <a:t>Week-6</a:t>
            </a:r>
          </a:p>
        </p:txBody>
      </p:sp>
      <p:sp>
        <p:nvSpPr>
          <p:cNvPr id="11" name="Rectangle 10">
            <a:extLst>
              <a:ext uri="{FF2B5EF4-FFF2-40B4-BE49-F238E27FC236}">
                <a16:creationId xmlns:a16="http://schemas.microsoft.com/office/drawing/2014/main" id="{D8F8C27C-B133-8687-40C8-2381B63370A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E8CB51-F966-B2D9-D23B-567986980DE2}"/>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FE285E7-0C82-AE83-AEE6-5F74C584FB56}"/>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6959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642D2E12-387D-21E3-8E9D-10DCED5539FB}"/>
              </a:ext>
            </a:extLst>
          </p:cNvPr>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2" name="object 4">
            <a:extLst>
              <a:ext uri="{FF2B5EF4-FFF2-40B4-BE49-F238E27FC236}">
                <a16:creationId xmlns:a16="http://schemas.microsoft.com/office/drawing/2014/main" id="{70CCAFE1-C034-196B-FD42-5C99E4C1DBA6}"/>
              </a:ext>
            </a:extLst>
          </p:cNvPr>
          <p:cNvSpPr txBox="1"/>
          <p:nvPr/>
        </p:nvSpPr>
        <p:spPr>
          <a:xfrm>
            <a:off x="535940" y="620856"/>
            <a:ext cx="2750820" cy="431800"/>
          </a:xfrm>
          <a:prstGeom prst="rect">
            <a:avLst/>
          </a:prstGeom>
        </p:spPr>
        <p:txBody>
          <a:bodyPr vert="horz" wrap="square" lIns="0" tIns="0" rIns="0" bIns="0" rtlCol="0">
            <a:spAutoFit/>
          </a:bodyPr>
          <a:lstStyle/>
          <a:p>
            <a:pPr marL="12700">
              <a:lnSpc>
                <a:spcPct val="100000"/>
              </a:lnSpc>
            </a:pPr>
            <a:r>
              <a:rPr sz="3200" dirty="0">
                <a:latin typeface="Arial"/>
                <a:cs typeface="Arial"/>
              </a:rPr>
              <a:t>U</a:t>
            </a:r>
            <a:r>
              <a:rPr sz="3200" spc="-15" dirty="0">
                <a:latin typeface="Arial"/>
                <a:cs typeface="Arial"/>
              </a:rPr>
              <a:t>t</a:t>
            </a:r>
            <a:r>
              <a:rPr sz="3200" dirty="0">
                <a:latin typeface="Arial"/>
                <a:cs typeface="Arial"/>
              </a:rPr>
              <a:t>ili</a:t>
            </a:r>
            <a:r>
              <a:rPr sz="3200" spc="-15" dirty="0">
                <a:latin typeface="Arial"/>
                <a:cs typeface="Arial"/>
              </a:rPr>
              <a:t>t</a:t>
            </a:r>
            <a:r>
              <a:rPr sz="3200" dirty="0">
                <a:latin typeface="Arial"/>
                <a:cs typeface="Arial"/>
              </a:rPr>
              <a:t>y</a:t>
            </a:r>
            <a:r>
              <a:rPr sz="3200" spc="-60" dirty="0">
                <a:latin typeface="Arial"/>
                <a:cs typeface="Arial"/>
              </a:rPr>
              <a:t> </a:t>
            </a:r>
            <a:r>
              <a:rPr sz="3200" spc="-25" dirty="0">
                <a:latin typeface="Arial"/>
                <a:cs typeface="Arial"/>
              </a:rPr>
              <a:t>T</a:t>
            </a:r>
            <a:r>
              <a:rPr sz="3200" dirty="0">
                <a:latin typeface="Arial"/>
                <a:cs typeface="Arial"/>
              </a:rPr>
              <a:t>heorem</a:t>
            </a:r>
          </a:p>
        </p:txBody>
      </p:sp>
      <mc:AlternateContent xmlns:mc="http://schemas.openxmlformats.org/markup-compatibility/2006">
        <mc:Choice xmlns:a14="http://schemas.microsoft.com/office/drawing/2010/main" Requires="a14">
          <p:sp>
            <p:nvSpPr>
              <p:cNvPr id="3" name="object 5">
                <a:extLst>
                  <a:ext uri="{FF2B5EF4-FFF2-40B4-BE49-F238E27FC236}">
                    <a16:creationId xmlns:a16="http://schemas.microsoft.com/office/drawing/2014/main" id="{79D28845-8F77-DC5C-2AB0-6C59C8C6BA1E}"/>
                  </a:ext>
                </a:extLst>
              </p:cNvPr>
              <p:cNvSpPr txBox="1"/>
              <p:nvPr/>
            </p:nvSpPr>
            <p:spPr>
              <a:xfrm>
                <a:off x="515336" y="1526390"/>
                <a:ext cx="7169150" cy="3608295"/>
              </a:xfrm>
              <a:prstGeom prst="rect">
                <a:avLst/>
              </a:prstGeom>
            </p:spPr>
            <p:txBody>
              <a:bodyPr vert="horz" wrap="square" lIns="0" tIns="0" rIns="0" bIns="0" rtlCol="0">
                <a:spAutoFit/>
              </a:bodyPr>
              <a:lstStyle/>
              <a:p>
                <a:pPr marL="12700">
                  <a:lnSpc>
                    <a:spcPct val="100000"/>
                  </a:lnSpc>
                </a:pPr>
                <a:r>
                  <a:rPr lang="en-US" sz="2400" dirty="0">
                    <a:latin typeface="Times New Roman"/>
                    <a:cs typeface="Times New Roman"/>
                  </a:rPr>
                  <a:t>von N</a:t>
                </a:r>
                <a:r>
                  <a:rPr lang="en-US" sz="2400" spc="-20" dirty="0">
                    <a:latin typeface="Times New Roman"/>
                    <a:cs typeface="Times New Roman"/>
                  </a:rPr>
                  <a:t>euma</a:t>
                </a:r>
                <a:r>
                  <a:rPr lang="en-US" sz="2400" dirty="0">
                    <a:latin typeface="Times New Roman"/>
                    <a:cs typeface="Times New Roman"/>
                  </a:rPr>
                  <a:t>n </a:t>
                </a:r>
                <a:r>
                  <a:rPr lang="en-US" sz="2400" spc="-20" dirty="0">
                    <a:latin typeface="Times New Roman"/>
                    <a:cs typeface="Times New Roman"/>
                  </a:rPr>
                  <a:t>&amp;</a:t>
                </a:r>
                <a:r>
                  <a:rPr lang="en-US" sz="2400" dirty="0">
                    <a:latin typeface="Times New Roman"/>
                    <a:cs typeface="Times New Roman"/>
                  </a:rPr>
                  <a:t> Mo</a:t>
                </a:r>
                <a:r>
                  <a:rPr lang="en-US" sz="2400" spc="-45" dirty="0">
                    <a:latin typeface="Times New Roman"/>
                    <a:cs typeface="Times New Roman"/>
                  </a:rPr>
                  <a:t>r</a:t>
                </a:r>
                <a:r>
                  <a:rPr lang="en-US" sz="2400" spc="-15" dirty="0">
                    <a:latin typeface="Times New Roman"/>
                    <a:cs typeface="Times New Roman"/>
                  </a:rPr>
                  <a:t>g</a:t>
                </a:r>
                <a:r>
                  <a:rPr lang="en-US" sz="2400" spc="-20" dirty="0">
                    <a:latin typeface="Times New Roman"/>
                    <a:cs typeface="Times New Roman"/>
                  </a:rPr>
                  <a:t>e</a:t>
                </a:r>
                <a:r>
                  <a:rPr lang="en-US" sz="2400" dirty="0">
                    <a:latin typeface="Times New Roman"/>
                    <a:cs typeface="Times New Roman"/>
                  </a:rPr>
                  <a:t>ns</a:t>
                </a:r>
                <a:r>
                  <a:rPr lang="en-US" sz="2400" spc="-10" dirty="0">
                    <a:latin typeface="Times New Roman"/>
                    <a:cs typeface="Times New Roman"/>
                  </a:rPr>
                  <a:t>t</a:t>
                </a:r>
                <a:r>
                  <a:rPr lang="en-US" sz="2400" spc="-20" dirty="0">
                    <a:latin typeface="Times New Roman"/>
                    <a:cs typeface="Times New Roman"/>
                  </a:rPr>
                  <a:t>e</a:t>
                </a:r>
                <a:r>
                  <a:rPr lang="en-US" sz="2400" dirty="0">
                    <a:latin typeface="Times New Roman"/>
                    <a:cs typeface="Times New Roman"/>
                  </a:rPr>
                  <a:t>rn </a:t>
                </a:r>
                <a:r>
                  <a:rPr lang="en-US" sz="2400" spc="-10" dirty="0">
                    <a:latin typeface="Times New Roman"/>
                    <a:cs typeface="Times New Roman"/>
                  </a:rPr>
                  <a:t>(1944):</a:t>
                </a:r>
                <a:endParaRPr lang="en-US" sz="2400" dirty="0">
                  <a:latin typeface="Times New Roman"/>
                  <a:cs typeface="Times New Roman"/>
                </a:endParaRPr>
              </a:p>
              <a:p>
                <a:pPr>
                  <a:lnSpc>
                    <a:spcPct val="100000"/>
                  </a:lnSpc>
                  <a:spcBef>
                    <a:spcPts val="10"/>
                  </a:spcBef>
                </a:pPr>
                <a:endParaRPr lang="en-US" sz="2400" dirty="0">
                  <a:latin typeface="Times New Roman"/>
                  <a:cs typeface="Times New Roman"/>
                </a:endParaRPr>
              </a:p>
              <a:p>
                <a:pPr marL="12700" marR="1038225">
                  <a:lnSpc>
                    <a:spcPct val="125699"/>
                  </a:lnSpc>
                </a:pPr>
                <a:r>
                  <a:rPr lang="en-US" sz="2400" spc="-10" dirty="0">
                    <a:latin typeface="Times New Roman"/>
                    <a:cs typeface="Times New Roman"/>
                  </a:rPr>
                  <a:t>if </a:t>
                </a:r>
                <a:r>
                  <a:rPr lang="en-US" sz="2400" spc="-15" dirty="0">
                    <a:latin typeface="Times New Roman"/>
                    <a:cs typeface="Times New Roman"/>
                  </a:rPr>
                  <a:t>a</a:t>
                </a:r>
                <a:r>
                  <a:rPr lang="en-US" sz="2400" spc="-5" dirty="0">
                    <a:latin typeface="Times New Roman"/>
                    <a:cs typeface="Times New Roman"/>
                  </a:rPr>
                  <a:t> </a:t>
                </a:r>
                <a:r>
                  <a:rPr lang="en-US" sz="2400" spc="-10" dirty="0">
                    <a:latin typeface="Times New Roman"/>
                    <a:cs typeface="Times New Roman"/>
                  </a:rPr>
                  <a:t>pr</a:t>
                </a:r>
                <a:r>
                  <a:rPr lang="en-US" sz="2400" spc="-20" dirty="0">
                    <a:latin typeface="Times New Roman"/>
                    <a:cs typeface="Times New Roman"/>
                  </a:rPr>
                  <a:t>e</a:t>
                </a:r>
                <a:r>
                  <a:rPr lang="en-US" sz="2400" spc="-10" dirty="0">
                    <a:latin typeface="Times New Roman"/>
                    <a:cs typeface="Times New Roman"/>
                  </a:rPr>
                  <a:t>f</a:t>
                </a:r>
                <a:r>
                  <a:rPr lang="en-US" sz="2400" spc="-20" dirty="0">
                    <a:latin typeface="Times New Roman"/>
                    <a:cs typeface="Times New Roman"/>
                  </a:rPr>
                  <a:t>e</a:t>
                </a:r>
                <a:r>
                  <a:rPr lang="en-US" sz="2400" spc="-10" dirty="0">
                    <a:latin typeface="Times New Roman"/>
                    <a:cs typeface="Times New Roman"/>
                  </a:rPr>
                  <a:t>r</a:t>
                </a:r>
                <a:r>
                  <a:rPr lang="en-US" sz="2400" spc="-20" dirty="0">
                    <a:latin typeface="Times New Roman"/>
                    <a:cs typeface="Times New Roman"/>
                  </a:rPr>
                  <a:t>e</a:t>
                </a:r>
                <a:r>
                  <a:rPr lang="en-US" sz="2400" spc="-15" dirty="0">
                    <a:latin typeface="Times New Roman"/>
                    <a:cs typeface="Times New Roman"/>
                  </a:rPr>
                  <a:t>n</a:t>
                </a:r>
                <a:r>
                  <a:rPr lang="en-US" sz="2400" spc="-20" dirty="0">
                    <a:latin typeface="Times New Roman"/>
                    <a:cs typeface="Times New Roman"/>
                  </a:rPr>
                  <a:t>c</a:t>
                </a:r>
                <a:r>
                  <a:rPr lang="en-US" sz="2400" spc="-15" dirty="0">
                    <a:latin typeface="Times New Roman"/>
                    <a:cs typeface="Times New Roman"/>
                  </a:rPr>
                  <a:t>e</a:t>
                </a:r>
                <a:r>
                  <a:rPr lang="en-US" sz="2400" spc="-5" dirty="0">
                    <a:latin typeface="Times New Roman"/>
                    <a:cs typeface="Times New Roman"/>
                  </a:rPr>
                  <a:t> </a:t>
                </a:r>
                <a:r>
                  <a:rPr lang="en-US" sz="2400" spc="-10" dirty="0">
                    <a:latin typeface="Times New Roman"/>
                    <a:cs typeface="Times New Roman"/>
                  </a:rPr>
                  <a:t>r</a:t>
                </a:r>
                <a:r>
                  <a:rPr lang="en-US" sz="2400" spc="-20" dirty="0">
                    <a:latin typeface="Times New Roman"/>
                    <a:cs typeface="Times New Roman"/>
                  </a:rPr>
                  <a:t>e</a:t>
                </a:r>
                <a:r>
                  <a:rPr lang="en-US" sz="2400" spc="-10" dirty="0">
                    <a:latin typeface="Times New Roman"/>
                    <a:cs typeface="Times New Roman"/>
                  </a:rPr>
                  <a:t>l</a:t>
                </a:r>
                <a:r>
                  <a:rPr lang="en-US" sz="2400" spc="-20" dirty="0">
                    <a:latin typeface="Times New Roman"/>
                    <a:cs typeface="Times New Roman"/>
                  </a:rPr>
                  <a:t>a</a:t>
                </a:r>
                <a:r>
                  <a:rPr lang="en-US" sz="2400" spc="-10" dirty="0">
                    <a:latin typeface="Times New Roman"/>
                    <a:cs typeface="Times New Roman"/>
                  </a:rPr>
                  <a:t>ti</a:t>
                </a:r>
                <a:r>
                  <a:rPr lang="en-US" sz="2400" dirty="0">
                    <a:latin typeface="Times New Roman"/>
                    <a:cs typeface="Times New Roman"/>
                  </a:rPr>
                  <a:t>on s</a:t>
                </a:r>
                <a:r>
                  <a:rPr lang="en-US" sz="2400" spc="-20" dirty="0">
                    <a:latin typeface="Times New Roman"/>
                    <a:cs typeface="Times New Roman"/>
                  </a:rPr>
                  <a:t>a</a:t>
                </a:r>
                <a:r>
                  <a:rPr lang="en-US" sz="2400" spc="-10" dirty="0">
                    <a:latin typeface="Times New Roman"/>
                    <a:cs typeface="Times New Roman"/>
                  </a:rPr>
                  <a:t>ti</a:t>
                </a:r>
                <a:r>
                  <a:rPr lang="en-US" sz="2400" dirty="0">
                    <a:latin typeface="Times New Roman"/>
                    <a:cs typeface="Times New Roman"/>
                  </a:rPr>
                  <a:t>s</a:t>
                </a:r>
                <a:r>
                  <a:rPr lang="en-US" sz="2400" spc="-10" dirty="0">
                    <a:latin typeface="Times New Roman"/>
                    <a:cs typeface="Times New Roman"/>
                  </a:rPr>
                  <a:t>fi</a:t>
                </a:r>
                <a:r>
                  <a:rPr lang="en-US" sz="2400" spc="-20" dirty="0">
                    <a:latin typeface="Times New Roman"/>
                    <a:cs typeface="Times New Roman"/>
                  </a:rPr>
                  <a:t>e</a:t>
                </a:r>
                <a:r>
                  <a:rPr lang="en-US" sz="2400" dirty="0">
                    <a:latin typeface="Times New Roman"/>
                    <a:cs typeface="Times New Roman"/>
                  </a:rPr>
                  <a:t>s </a:t>
                </a:r>
                <a:r>
                  <a:rPr lang="en-US" sz="2400" spc="-10" dirty="0">
                    <a:latin typeface="Times New Roman"/>
                    <a:cs typeface="Times New Roman"/>
                  </a:rPr>
                  <a:t>the</a:t>
                </a:r>
                <a:r>
                  <a:rPr lang="en-US" sz="2400" spc="-5" dirty="0">
                    <a:latin typeface="Times New Roman"/>
                    <a:cs typeface="Times New Roman"/>
                  </a:rPr>
                  <a:t> </a:t>
                </a:r>
                <a:r>
                  <a:rPr lang="en-US" sz="2400" spc="-20" dirty="0">
                    <a:latin typeface="Times New Roman"/>
                    <a:cs typeface="Times New Roman"/>
                  </a:rPr>
                  <a:t>a</a:t>
                </a:r>
                <a:r>
                  <a:rPr lang="en-US" sz="2400" spc="-15" dirty="0">
                    <a:latin typeface="Times New Roman"/>
                    <a:cs typeface="Times New Roman"/>
                  </a:rPr>
                  <a:t>bove</a:t>
                </a:r>
                <a:r>
                  <a:rPr lang="en-US" sz="2400" spc="-5" dirty="0">
                    <a:latin typeface="Times New Roman"/>
                    <a:cs typeface="Times New Roman"/>
                  </a:rPr>
                  <a:t> </a:t>
                </a:r>
                <a:r>
                  <a:rPr lang="en-US" sz="2400" spc="-20" dirty="0">
                    <a:latin typeface="Times New Roman"/>
                    <a:cs typeface="Times New Roman"/>
                  </a:rPr>
                  <a:t>a</a:t>
                </a:r>
                <a:r>
                  <a:rPr lang="en-US" sz="2400" spc="-15" dirty="0">
                    <a:latin typeface="Times New Roman"/>
                    <a:cs typeface="Times New Roman"/>
                  </a:rPr>
                  <a:t>xiom</a:t>
                </a:r>
                <a:r>
                  <a:rPr lang="en-US" sz="2400" dirty="0">
                    <a:latin typeface="Times New Roman"/>
                    <a:cs typeface="Times New Roman"/>
                  </a:rPr>
                  <a:t>s, </a:t>
                </a:r>
                <a:r>
                  <a:rPr lang="en-US" sz="2400" spc="-10" dirty="0">
                    <a:latin typeface="Times New Roman"/>
                    <a:cs typeface="Times New Roman"/>
                  </a:rPr>
                  <a:t>th</a:t>
                </a:r>
                <a:r>
                  <a:rPr lang="en-US" sz="2400" spc="-20" dirty="0">
                    <a:latin typeface="Times New Roman"/>
                    <a:cs typeface="Times New Roman"/>
                  </a:rPr>
                  <a:t>e</a:t>
                </a:r>
                <a:r>
                  <a:rPr lang="en-US" sz="2400" spc="-10" dirty="0">
                    <a:latin typeface="Times New Roman"/>
                    <a:cs typeface="Times New Roman"/>
                  </a:rPr>
                  <a:t>re</a:t>
                </a:r>
                <a:r>
                  <a:rPr lang="en-US" sz="2400" spc="-5" dirty="0">
                    <a:latin typeface="Times New Roman"/>
                    <a:cs typeface="Times New Roman"/>
                  </a:rPr>
                  <a:t> </a:t>
                </a:r>
                <a:r>
                  <a:rPr lang="en-US" sz="2400" spc="-20" dirty="0">
                    <a:latin typeface="Times New Roman"/>
                    <a:cs typeface="Times New Roman"/>
                  </a:rPr>
                  <a:t>e</a:t>
                </a:r>
                <a:r>
                  <a:rPr lang="en-US" sz="2400" spc="-10" dirty="0">
                    <a:latin typeface="Times New Roman"/>
                    <a:cs typeface="Times New Roman"/>
                  </a:rPr>
                  <a:t>xi</a:t>
                </a:r>
                <a:r>
                  <a:rPr lang="en-US" sz="2400" dirty="0">
                    <a:latin typeface="Times New Roman"/>
                    <a:cs typeface="Times New Roman"/>
                  </a:rPr>
                  <a:t>s</a:t>
                </a:r>
                <a:r>
                  <a:rPr lang="en-US" sz="2400" spc="-10" dirty="0">
                    <a:latin typeface="Times New Roman"/>
                    <a:cs typeface="Times New Roman"/>
                  </a:rPr>
                  <a:t>t</a:t>
                </a:r>
                <a:r>
                  <a:rPr lang="en-US" sz="2400" dirty="0">
                    <a:latin typeface="Times New Roman"/>
                    <a:cs typeface="Times New Roman"/>
                  </a:rPr>
                  <a:t>s </a:t>
                </a:r>
                <a:r>
                  <a:rPr lang="en-US" sz="2400" spc="-15" dirty="0">
                    <a:latin typeface="Times New Roman"/>
                    <a:cs typeface="Times New Roman"/>
                  </a:rPr>
                  <a:t>a</a:t>
                </a:r>
                <a:r>
                  <a:rPr lang="en-US" sz="2400" spc="-5" dirty="0">
                    <a:latin typeface="Times New Roman"/>
                    <a:cs typeface="Times New Roman"/>
                  </a:rPr>
                  <a:t> </a:t>
                </a:r>
                <a:r>
                  <a:rPr lang="en-US" sz="2400" spc="-10" dirty="0">
                    <a:latin typeface="Times New Roman"/>
                    <a:cs typeface="Times New Roman"/>
                  </a:rPr>
                  <a:t>functi</a:t>
                </a:r>
                <a:r>
                  <a:rPr lang="en-US" sz="2400" dirty="0">
                    <a:latin typeface="Times New Roman"/>
                    <a:cs typeface="Times New Roman"/>
                  </a:rPr>
                  <a:t>on </a:t>
                </a:r>
                <a:r>
                  <a:rPr lang="en-US" sz="2550" i="1" spc="-15" dirty="0">
                    <a:latin typeface="Times New Roman"/>
                    <a:cs typeface="Times New Roman"/>
                  </a:rPr>
                  <a:t>u</a:t>
                </a:r>
                <a:r>
                  <a:rPr lang="en-US" sz="2550" i="1" spc="65" dirty="0">
                    <a:latin typeface="Times New Roman"/>
                    <a:cs typeface="Times New Roman"/>
                  </a:rPr>
                  <a:t> </a:t>
                </a:r>
                <a:r>
                  <a:rPr lang="en-US" sz="2550" spc="-200" dirty="0">
                    <a:latin typeface="Tahoma"/>
                    <a:cs typeface="Tahoma"/>
                  </a:rPr>
                  <a:t>:</a:t>
                </a:r>
                <a:r>
                  <a:rPr lang="en-US" sz="2550" spc="-95" dirty="0">
                    <a:latin typeface="Tahoma"/>
                    <a:cs typeface="Tahoma"/>
                  </a:rPr>
                  <a:t> </a:t>
                </a:r>
                <a:r>
                  <a:rPr lang="en-US" sz="2550" i="1" spc="-20" dirty="0">
                    <a:latin typeface="Times New Roman"/>
                    <a:cs typeface="Times New Roman"/>
                  </a:rPr>
                  <a:t>O</a:t>
                </a:r>
                <a:r>
                  <a:rPr lang="en-US" sz="2550" i="1" spc="65" dirty="0">
                    <a:latin typeface="Times New Roman"/>
                    <a:cs typeface="Times New Roman"/>
                  </a:rPr>
                  <a:t> </a:t>
                </a:r>
                <a:r>
                  <a:rPr lang="en-US" sz="2550" spc="210" dirty="0">
                    <a:latin typeface="Cambria"/>
                    <a:cs typeface="Cambria"/>
                  </a:rPr>
                  <a:t>→</a:t>
                </a:r>
                <a:r>
                  <a:rPr lang="en-US" sz="2550" spc="145" dirty="0">
                    <a:latin typeface="Cambria"/>
                    <a:cs typeface="Cambria"/>
                  </a:rPr>
                  <a:t> </a:t>
                </a:r>
                <a:r>
                  <a:rPr lang="en-US" sz="2550" spc="-140" dirty="0">
                    <a:latin typeface="Tahoma"/>
                    <a:cs typeface="Tahoma"/>
                  </a:rPr>
                  <a:t>[</a:t>
                </a:r>
                <a:r>
                  <a:rPr lang="en-US" sz="2550" spc="-135" dirty="0">
                    <a:latin typeface="Tahoma"/>
                    <a:cs typeface="Tahoma"/>
                  </a:rPr>
                  <a:t>0,1</a:t>
                </a:r>
                <a:r>
                  <a:rPr lang="en-US" sz="2550" spc="-140" dirty="0">
                    <a:latin typeface="Tahoma"/>
                    <a:cs typeface="Tahoma"/>
                  </a:rPr>
                  <a:t>]</a:t>
                </a:r>
                <a:r>
                  <a:rPr lang="en-US" sz="2550" spc="-200" dirty="0">
                    <a:latin typeface="Tahoma"/>
                    <a:cs typeface="Tahoma"/>
                  </a:rPr>
                  <a:t> </a:t>
                </a:r>
                <a:r>
                  <a:rPr lang="en-US" sz="2400" dirty="0">
                    <a:latin typeface="Times New Roman"/>
                    <a:cs typeface="Times New Roman"/>
                  </a:rPr>
                  <a:t>s</a:t>
                </a:r>
                <a:r>
                  <a:rPr lang="en-US" sz="2400" spc="-15" dirty="0">
                    <a:latin typeface="Times New Roman"/>
                    <a:cs typeface="Times New Roman"/>
                  </a:rPr>
                  <a:t>u</a:t>
                </a:r>
                <a:r>
                  <a:rPr lang="en-US" sz="2400" spc="-20" dirty="0">
                    <a:latin typeface="Times New Roman"/>
                    <a:cs typeface="Times New Roman"/>
                  </a:rPr>
                  <a:t>c</a:t>
                </a:r>
                <a:r>
                  <a:rPr lang="en-US" sz="2400" dirty="0">
                    <a:latin typeface="Times New Roman"/>
                    <a:cs typeface="Times New Roman"/>
                  </a:rPr>
                  <a:t>h </a:t>
                </a:r>
                <a:r>
                  <a:rPr lang="en-US" sz="2400" spc="-10" dirty="0">
                    <a:latin typeface="Times New Roman"/>
                    <a:cs typeface="Times New Roman"/>
                  </a:rPr>
                  <a:t>th</a:t>
                </a:r>
                <a:r>
                  <a:rPr lang="en-US" sz="2400" spc="-20" dirty="0">
                    <a:latin typeface="Times New Roman"/>
                    <a:cs typeface="Times New Roman"/>
                  </a:rPr>
                  <a:t>a</a:t>
                </a:r>
                <a:r>
                  <a:rPr lang="en-US" sz="2400" spc="-10" dirty="0">
                    <a:latin typeface="Times New Roman"/>
                    <a:cs typeface="Times New Roman"/>
                  </a:rPr>
                  <a:t>t</a:t>
                </a:r>
                <a:endParaRPr lang="en-US" sz="2400" dirty="0">
                  <a:latin typeface="Times New Roman"/>
                  <a:cs typeface="Times New Roman"/>
                </a:endParaRPr>
              </a:p>
              <a:p>
                <a:pPr>
                  <a:lnSpc>
                    <a:spcPct val="100000"/>
                  </a:lnSpc>
                  <a:spcBef>
                    <a:spcPts val="9"/>
                  </a:spcBef>
                </a:pPr>
                <a:endParaRPr lang="en-US" sz="2800" dirty="0">
                  <a:latin typeface="Times New Roman"/>
                  <a:cs typeface="Times New Roman"/>
                </a:endParaRPr>
              </a:p>
              <a:p>
                <a:pPr marL="12700">
                  <a:lnSpc>
                    <a:spcPct val="100000"/>
                  </a:lnSpc>
                </a:pPr>
                <a:r>
                  <a:rPr lang="en-US" sz="2400" dirty="0">
                    <a:latin typeface="Times New Roman"/>
                    <a:cs typeface="Times New Roman"/>
                  </a:rPr>
                  <a:t>1. </a:t>
                </a:r>
                <a:r>
                  <a:rPr lang="en-US" sz="2550" i="1" spc="-15" dirty="0">
                    <a:latin typeface="Times New Roman"/>
                    <a:cs typeface="Times New Roman"/>
                  </a:rPr>
                  <a:t>u</a:t>
                </a:r>
                <a:r>
                  <a:rPr lang="en-US" sz="2550" spc="-140" dirty="0">
                    <a:latin typeface="Tahoma"/>
                    <a:cs typeface="Tahoma"/>
                  </a:rPr>
                  <a:t>(</a:t>
                </a:r>
                <a:r>
                  <a:rPr lang="en-US" sz="2550" i="1" spc="-105" dirty="0">
                    <a:latin typeface="Times New Roman"/>
                    <a:cs typeface="Times New Roman"/>
                  </a:rPr>
                  <a:t>o</a:t>
                </a:r>
                <a:r>
                  <a:rPr lang="en-US" sz="2700" spc="-135" baseline="-20061" dirty="0">
                    <a:latin typeface="Tahoma"/>
                    <a:cs typeface="Tahoma"/>
                  </a:rPr>
                  <a:t>1</a:t>
                </a:r>
                <a:r>
                  <a:rPr lang="en-US" sz="2550" spc="-140" dirty="0">
                    <a:latin typeface="Tahoma"/>
                    <a:cs typeface="Tahoma"/>
                  </a:rPr>
                  <a:t>)</a:t>
                </a:r>
                <a:r>
                  <a:rPr lang="en-US" sz="2550" spc="-95" dirty="0">
                    <a:latin typeface="Tahoma"/>
                    <a:cs typeface="Tahoma"/>
                  </a:rPr>
                  <a:t> </a:t>
                </a:r>
                <a:r>
                  <a:rPr lang="en-US" sz="2550" spc="325" dirty="0">
                    <a:latin typeface="Cambria"/>
                    <a:cs typeface="Cambria"/>
                  </a:rPr>
                  <a:t>≥</a:t>
                </a:r>
                <a:r>
                  <a:rPr lang="en-US" sz="2550" spc="145" dirty="0">
                    <a:latin typeface="Cambria"/>
                    <a:cs typeface="Cambria"/>
                  </a:rPr>
                  <a:t> </a:t>
                </a:r>
                <a:r>
                  <a:rPr lang="en-US" sz="2550" i="1" spc="-15" dirty="0">
                    <a:latin typeface="Times New Roman"/>
                    <a:cs typeface="Times New Roman"/>
                  </a:rPr>
                  <a:t>u</a:t>
                </a:r>
                <a:r>
                  <a:rPr lang="en-US" sz="2550" spc="-140" dirty="0">
                    <a:latin typeface="Tahoma"/>
                    <a:cs typeface="Tahoma"/>
                  </a:rPr>
                  <a:t>(</a:t>
                </a:r>
                <a:r>
                  <a:rPr lang="en-US" sz="2550" i="1" spc="-105" dirty="0">
                    <a:latin typeface="Times New Roman"/>
                    <a:cs typeface="Times New Roman"/>
                  </a:rPr>
                  <a:t>o</a:t>
                </a:r>
                <a:r>
                  <a:rPr lang="en-US" sz="2700" spc="-135" baseline="-20061" dirty="0">
                    <a:latin typeface="Tahoma"/>
                    <a:cs typeface="Tahoma"/>
                  </a:rPr>
                  <a:t>2</a:t>
                </a:r>
                <a:r>
                  <a:rPr lang="en-US" sz="2550" spc="-140" dirty="0">
                    <a:latin typeface="Tahoma"/>
                    <a:cs typeface="Tahoma"/>
                  </a:rPr>
                  <a:t>)</a:t>
                </a:r>
                <a:r>
                  <a:rPr lang="en-US" sz="2550" spc="-95" dirty="0">
                    <a:latin typeface="Tahoma"/>
                    <a:cs typeface="Tahoma"/>
                  </a:rPr>
                  <a:t> </a:t>
                </a:r>
                <a:r>
                  <a:rPr lang="en-US" sz="2550" spc="-295" dirty="0">
                    <a:latin typeface="Cambria"/>
                    <a:cs typeface="Cambria"/>
                  </a:rPr>
                  <a:t>⇔</a:t>
                </a:r>
                <a:r>
                  <a:rPr lang="en-US" sz="2550" spc="145" dirty="0">
                    <a:latin typeface="Cambria"/>
                    <a:cs typeface="Cambria"/>
                  </a:rPr>
                  <a:t> </a:t>
                </a:r>
                <a:r>
                  <a:rPr lang="en-US" sz="2550" i="1" spc="-105" dirty="0">
                    <a:latin typeface="Times New Roman"/>
                    <a:cs typeface="Times New Roman"/>
                  </a:rPr>
                  <a:t>o</a:t>
                </a:r>
                <a:r>
                  <a:rPr lang="en-US" sz="2700" spc="-135" baseline="-20061" dirty="0">
                    <a:latin typeface="Tahoma"/>
                    <a:cs typeface="Tahoma"/>
                  </a:rPr>
                  <a:t>1</a:t>
                </a:r>
                <a:r>
                  <a:rPr lang="en-US" sz="2700" spc="209" baseline="-20061" dirty="0">
                    <a:latin typeface="Tahoma"/>
                    <a:cs typeface="Tahoma"/>
                  </a:rPr>
                  <a:t> </a:t>
                </a:r>
                <a:r>
                  <a:rPr lang="en-US" sz="2550" spc="-135" dirty="0">
                    <a:latin typeface="Cambria"/>
                    <a:cs typeface="Cambria"/>
                  </a:rPr>
                  <a:t>≻</a:t>
                </a:r>
                <a:r>
                  <a:rPr lang="en-US" sz="2550" spc="145" dirty="0">
                    <a:latin typeface="Cambria"/>
                    <a:cs typeface="Cambria"/>
                  </a:rPr>
                  <a:t> </a:t>
                </a:r>
                <a:r>
                  <a:rPr lang="en-US" sz="2550" i="1" spc="-105" dirty="0">
                    <a:latin typeface="Times New Roman"/>
                    <a:cs typeface="Times New Roman"/>
                  </a:rPr>
                  <a:t>o</a:t>
                </a:r>
                <a:r>
                  <a:rPr lang="en-US" sz="2700" spc="-135" baseline="-20061" dirty="0">
                    <a:latin typeface="Tahoma"/>
                    <a:cs typeface="Tahoma"/>
                  </a:rPr>
                  <a:t>2</a:t>
                </a:r>
                <a:endParaRPr lang="en-US" sz="2700" baseline="-20061" dirty="0">
                  <a:latin typeface="Tahoma"/>
                  <a:cs typeface="Tahoma"/>
                </a:endParaRPr>
              </a:p>
              <a:p>
                <a:pPr marL="241300" marR="5080" indent="-228600">
                  <a:lnSpc>
                    <a:spcPts val="3770"/>
                  </a:lnSpc>
                  <a:spcBef>
                    <a:spcPts val="254"/>
                  </a:spcBef>
                </a:pPr>
                <a:r>
                  <a:rPr lang="en-US" sz="2400" dirty="0">
                    <a:latin typeface="Times New Roman"/>
                    <a:cs typeface="Times New Roman"/>
                  </a:rPr>
                  <a:t>2. w</a:t>
                </a:r>
                <a:r>
                  <a:rPr lang="en-US" sz="2400" spc="-15" dirty="0">
                    <a:latin typeface="Times New Roman"/>
                    <a:cs typeface="Times New Roman"/>
                  </a:rPr>
                  <a:t>h</a:t>
                </a:r>
                <a:r>
                  <a:rPr lang="en-US" sz="2400" spc="-20" dirty="0">
                    <a:latin typeface="Times New Roman"/>
                    <a:cs typeface="Times New Roman"/>
                  </a:rPr>
                  <a:t>e</a:t>
                </a:r>
                <a:r>
                  <a:rPr lang="en-US" sz="2400" dirty="0">
                    <a:latin typeface="Times New Roman"/>
                    <a:cs typeface="Times New Roman"/>
                  </a:rPr>
                  <a:t>n </a:t>
                </a:r>
                <a:r>
                  <a:rPr lang="en-US" sz="2400" spc="-15" dirty="0">
                    <a:latin typeface="Times New Roman"/>
                    <a:cs typeface="Times New Roman"/>
                  </a:rPr>
                  <a:t>un</a:t>
                </a:r>
                <a:r>
                  <a:rPr lang="en-US" sz="2400" spc="-20" dirty="0">
                    <a:latin typeface="Times New Roman"/>
                    <a:cs typeface="Times New Roman"/>
                  </a:rPr>
                  <a:t>ce</a:t>
                </a:r>
                <a:r>
                  <a:rPr lang="en-US" sz="2400" spc="-10" dirty="0">
                    <a:latin typeface="Times New Roman"/>
                    <a:cs typeface="Times New Roman"/>
                  </a:rPr>
                  <a:t>rt</a:t>
                </a:r>
                <a:r>
                  <a:rPr lang="en-US" sz="2400" spc="-20" dirty="0">
                    <a:latin typeface="Times New Roman"/>
                    <a:cs typeface="Times New Roman"/>
                  </a:rPr>
                  <a:t>a</a:t>
                </a:r>
                <a:r>
                  <a:rPr lang="en-US" sz="2400" spc="-10" dirty="0">
                    <a:latin typeface="Times New Roman"/>
                    <a:cs typeface="Times New Roman"/>
                  </a:rPr>
                  <a:t>int</a:t>
                </a:r>
                <a:r>
                  <a:rPr lang="en-US" sz="2400" dirty="0">
                    <a:latin typeface="Times New Roman"/>
                    <a:cs typeface="Times New Roman"/>
                  </a:rPr>
                  <a:t>y </a:t>
                </a:r>
                <a:r>
                  <a:rPr lang="en-US" sz="2400" spc="-20" dirty="0">
                    <a:latin typeface="Times New Roman"/>
                    <a:cs typeface="Times New Roman"/>
                  </a:rPr>
                  <a:t>e</a:t>
                </a:r>
                <a:r>
                  <a:rPr lang="en-US" sz="2400" spc="-10" dirty="0">
                    <a:latin typeface="Times New Roman"/>
                    <a:cs typeface="Times New Roman"/>
                  </a:rPr>
                  <a:t>xi</a:t>
                </a:r>
                <a:r>
                  <a:rPr lang="en-US" sz="2400" dirty="0">
                    <a:latin typeface="Times New Roman"/>
                    <a:cs typeface="Times New Roman"/>
                  </a:rPr>
                  <a:t>s</a:t>
                </a:r>
                <a:r>
                  <a:rPr lang="en-US" sz="2400" spc="-10" dirty="0">
                    <a:latin typeface="Times New Roman"/>
                    <a:cs typeface="Times New Roman"/>
                  </a:rPr>
                  <a:t>t</a:t>
                </a:r>
                <a:r>
                  <a:rPr lang="en-US" sz="2400" dirty="0">
                    <a:latin typeface="Times New Roman"/>
                    <a:cs typeface="Times New Roman"/>
                  </a:rPr>
                  <a:t>s, </a:t>
                </a:r>
                <a:r>
                  <a:rPr lang="en-US" sz="2400" spc="-10" dirty="0">
                    <a:latin typeface="Times New Roman"/>
                    <a:cs typeface="Times New Roman"/>
                  </a:rPr>
                  <a:t>the</a:t>
                </a:r>
                <a:r>
                  <a:rPr lang="en-US" sz="2400" spc="-5" dirty="0">
                    <a:latin typeface="Times New Roman"/>
                    <a:cs typeface="Times New Roman"/>
                  </a:rPr>
                  <a:t> </a:t>
                </a:r>
                <a:r>
                  <a:rPr lang="en-US" sz="2400" spc="-20" dirty="0">
                    <a:latin typeface="Times New Roman"/>
                    <a:cs typeface="Times New Roman"/>
                  </a:rPr>
                  <a:t>a</a:t>
                </a:r>
                <a:r>
                  <a:rPr lang="en-US" sz="2400" spc="-15" dirty="0">
                    <a:latin typeface="Times New Roman"/>
                    <a:cs typeface="Times New Roman"/>
                  </a:rPr>
                  <a:t>g</a:t>
                </a:r>
                <a:r>
                  <a:rPr lang="en-US" sz="2400" spc="-20" dirty="0">
                    <a:latin typeface="Times New Roman"/>
                    <a:cs typeface="Times New Roman"/>
                  </a:rPr>
                  <a:t>e</a:t>
                </a:r>
                <a:r>
                  <a:rPr lang="en-US" sz="2400" spc="-10" dirty="0">
                    <a:latin typeface="Times New Roman"/>
                    <a:cs typeface="Times New Roman"/>
                  </a:rPr>
                  <a:t>nt</a:t>
                </a:r>
                <a:r>
                  <a:rPr lang="en-US" sz="2400" dirty="0">
                    <a:latin typeface="Times New Roman"/>
                    <a:cs typeface="Times New Roman"/>
                  </a:rPr>
                  <a:t> </a:t>
                </a:r>
                <a:r>
                  <a:rPr lang="en-US" sz="2400" spc="-10" dirty="0">
                    <a:latin typeface="Times New Roman"/>
                    <a:cs typeface="Times New Roman"/>
                  </a:rPr>
                  <a:t>pr</a:t>
                </a:r>
                <a:r>
                  <a:rPr lang="en-US" sz="2400" spc="-20" dirty="0">
                    <a:latin typeface="Times New Roman"/>
                    <a:cs typeface="Times New Roman"/>
                  </a:rPr>
                  <a:t>e</a:t>
                </a:r>
                <a:r>
                  <a:rPr lang="en-US" sz="2400" spc="-10" dirty="0">
                    <a:latin typeface="Times New Roman"/>
                    <a:cs typeface="Times New Roman"/>
                  </a:rPr>
                  <a:t>f</a:t>
                </a:r>
                <a:r>
                  <a:rPr lang="en-US" sz="2400" spc="-20" dirty="0">
                    <a:latin typeface="Times New Roman"/>
                    <a:cs typeface="Times New Roman"/>
                  </a:rPr>
                  <a:t>e</a:t>
                </a:r>
                <a:r>
                  <a:rPr lang="en-US" sz="2400" dirty="0">
                    <a:latin typeface="Times New Roman"/>
                    <a:cs typeface="Times New Roman"/>
                  </a:rPr>
                  <a:t>rs </a:t>
                </a:r>
                <a:r>
                  <a:rPr lang="en-US" sz="2400" spc="-15" dirty="0">
                    <a:latin typeface="Times New Roman"/>
                    <a:cs typeface="Times New Roman"/>
                  </a:rPr>
                  <a:t>out</a:t>
                </a:r>
                <a:r>
                  <a:rPr lang="en-US" sz="2400" spc="-20" dirty="0">
                    <a:latin typeface="Times New Roman"/>
                    <a:cs typeface="Times New Roman"/>
                  </a:rPr>
                  <a:t>come</a:t>
                </a:r>
                <a:r>
                  <a:rPr lang="en-US" sz="2400" dirty="0">
                    <a:latin typeface="Times New Roman"/>
                    <a:cs typeface="Times New Roman"/>
                  </a:rPr>
                  <a:t>s </a:t>
                </a:r>
                <a:r>
                  <a:rPr lang="en-US" sz="2400" spc="-10" dirty="0">
                    <a:latin typeface="Times New Roman"/>
                    <a:cs typeface="Times New Roman"/>
                  </a:rPr>
                  <a:t>th</a:t>
                </a:r>
                <a:r>
                  <a:rPr lang="en-US" sz="2400" spc="-20" dirty="0">
                    <a:latin typeface="Times New Roman"/>
                    <a:cs typeface="Times New Roman"/>
                  </a:rPr>
                  <a:t>a</a:t>
                </a:r>
                <a:r>
                  <a:rPr lang="en-US" sz="2400" spc="-10" dirty="0">
                    <a:latin typeface="Times New Roman"/>
                    <a:cs typeface="Times New Roman"/>
                  </a:rPr>
                  <a:t>t</a:t>
                </a:r>
                <a:r>
                  <a:rPr lang="en-US" sz="2400" spc="-15" dirty="0">
                    <a:latin typeface="Times New Roman"/>
                    <a:cs typeface="Times New Roman"/>
                  </a:rPr>
                  <a:t> m</a:t>
                </a:r>
                <a:r>
                  <a:rPr lang="en-US" sz="2400" spc="-20" dirty="0">
                    <a:latin typeface="Times New Roman"/>
                    <a:cs typeface="Times New Roman"/>
                  </a:rPr>
                  <a:t>a</a:t>
                </a:r>
                <a:r>
                  <a:rPr lang="en-US" sz="2400" spc="-15" dirty="0">
                    <a:latin typeface="Times New Roman"/>
                    <a:cs typeface="Times New Roman"/>
                  </a:rPr>
                  <a:t>ximi</a:t>
                </a:r>
                <a:r>
                  <a:rPr lang="en-US" sz="2400" dirty="0">
                    <a:latin typeface="Times New Roman"/>
                    <a:cs typeface="Times New Roman"/>
                  </a:rPr>
                  <a:t>s</a:t>
                </a:r>
                <a:r>
                  <a:rPr lang="en-US" sz="2400" spc="-15" dirty="0">
                    <a:latin typeface="Times New Roman"/>
                    <a:cs typeface="Times New Roman"/>
                  </a:rPr>
                  <a:t>e</a:t>
                </a:r>
                <a:r>
                  <a:rPr lang="en-US" sz="2400" spc="-5" dirty="0">
                    <a:latin typeface="Times New Roman"/>
                    <a:cs typeface="Times New Roman"/>
                  </a:rPr>
                  <a:t> </a:t>
                </a:r>
                <a:r>
                  <a:rPr lang="en-US" sz="2400" spc="-10" dirty="0">
                    <a:latin typeface="Times New Roman"/>
                    <a:cs typeface="Times New Roman"/>
                  </a:rPr>
                  <a:t>the</a:t>
                </a:r>
                <a:r>
                  <a:rPr lang="en-US" sz="2400" spc="-5" dirty="0">
                    <a:latin typeface="Times New Roman"/>
                    <a:cs typeface="Times New Roman"/>
                  </a:rPr>
                  <a:t> </a:t>
                </a:r>
                <a:r>
                  <a:rPr lang="en-US" sz="2400" spc="-20" dirty="0">
                    <a:latin typeface="Times New Roman"/>
                    <a:cs typeface="Times New Roman"/>
                  </a:rPr>
                  <a:t>e</a:t>
                </a:r>
                <a:r>
                  <a:rPr lang="en-US" sz="2400" spc="-15" dirty="0">
                    <a:latin typeface="Times New Roman"/>
                    <a:cs typeface="Times New Roman"/>
                  </a:rPr>
                  <a:t>xp</a:t>
                </a:r>
                <a:r>
                  <a:rPr lang="en-US" sz="2400" spc="-20" dirty="0">
                    <a:latin typeface="Times New Roman"/>
                    <a:cs typeface="Times New Roman"/>
                  </a:rPr>
                  <a:t>ec</a:t>
                </a:r>
                <a:r>
                  <a:rPr lang="en-US" sz="2400" spc="-10" dirty="0">
                    <a:latin typeface="Times New Roman"/>
                    <a:cs typeface="Times New Roman"/>
                  </a:rPr>
                  <a:t>t</a:t>
                </a:r>
                <a:r>
                  <a:rPr lang="en-US" sz="2400" spc="-20" dirty="0">
                    <a:latin typeface="Times New Roman"/>
                    <a:cs typeface="Times New Roman"/>
                  </a:rPr>
                  <a:t>e</a:t>
                </a:r>
                <a:r>
                  <a:rPr lang="en-US" sz="2400" dirty="0">
                    <a:latin typeface="Times New Roman"/>
                    <a:cs typeface="Times New Roman"/>
                  </a:rPr>
                  <a:t>d </a:t>
                </a:r>
                <a:r>
                  <a:rPr lang="en-US" sz="2400" spc="-15" dirty="0">
                    <a:latin typeface="Times New Roman"/>
                    <a:cs typeface="Times New Roman"/>
                  </a:rPr>
                  <a:t>v</a:t>
                </a:r>
                <a:r>
                  <a:rPr lang="en-US" sz="2400" spc="-20" dirty="0">
                    <a:latin typeface="Times New Roman"/>
                    <a:cs typeface="Times New Roman"/>
                  </a:rPr>
                  <a:t>a</a:t>
                </a:r>
                <a:r>
                  <a:rPr lang="en-US" sz="2400" spc="-10" dirty="0">
                    <a:latin typeface="Times New Roman"/>
                    <a:cs typeface="Times New Roman"/>
                  </a:rPr>
                  <a:t>lue</a:t>
                </a:r>
                <a:r>
                  <a:rPr lang="en-US" sz="2400" spc="-5" dirty="0">
                    <a:latin typeface="Times New Roman"/>
                    <a:cs typeface="Times New Roman"/>
                  </a:rPr>
                  <a:t> </a:t>
                </a:r>
                <a:r>
                  <a:rPr lang="en-US" sz="2400" dirty="0">
                    <a:latin typeface="Times New Roman"/>
                    <a:cs typeface="Times New Roman"/>
                  </a:rPr>
                  <a:t>of </a:t>
                </a:r>
                <a14:m>
                  <m:oMath xmlns:m="http://schemas.openxmlformats.org/officeDocument/2006/math">
                    <m:r>
                      <a:rPr lang="en-US" sz="2400" b="0" i="1" smtClean="0">
                        <a:latin typeface="Cambria Math" panose="02040503050406030204" pitchFamily="18" charset="0"/>
                        <a:cs typeface="Times New Roman"/>
                      </a:rPr>
                      <m:t>𝑢</m:t>
                    </m:r>
                  </m:oMath>
                </a14:m>
                <a:endParaRPr sz="2400" dirty="0">
                  <a:latin typeface="Times New Roman"/>
                  <a:cs typeface="Times New Roman"/>
                </a:endParaRPr>
              </a:p>
            </p:txBody>
          </p:sp>
        </mc:Choice>
        <mc:Fallback>
          <p:sp>
            <p:nvSpPr>
              <p:cNvPr id="3" name="object 5">
                <a:extLst>
                  <a:ext uri="{FF2B5EF4-FFF2-40B4-BE49-F238E27FC236}">
                    <a16:creationId xmlns:a16="http://schemas.microsoft.com/office/drawing/2014/main" id="{79D28845-8F77-DC5C-2AB0-6C59C8C6BA1E}"/>
                  </a:ext>
                </a:extLst>
              </p:cNvPr>
              <p:cNvSpPr txBox="1">
                <a:spLocks noRot="1" noChangeAspect="1" noMove="1" noResize="1" noEditPoints="1" noAdjustHandles="1" noChangeArrowheads="1" noChangeShapeType="1" noTextEdit="1"/>
              </p:cNvSpPr>
              <p:nvPr/>
            </p:nvSpPr>
            <p:spPr>
              <a:xfrm>
                <a:off x="515336" y="1526390"/>
                <a:ext cx="7169150" cy="3608295"/>
              </a:xfrm>
              <a:prstGeom prst="rect">
                <a:avLst/>
              </a:prstGeom>
              <a:blipFill>
                <a:blip r:embed="rId3"/>
                <a:stretch>
                  <a:fillRect l="-2466" t="-2534" r="-1446" b="-845"/>
                </a:stretch>
              </a:blipFill>
            </p:spPr>
            <p:txBody>
              <a:bodyPr/>
              <a:lstStyle/>
              <a:p>
                <a:r>
                  <a:rPr lang="en-MY">
                    <a:noFill/>
                  </a:rPr>
                  <a:t> </a:t>
                </a:r>
              </a:p>
            </p:txBody>
          </p:sp>
        </mc:Fallback>
      </mc:AlternateContent>
      <p:sp>
        <p:nvSpPr>
          <p:cNvPr id="7" name="Slide Number Placeholder 6">
            <a:extLst>
              <a:ext uri="{FF2B5EF4-FFF2-40B4-BE49-F238E27FC236}">
                <a16:creationId xmlns:a16="http://schemas.microsoft.com/office/drawing/2014/main" id="{57F3273B-9187-B6D2-72EC-FD18D525E9C3}"/>
              </a:ext>
            </a:extLst>
          </p:cNvPr>
          <p:cNvSpPr>
            <a:spLocks noGrp="1"/>
          </p:cNvSpPr>
          <p:nvPr>
            <p:ph type="sldNum" sz="quarter" idx="2"/>
          </p:nvPr>
        </p:nvSpPr>
        <p:spPr/>
        <p:txBody>
          <a:bodyPr/>
          <a:lstStyle/>
          <a:p>
            <a:fld id="{86CB4B4D-7CA3-9044-876B-883B54F8677D}" type="slidenum">
              <a:rPr lang="en-US" smtClean="0"/>
              <a:pPr/>
              <a:t>18</a:t>
            </a:fld>
            <a:r>
              <a:rPr lang="en-US" dirty="0"/>
              <a:t>/33</a:t>
            </a:r>
          </a:p>
        </p:txBody>
      </p:sp>
      <p:sp>
        <p:nvSpPr>
          <p:cNvPr id="8" name="Footer Placeholder 7">
            <a:extLst>
              <a:ext uri="{FF2B5EF4-FFF2-40B4-BE49-F238E27FC236}">
                <a16:creationId xmlns:a16="http://schemas.microsoft.com/office/drawing/2014/main" id="{F837500F-FF58-8725-2F0C-A4C928F1F791}"/>
              </a:ext>
            </a:extLst>
          </p:cNvPr>
          <p:cNvSpPr>
            <a:spLocks noGrp="1"/>
          </p:cNvSpPr>
          <p:nvPr>
            <p:ph type="ftr" sz="quarter" idx="5"/>
          </p:nvPr>
        </p:nvSpPr>
        <p:spPr/>
        <p:txBody>
          <a:bodyPr/>
          <a:lstStyle/>
          <a:p>
            <a:pPr defTabSz="406400" hangingPunct="0">
              <a:defRPr/>
            </a:pPr>
            <a:r>
              <a:rPr lang="en-US" dirty="0"/>
              <a:t>Week-6</a:t>
            </a:r>
          </a:p>
        </p:txBody>
      </p:sp>
      <p:sp>
        <p:nvSpPr>
          <p:cNvPr id="9" name="Rectangle 8">
            <a:extLst>
              <a:ext uri="{FF2B5EF4-FFF2-40B4-BE49-F238E27FC236}">
                <a16:creationId xmlns:a16="http://schemas.microsoft.com/office/drawing/2014/main" id="{C832FD91-153D-FECC-7375-E8474D1D089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5466E81-5C84-AF55-2DB6-44818D56F12E}"/>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9F52F5A-DB6B-EA7C-F3BF-DE867E36C33E}"/>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21C7256-93BF-BA98-9D5A-40598A2F9FE6}"/>
              </a:ext>
            </a:extLst>
          </p:cNvPr>
          <p:cNvSpPr txBox="1"/>
          <p:nvPr/>
        </p:nvSpPr>
        <p:spPr>
          <a:xfrm>
            <a:off x="515336" y="5281157"/>
            <a:ext cx="7790464" cy="584775"/>
          </a:xfrm>
          <a:prstGeom prst="rect">
            <a:avLst/>
          </a:prstGeom>
          <a:noFill/>
          <a:ln>
            <a:solidFill>
              <a:schemeClr val="tx1"/>
            </a:solidFill>
          </a:ln>
          <a:effectLst>
            <a:outerShdw blurRad="50800" dist="38100" dir="2700000" algn="tl" rotWithShape="0">
              <a:prstClr val="black">
                <a:alpha val="40000"/>
              </a:prstClr>
            </a:outerShdw>
          </a:effectLst>
        </p:spPr>
        <p:txBody>
          <a:bodyPr wrap="square">
            <a:spAutoFit/>
          </a:bodyPr>
          <a:lstStyle>
            <a:defPPr>
              <a:defRPr lang="en-US"/>
            </a:defPPr>
            <a:lvl1pPr>
              <a:defRPr b="0" i="0">
                <a:effectLst/>
                <a:latin typeface="Söhne"/>
              </a:defRPr>
            </a:lvl1pPr>
          </a:lstStyle>
          <a:p>
            <a:r>
              <a:rPr lang="en-US" sz="1600" dirty="0"/>
              <a:t>The theorem addresses how individuals make choices when faced with uncertain outcomes and how they evaluate and compare different lotteries or uncertain scenarios.</a:t>
            </a:r>
          </a:p>
        </p:txBody>
      </p:sp>
    </p:spTree>
    <p:extLst>
      <p:ext uri="{BB962C8B-B14F-4D97-AF65-F5344CB8AC3E}">
        <p14:creationId xmlns:p14="http://schemas.microsoft.com/office/powerpoint/2010/main" val="3174753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Example</a:t>
            </a:r>
            <a:r>
              <a:rPr spc="-5" dirty="0"/>
              <a:t> </a:t>
            </a:r>
            <a:r>
              <a:rPr spc="-30" dirty="0"/>
              <a:t>G</a:t>
            </a:r>
            <a:r>
              <a:rPr dirty="0"/>
              <a:t>ame</a:t>
            </a:r>
            <a:r>
              <a:rPr spc="-15" dirty="0"/>
              <a:t>s:</a:t>
            </a:r>
            <a:r>
              <a:rPr spc="-5" dirty="0"/>
              <a:t> </a:t>
            </a:r>
            <a:r>
              <a:rPr dirty="0"/>
              <a:t>pure</a:t>
            </a:r>
            <a:r>
              <a:rPr spc="-5" dirty="0"/>
              <a:t> </a:t>
            </a:r>
            <a:r>
              <a:rPr dirty="0"/>
              <a:t>compe</a:t>
            </a:r>
            <a:r>
              <a:rPr spc="-15" dirty="0"/>
              <a:t>t</a:t>
            </a:r>
            <a:r>
              <a:rPr dirty="0"/>
              <a:t>i</a:t>
            </a:r>
            <a:r>
              <a:rPr spc="-15" dirty="0"/>
              <a:t>t</a:t>
            </a:r>
            <a:r>
              <a:rPr dirty="0"/>
              <a:t>ion</a:t>
            </a:r>
          </a:p>
        </p:txBody>
      </p:sp>
      <p:sp>
        <p:nvSpPr>
          <p:cNvPr id="5" name="object 5"/>
          <p:cNvSpPr txBox="1"/>
          <p:nvPr/>
        </p:nvSpPr>
        <p:spPr>
          <a:xfrm>
            <a:off x="488204" y="1600200"/>
            <a:ext cx="7073265" cy="2631490"/>
          </a:xfrm>
          <a:prstGeom prst="rect">
            <a:avLst/>
          </a:prstGeom>
        </p:spPr>
        <p:txBody>
          <a:bodyPr vert="horz" wrap="square" lIns="0" tIns="0" rIns="0" bIns="0" rtlCol="0">
            <a:spAutoFit/>
          </a:bodyPr>
          <a:lstStyle/>
          <a:p>
            <a:pPr marL="241300" indent="-228600">
              <a:lnSpc>
                <a:spcPct val="100000"/>
              </a:lnSpc>
              <a:buFont typeface="Tahoma"/>
              <a:buChar char="•"/>
              <a:tabLst>
                <a:tab pos="241300" algn="l"/>
              </a:tabLst>
            </a:pPr>
            <a:r>
              <a:rPr sz="2100" spc="45" dirty="0">
                <a:latin typeface="Tahoma"/>
                <a:cs typeface="Tahoma"/>
              </a:rPr>
              <a:t>P</a:t>
            </a:r>
            <a:r>
              <a:rPr sz="2100" spc="5" dirty="0">
                <a:latin typeface="Tahoma"/>
                <a:cs typeface="Tahoma"/>
              </a:rPr>
              <a:t>l</a:t>
            </a:r>
            <a:r>
              <a:rPr sz="2100" spc="40" dirty="0">
                <a:latin typeface="Tahoma"/>
                <a:cs typeface="Tahoma"/>
              </a:rPr>
              <a:t>a</a:t>
            </a:r>
            <a:r>
              <a:rPr sz="2100" spc="114" dirty="0">
                <a:latin typeface="Tahoma"/>
                <a:cs typeface="Tahoma"/>
              </a:rPr>
              <a:t>y</a:t>
            </a:r>
            <a:r>
              <a:rPr sz="2100" spc="80" dirty="0">
                <a:latin typeface="Tahoma"/>
                <a:cs typeface="Tahoma"/>
              </a:rPr>
              <a:t>e</a:t>
            </a:r>
            <a:r>
              <a:rPr sz="2100" spc="40" dirty="0">
                <a:latin typeface="Tahoma"/>
                <a:cs typeface="Tahoma"/>
              </a:rPr>
              <a:t>r</a:t>
            </a:r>
            <a:r>
              <a:rPr sz="2100" spc="105" dirty="0">
                <a:latin typeface="Tahoma"/>
                <a:cs typeface="Tahoma"/>
              </a:rPr>
              <a:t>s</a:t>
            </a:r>
            <a:r>
              <a:rPr sz="2100" spc="30" dirty="0">
                <a:latin typeface="Tahoma"/>
                <a:cs typeface="Tahoma"/>
              </a:rPr>
              <a:t> </a:t>
            </a:r>
            <a:r>
              <a:rPr sz="2100" spc="35" dirty="0">
                <a:latin typeface="Tahoma"/>
                <a:cs typeface="Tahoma"/>
              </a:rPr>
              <a:t>h</a:t>
            </a:r>
            <a:r>
              <a:rPr sz="2100" spc="40" dirty="0">
                <a:latin typeface="Tahoma"/>
                <a:cs typeface="Tahoma"/>
              </a:rPr>
              <a:t>a</a:t>
            </a:r>
            <a:r>
              <a:rPr sz="2100" spc="110" dirty="0">
                <a:latin typeface="Tahoma"/>
                <a:cs typeface="Tahoma"/>
              </a:rPr>
              <a:t>v</a:t>
            </a:r>
            <a:r>
              <a:rPr sz="2100" spc="80" dirty="0">
                <a:latin typeface="Tahoma"/>
                <a:cs typeface="Tahoma"/>
              </a:rPr>
              <a:t>e</a:t>
            </a:r>
            <a:r>
              <a:rPr sz="2100" spc="30" dirty="0">
                <a:latin typeface="Tahoma"/>
                <a:cs typeface="Tahoma"/>
              </a:rPr>
              <a:t> </a:t>
            </a:r>
            <a:r>
              <a:rPr sz="2100" spc="80" dirty="0">
                <a:latin typeface="Tahoma"/>
                <a:cs typeface="Tahoma"/>
              </a:rPr>
              <a:t>e</a:t>
            </a:r>
            <a:r>
              <a:rPr sz="2100" spc="55" dirty="0">
                <a:latin typeface="Tahoma"/>
                <a:cs typeface="Tahoma"/>
              </a:rPr>
              <a:t>x</a:t>
            </a:r>
            <a:r>
              <a:rPr sz="2100" spc="40" dirty="0">
                <a:latin typeface="Tahoma"/>
                <a:cs typeface="Tahoma"/>
              </a:rPr>
              <a:t>a</a:t>
            </a:r>
            <a:r>
              <a:rPr sz="2100" spc="140" dirty="0">
                <a:latin typeface="Tahoma"/>
                <a:cs typeface="Tahoma"/>
              </a:rPr>
              <a:t>c</a:t>
            </a:r>
            <a:r>
              <a:rPr sz="2100" spc="180" dirty="0">
                <a:latin typeface="Tahoma"/>
                <a:cs typeface="Tahoma"/>
              </a:rPr>
              <a:t>t</a:t>
            </a:r>
            <a:r>
              <a:rPr sz="2100" spc="5" dirty="0">
                <a:latin typeface="Tahoma"/>
                <a:cs typeface="Tahoma"/>
              </a:rPr>
              <a:t>l</a:t>
            </a:r>
            <a:r>
              <a:rPr sz="2100" spc="114" dirty="0">
                <a:latin typeface="Tahoma"/>
                <a:cs typeface="Tahoma"/>
              </a:rPr>
              <a:t>y</a:t>
            </a:r>
            <a:r>
              <a:rPr sz="2100" spc="30" dirty="0">
                <a:latin typeface="Tahoma"/>
                <a:cs typeface="Tahoma"/>
              </a:rPr>
              <a:t> </a:t>
            </a:r>
            <a:r>
              <a:rPr sz="2100" spc="90" dirty="0">
                <a:latin typeface="Tahoma"/>
                <a:cs typeface="Tahoma"/>
              </a:rPr>
              <a:t>op</a:t>
            </a:r>
            <a:r>
              <a:rPr sz="2100" spc="75" dirty="0">
                <a:latin typeface="Tahoma"/>
                <a:cs typeface="Tahoma"/>
              </a:rPr>
              <a:t>p</a:t>
            </a:r>
            <a:r>
              <a:rPr sz="2100" spc="100" dirty="0">
                <a:latin typeface="Tahoma"/>
                <a:cs typeface="Tahoma"/>
              </a:rPr>
              <a:t>os</a:t>
            </a:r>
            <a:r>
              <a:rPr sz="2100" spc="5" dirty="0">
                <a:latin typeface="Tahoma"/>
                <a:cs typeface="Tahoma"/>
              </a:rPr>
              <a:t>i</a:t>
            </a:r>
            <a:r>
              <a:rPr sz="2100" spc="35" dirty="0">
                <a:latin typeface="Tahoma"/>
                <a:cs typeface="Tahoma"/>
              </a:rPr>
              <a:t>n</a:t>
            </a:r>
            <a:r>
              <a:rPr sz="2100" spc="90" dirty="0">
                <a:latin typeface="Tahoma"/>
                <a:cs typeface="Tahoma"/>
              </a:rPr>
              <a:t>g</a:t>
            </a:r>
            <a:r>
              <a:rPr sz="2100" spc="35" dirty="0">
                <a:latin typeface="Tahoma"/>
                <a:cs typeface="Tahoma"/>
              </a:rPr>
              <a:t> </a:t>
            </a:r>
            <a:r>
              <a:rPr sz="2100" spc="5" dirty="0">
                <a:latin typeface="Tahoma"/>
                <a:cs typeface="Tahoma"/>
              </a:rPr>
              <a:t>i</a:t>
            </a:r>
            <a:r>
              <a:rPr sz="2100" spc="35" dirty="0">
                <a:latin typeface="Tahoma"/>
                <a:cs typeface="Tahoma"/>
              </a:rPr>
              <a:t>n</a:t>
            </a:r>
            <a:r>
              <a:rPr sz="2100" spc="180" dirty="0">
                <a:latin typeface="Tahoma"/>
                <a:cs typeface="Tahoma"/>
              </a:rPr>
              <a:t>t</a:t>
            </a:r>
            <a:r>
              <a:rPr sz="2100" spc="80" dirty="0">
                <a:latin typeface="Tahoma"/>
                <a:cs typeface="Tahoma"/>
              </a:rPr>
              <a:t>e</a:t>
            </a:r>
            <a:r>
              <a:rPr sz="2100" spc="40" dirty="0">
                <a:latin typeface="Tahoma"/>
                <a:cs typeface="Tahoma"/>
              </a:rPr>
              <a:t>r</a:t>
            </a:r>
            <a:r>
              <a:rPr sz="2100" spc="80" dirty="0">
                <a:latin typeface="Tahoma"/>
                <a:cs typeface="Tahoma"/>
              </a:rPr>
              <a:t>e</a:t>
            </a:r>
            <a:r>
              <a:rPr sz="2100" spc="105" dirty="0">
                <a:latin typeface="Tahoma"/>
                <a:cs typeface="Tahoma"/>
              </a:rPr>
              <a:t>s</a:t>
            </a:r>
            <a:r>
              <a:rPr sz="2100" spc="180" dirty="0">
                <a:latin typeface="Tahoma"/>
                <a:cs typeface="Tahoma"/>
              </a:rPr>
              <a:t>t</a:t>
            </a:r>
            <a:r>
              <a:rPr sz="2100" spc="105" dirty="0">
                <a:latin typeface="Tahoma"/>
                <a:cs typeface="Tahoma"/>
              </a:rPr>
              <a:t>s</a:t>
            </a:r>
            <a:endParaRPr sz="2100" dirty="0">
              <a:latin typeface="Tahoma"/>
              <a:cs typeface="Tahoma"/>
            </a:endParaRPr>
          </a:p>
          <a:p>
            <a:pPr>
              <a:lnSpc>
                <a:spcPct val="100000"/>
              </a:lnSpc>
              <a:spcBef>
                <a:spcPts val="2"/>
              </a:spcBef>
              <a:buFont typeface="Tahoma"/>
              <a:buChar char="•"/>
            </a:pPr>
            <a:endParaRPr sz="2100" dirty="0">
              <a:latin typeface="Times New Roman"/>
              <a:cs typeface="Times New Roman"/>
            </a:endParaRPr>
          </a:p>
          <a:p>
            <a:pPr marL="241300" indent="-228600">
              <a:lnSpc>
                <a:spcPct val="100000"/>
              </a:lnSpc>
              <a:buFont typeface="Tahoma"/>
              <a:buChar char="•"/>
              <a:tabLst>
                <a:tab pos="241300" algn="l"/>
              </a:tabLst>
            </a:pPr>
            <a:r>
              <a:rPr sz="2100" spc="35" dirty="0">
                <a:latin typeface="Tahoma"/>
                <a:cs typeface="Tahoma"/>
              </a:rPr>
              <a:t>On</a:t>
            </a:r>
            <a:r>
              <a:rPr sz="2100" spc="5" dirty="0">
                <a:latin typeface="Tahoma"/>
                <a:cs typeface="Tahoma"/>
              </a:rPr>
              <a:t>l</a:t>
            </a:r>
            <a:r>
              <a:rPr sz="2100" spc="114" dirty="0">
                <a:latin typeface="Tahoma"/>
                <a:cs typeface="Tahoma"/>
              </a:rPr>
              <a:t>y</a:t>
            </a:r>
            <a:r>
              <a:rPr sz="2100" spc="30" dirty="0">
                <a:latin typeface="Tahoma"/>
                <a:cs typeface="Tahoma"/>
              </a:rPr>
              <a:t> </a:t>
            </a:r>
            <a:r>
              <a:rPr sz="2100" spc="180" dirty="0">
                <a:latin typeface="Tahoma"/>
                <a:cs typeface="Tahoma"/>
              </a:rPr>
              <a:t>t</a:t>
            </a:r>
            <a:r>
              <a:rPr sz="2100" spc="60" dirty="0">
                <a:latin typeface="Tahoma"/>
                <a:cs typeface="Tahoma"/>
              </a:rPr>
              <a:t>w</a:t>
            </a:r>
            <a:r>
              <a:rPr sz="2100" spc="100" dirty="0">
                <a:latin typeface="Tahoma"/>
                <a:cs typeface="Tahoma"/>
              </a:rPr>
              <a:t>o</a:t>
            </a:r>
            <a:r>
              <a:rPr sz="2100" spc="35" dirty="0">
                <a:latin typeface="Tahoma"/>
                <a:cs typeface="Tahoma"/>
              </a:rPr>
              <a:t> </a:t>
            </a:r>
            <a:r>
              <a:rPr sz="2100" spc="75" dirty="0">
                <a:latin typeface="Tahoma"/>
                <a:cs typeface="Tahoma"/>
              </a:rPr>
              <a:t>p</a:t>
            </a:r>
            <a:r>
              <a:rPr sz="2100" spc="5" dirty="0">
                <a:latin typeface="Tahoma"/>
                <a:cs typeface="Tahoma"/>
              </a:rPr>
              <a:t>l</a:t>
            </a:r>
            <a:r>
              <a:rPr sz="2100" spc="40" dirty="0">
                <a:latin typeface="Tahoma"/>
                <a:cs typeface="Tahoma"/>
              </a:rPr>
              <a:t>a</a:t>
            </a:r>
            <a:r>
              <a:rPr sz="2100" spc="114" dirty="0">
                <a:latin typeface="Tahoma"/>
                <a:cs typeface="Tahoma"/>
              </a:rPr>
              <a:t>y</a:t>
            </a:r>
            <a:r>
              <a:rPr sz="2100" spc="80" dirty="0">
                <a:latin typeface="Tahoma"/>
                <a:cs typeface="Tahoma"/>
              </a:rPr>
              <a:t>e</a:t>
            </a:r>
            <a:r>
              <a:rPr sz="2100" spc="40" dirty="0">
                <a:latin typeface="Tahoma"/>
                <a:cs typeface="Tahoma"/>
              </a:rPr>
              <a:t>r</a:t>
            </a:r>
            <a:r>
              <a:rPr sz="2100" spc="105" dirty="0">
                <a:latin typeface="Tahoma"/>
                <a:cs typeface="Tahoma"/>
              </a:rPr>
              <a:t>s</a:t>
            </a:r>
            <a:r>
              <a:rPr sz="2100" spc="30" dirty="0">
                <a:latin typeface="Tahoma"/>
                <a:cs typeface="Tahoma"/>
              </a:rPr>
              <a:t> </a:t>
            </a:r>
            <a:r>
              <a:rPr sz="2100" spc="100" dirty="0">
                <a:latin typeface="Tahoma"/>
                <a:cs typeface="Tahoma"/>
              </a:rPr>
              <a:t>(</a:t>
            </a:r>
            <a:r>
              <a:rPr sz="2100" spc="140" dirty="0">
                <a:latin typeface="Tahoma"/>
                <a:cs typeface="Tahoma"/>
              </a:rPr>
              <a:t>ot</a:t>
            </a:r>
            <a:r>
              <a:rPr sz="2100" spc="35" dirty="0">
                <a:latin typeface="Tahoma"/>
                <a:cs typeface="Tahoma"/>
              </a:rPr>
              <a:t>h</a:t>
            </a:r>
            <a:r>
              <a:rPr sz="2100" spc="80" dirty="0">
                <a:latin typeface="Tahoma"/>
                <a:cs typeface="Tahoma"/>
              </a:rPr>
              <a:t>e</a:t>
            </a:r>
            <a:r>
              <a:rPr sz="2100" spc="40" dirty="0">
                <a:latin typeface="Tahoma"/>
                <a:cs typeface="Tahoma"/>
              </a:rPr>
              <a:t>r</a:t>
            </a:r>
            <a:r>
              <a:rPr sz="2100" spc="60" dirty="0">
                <a:latin typeface="Tahoma"/>
                <a:cs typeface="Tahoma"/>
              </a:rPr>
              <a:t>w</a:t>
            </a:r>
            <a:r>
              <a:rPr sz="2100" spc="5" dirty="0">
                <a:latin typeface="Tahoma"/>
                <a:cs typeface="Tahoma"/>
              </a:rPr>
              <a:t>i</a:t>
            </a:r>
            <a:r>
              <a:rPr sz="2100" spc="105" dirty="0">
                <a:latin typeface="Tahoma"/>
                <a:cs typeface="Tahoma"/>
              </a:rPr>
              <a:t>s</a:t>
            </a:r>
            <a:r>
              <a:rPr sz="2100" spc="80" dirty="0">
                <a:latin typeface="Tahoma"/>
                <a:cs typeface="Tahoma"/>
              </a:rPr>
              <a:t>e</a:t>
            </a:r>
            <a:r>
              <a:rPr sz="2100" dirty="0">
                <a:latin typeface="Tahoma"/>
                <a:cs typeface="Tahoma"/>
              </a:rPr>
              <a:t>,</a:t>
            </a:r>
            <a:r>
              <a:rPr sz="2100" spc="30" dirty="0">
                <a:latin typeface="Tahoma"/>
                <a:cs typeface="Tahoma"/>
              </a:rPr>
              <a:t> </a:t>
            </a:r>
            <a:r>
              <a:rPr sz="2100" spc="60" dirty="0">
                <a:latin typeface="Tahoma"/>
                <a:cs typeface="Tahoma"/>
              </a:rPr>
              <a:t>w</a:t>
            </a:r>
            <a:r>
              <a:rPr sz="2100" spc="35" dirty="0">
                <a:latin typeface="Tahoma"/>
                <a:cs typeface="Tahoma"/>
              </a:rPr>
              <a:t>h</a:t>
            </a:r>
            <a:r>
              <a:rPr sz="2100" spc="40" dirty="0">
                <a:latin typeface="Tahoma"/>
                <a:cs typeface="Tahoma"/>
              </a:rPr>
              <a:t>a</a:t>
            </a:r>
            <a:r>
              <a:rPr sz="2100" spc="180" dirty="0">
                <a:latin typeface="Tahoma"/>
                <a:cs typeface="Tahoma"/>
              </a:rPr>
              <a:t>t</a:t>
            </a:r>
            <a:r>
              <a:rPr sz="2100" spc="35" dirty="0">
                <a:latin typeface="Tahoma"/>
                <a:cs typeface="Tahoma"/>
              </a:rPr>
              <a:t> </a:t>
            </a:r>
            <a:r>
              <a:rPr sz="2100" spc="75" dirty="0">
                <a:latin typeface="Tahoma"/>
                <a:cs typeface="Tahoma"/>
              </a:rPr>
              <a:t>d</a:t>
            </a:r>
            <a:r>
              <a:rPr sz="2100" spc="90" dirty="0">
                <a:latin typeface="Tahoma"/>
                <a:cs typeface="Tahoma"/>
              </a:rPr>
              <a:t>oe</a:t>
            </a:r>
            <a:r>
              <a:rPr sz="2100" spc="105" dirty="0">
                <a:latin typeface="Tahoma"/>
                <a:cs typeface="Tahoma"/>
              </a:rPr>
              <a:t>s</a:t>
            </a:r>
            <a:r>
              <a:rPr sz="2100" spc="30" dirty="0">
                <a:latin typeface="Tahoma"/>
                <a:cs typeface="Tahoma"/>
              </a:rPr>
              <a:t> </a:t>
            </a:r>
            <a:r>
              <a:rPr sz="2100" spc="80" dirty="0">
                <a:latin typeface="Tahoma"/>
                <a:cs typeface="Tahoma"/>
              </a:rPr>
              <a:t>e</a:t>
            </a:r>
            <a:r>
              <a:rPr sz="2100" spc="55" dirty="0">
                <a:latin typeface="Tahoma"/>
                <a:cs typeface="Tahoma"/>
              </a:rPr>
              <a:t>x</a:t>
            </a:r>
            <a:r>
              <a:rPr sz="2100" spc="40" dirty="0">
                <a:latin typeface="Tahoma"/>
                <a:cs typeface="Tahoma"/>
              </a:rPr>
              <a:t>a</a:t>
            </a:r>
            <a:r>
              <a:rPr sz="2100" spc="140" dirty="0">
                <a:latin typeface="Tahoma"/>
                <a:cs typeface="Tahoma"/>
              </a:rPr>
              <a:t>c</a:t>
            </a:r>
            <a:r>
              <a:rPr sz="2100" spc="180" dirty="0">
                <a:latin typeface="Tahoma"/>
                <a:cs typeface="Tahoma"/>
              </a:rPr>
              <a:t>t</a:t>
            </a:r>
            <a:r>
              <a:rPr sz="2100" spc="5" dirty="0">
                <a:latin typeface="Tahoma"/>
                <a:cs typeface="Tahoma"/>
              </a:rPr>
              <a:t>l</a:t>
            </a:r>
            <a:r>
              <a:rPr sz="2100" spc="114" dirty="0">
                <a:latin typeface="Tahoma"/>
                <a:cs typeface="Tahoma"/>
              </a:rPr>
              <a:t>y</a:t>
            </a:r>
            <a:r>
              <a:rPr sz="2100" spc="30" dirty="0">
                <a:latin typeface="Tahoma"/>
                <a:cs typeface="Tahoma"/>
              </a:rPr>
              <a:t> </a:t>
            </a:r>
            <a:r>
              <a:rPr sz="2100" spc="90" dirty="0">
                <a:latin typeface="Tahoma"/>
                <a:cs typeface="Tahoma"/>
              </a:rPr>
              <a:t>op</a:t>
            </a:r>
            <a:r>
              <a:rPr sz="2100" spc="75" dirty="0">
                <a:latin typeface="Tahoma"/>
                <a:cs typeface="Tahoma"/>
              </a:rPr>
              <a:t>p</a:t>
            </a:r>
            <a:r>
              <a:rPr sz="2100" spc="100" dirty="0">
                <a:latin typeface="Tahoma"/>
                <a:cs typeface="Tahoma"/>
              </a:rPr>
              <a:t>os</a:t>
            </a:r>
            <a:r>
              <a:rPr sz="2100" spc="5" dirty="0">
                <a:latin typeface="Tahoma"/>
                <a:cs typeface="Tahoma"/>
              </a:rPr>
              <a:t>i</a:t>
            </a:r>
            <a:r>
              <a:rPr sz="2100" spc="35" dirty="0">
                <a:latin typeface="Tahoma"/>
                <a:cs typeface="Tahoma"/>
              </a:rPr>
              <a:t>n</a:t>
            </a:r>
            <a:r>
              <a:rPr sz="2100" spc="90" dirty="0">
                <a:latin typeface="Tahoma"/>
                <a:cs typeface="Tahoma"/>
              </a:rPr>
              <a:t>g</a:t>
            </a:r>
            <a:r>
              <a:rPr sz="2100" spc="35" dirty="0">
                <a:latin typeface="Tahoma"/>
                <a:cs typeface="Tahoma"/>
              </a:rPr>
              <a:t> </a:t>
            </a:r>
            <a:r>
              <a:rPr sz="2100" spc="80" dirty="0">
                <a:latin typeface="Tahoma"/>
                <a:cs typeface="Tahoma"/>
              </a:rPr>
              <a:t>me</a:t>
            </a:r>
            <a:r>
              <a:rPr sz="2100" spc="40" dirty="0">
                <a:latin typeface="Tahoma"/>
                <a:cs typeface="Tahoma"/>
              </a:rPr>
              <a:t>a</a:t>
            </a:r>
            <a:r>
              <a:rPr sz="2100" spc="35" dirty="0">
                <a:latin typeface="Tahoma"/>
                <a:cs typeface="Tahoma"/>
              </a:rPr>
              <a:t>n</a:t>
            </a:r>
            <a:r>
              <a:rPr sz="2100" spc="150" dirty="0">
                <a:latin typeface="Tahoma"/>
                <a:cs typeface="Tahoma"/>
              </a:rPr>
              <a:t>?</a:t>
            </a:r>
            <a:r>
              <a:rPr sz="2100" spc="100" dirty="0">
                <a:latin typeface="Tahoma"/>
                <a:cs typeface="Tahoma"/>
              </a:rPr>
              <a:t>)</a:t>
            </a:r>
            <a:endParaRPr sz="2100" dirty="0">
              <a:latin typeface="Tahoma"/>
              <a:cs typeface="Tahoma"/>
            </a:endParaRPr>
          </a:p>
          <a:p>
            <a:pPr>
              <a:lnSpc>
                <a:spcPct val="100000"/>
              </a:lnSpc>
              <a:spcBef>
                <a:spcPts val="20"/>
              </a:spcBef>
              <a:buFont typeface="Tahoma"/>
              <a:buChar char="•"/>
            </a:pPr>
            <a:endParaRPr sz="2100" dirty="0">
              <a:latin typeface="Times New Roman"/>
              <a:cs typeface="Times New Roman"/>
            </a:endParaRPr>
          </a:p>
          <a:p>
            <a:pPr marL="241300" indent="-228600">
              <a:lnSpc>
                <a:spcPct val="100000"/>
              </a:lnSpc>
              <a:buFont typeface="Tahoma"/>
              <a:buChar char="•"/>
              <a:tabLst>
                <a:tab pos="241300" algn="l"/>
              </a:tabLst>
            </a:pPr>
            <a:r>
              <a:rPr sz="2100" spc="110" dirty="0">
                <a:latin typeface="Tahoma"/>
                <a:cs typeface="Tahoma"/>
              </a:rPr>
              <a:t>Le</a:t>
            </a:r>
            <a:r>
              <a:rPr sz="2100" spc="180" dirty="0">
                <a:latin typeface="Tahoma"/>
                <a:cs typeface="Tahoma"/>
              </a:rPr>
              <a:t>t</a:t>
            </a:r>
            <a:r>
              <a:rPr sz="2100" spc="35" dirty="0">
                <a:latin typeface="Tahoma"/>
                <a:cs typeface="Tahoma"/>
              </a:rPr>
              <a:t> </a:t>
            </a:r>
            <a:r>
              <a:rPr sz="2100" i="1" spc="-45" dirty="0">
                <a:latin typeface="Times New Roman"/>
                <a:cs typeface="Times New Roman"/>
              </a:rPr>
              <a:t>u</a:t>
            </a:r>
            <a:r>
              <a:rPr sz="2100" i="1" baseline="-25000" dirty="0">
                <a:latin typeface="Times New Roman"/>
                <a:cs typeface="Times New Roman"/>
              </a:rPr>
              <a:t>i</a:t>
            </a:r>
            <a:r>
              <a:rPr sz="2100" i="1" dirty="0">
                <a:latin typeface="Times New Roman"/>
                <a:cs typeface="Times New Roman"/>
              </a:rPr>
              <a:t> </a:t>
            </a:r>
            <a:r>
              <a:rPr sz="2100" i="1" spc="-52" dirty="0">
                <a:latin typeface="Times New Roman"/>
                <a:cs typeface="Times New Roman"/>
              </a:rPr>
              <a:t> </a:t>
            </a:r>
            <a:r>
              <a:rPr sz="2100" spc="90" dirty="0">
                <a:latin typeface="Tahoma"/>
                <a:cs typeface="Tahoma"/>
              </a:rPr>
              <a:t>b</a:t>
            </a:r>
            <a:r>
              <a:rPr sz="2100" spc="80" dirty="0">
                <a:latin typeface="Tahoma"/>
                <a:cs typeface="Tahoma"/>
              </a:rPr>
              <a:t>e</a:t>
            </a:r>
            <a:r>
              <a:rPr sz="2100" spc="30" dirty="0">
                <a:latin typeface="Tahoma"/>
                <a:cs typeface="Tahoma"/>
              </a:rPr>
              <a:t> </a:t>
            </a:r>
            <a:r>
              <a:rPr sz="2100" spc="180" dirty="0">
                <a:latin typeface="Tahoma"/>
                <a:cs typeface="Tahoma"/>
              </a:rPr>
              <a:t>t</a:t>
            </a:r>
            <a:r>
              <a:rPr sz="2100" spc="35" dirty="0">
                <a:latin typeface="Tahoma"/>
                <a:cs typeface="Tahoma"/>
              </a:rPr>
              <a:t>h</a:t>
            </a:r>
            <a:r>
              <a:rPr sz="2100" spc="80" dirty="0">
                <a:latin typeface="Tahoma"/>
                <a:cs typeface="Tahoma"/>
              </a:rPr>
              <a:t>e</a:t>
            </a:r>
            <a:r>
              <a:rPr sz="2100" spc="30" dirty="0">
                <a:latin typeface="Tahoma"/>
                <a:cs typeface="Tahoma"/>
              </a:rPr>
              <a:t> </a:t>
            </a:r>
            <a:r>
              <a:rPr sz="2100" spc="35" dirty="0">
                <a:latin typeface="Tahoma"/>
                <a:cs typeface="Tahoma"/>
              </a:rPr>
              <a:t>u</a:t>
            </a:r>
            <a:r>
              <a:rPr sz="2100" spc="180" dirty="0">
                <a:latin typeface="Tahoma"/>
                <a:cs typeface="Tahoma"/>
              </a:rPr>
              <a:t>t</a:t>
            </a:r>
            <a:r>
              <a:rPr sz="2100" spc="5" dirty="0">
                <a:latin typeface="Tahoma"/>
                <a:cs typeface="Tahoma"/>
              </a:rPr>
              <a:t>ili</a:t>
            </a:r>
            <a:r>
              <a:rPr sz="2100" spc="180" dirty="0">
                <a:latin typeface="Tahoma"/>
                <a:cs typeface="Tahoma"/>
              </a:rPr>
              <a:t>t</a:t>
            </a:r>
            <a:r>
              <a:rPr sz="2100" spc="114" dirty="0">
                <a:latin typeface="Tahoma"/>
                <a:cs typeface="Tahoma"/>
              </a:rPr>
              <a:t>y</a:t>
            </a:r>
            <a:r>
              <a:rPr sz="2100" spc="30" dirty="0">
                <a:latin typeface="Tahoma"/>
                <a:cs typeface="Tahoma"/>
              </a:rPr>
              <a:t> </a:t>
            </a:r>
            <a:r>
              <a:rPr sz="2100" spc="114" dirty="0">
                <a:latin typeface="Tahoma"/>
                <a:cs typeface="Tahoma"/>
              </a:rPr>
              <a:t>f</a:t>
            </a:r>
            <a:r>
              <a:rPr sz="2100" spc="65" dirty="0">
                <a:latin typeface="Tahoma"/>
                <a:cs typeface="Tahoma"/>
              </a:rPr>
              <a:t>or</a:t>
            </a:r>
            <a:r>
              <a:rPr sz="2100" spc="30" dirty="0">
                <a:latin typeface="Tahoma"/>
                <a:cs typeface="Tahoma"/>
              </a:rPr>
              <a:t> </a:t>
            </a:r>
            <a:r>
              <a:rPr sz="2100" spc="45" dirty="0">
                <a:latin typeface="Tahoma"/>
                <a:cs typeface="Tahoma"/>
              </a:rPr>
              <a:t>P</a:t>
            </a:r>
            <a:r>
              <a:rPr sz="2100" spc="5" dirty="0">
                <a:latin typeface="Tahoma"/>
                <a:cs typeface="Tahoma"/>
              </a:rPr>
              <a:t>l</a:t>
            </a:r>
            <a:r>
              <a:rPr sz="2100" spc="40" dirty="0">
                <a:latin typeface="Tahoma"/>
                <a:cs typeface="Tahoma"/>
              </a:rPr>
              <a:t>a</a:t>
            </a:r>
            <a:r>
              <a:rPr sz="2100" spc="114" dirty="0">
                <a:latin typeface="Tahoma"/>
                <a:cs typeface="Tahoma"/>
              </a:rPr>
              <a:t>y</a:t>
            </a:r>
            <a:r>
              <a:rPr sz="2100" spc="80" dirty="0">
                <a:latin typeface="Tahoma"/>
                <a:cs typeface="Tahoma"/>
              </a:rPr>
              <a:t>e</a:t>
            </a:r>
            <a:r>
              <a:rPr sz="2100" spc="40" dirty="0">
                <a:latin typeface="Tahoma"/>
                <a:cs typeface="Tahoma"/>
              </a:rPr>
              <a:t>r</a:t>
            </a:r>
            <a:r>
              <a:rPr sz="2100" spc="30" dirty="0">
                <a:latin typeface="Tahoma"/>
                <a:cs typeface="Tahoma"/>
              </a:rPr>
              <a:t> </a:t>
            </a:r>
            <a:r>
              <a:rPr sz="2400" i="1" dirty="0">
                <a:latin typeface="Times New Roman"/>
                <a:cs typeface="Times New Roman"/>
              </a:rPr>
              <a:t>i</a:t>
            </a:r>
            <a:endParaRPr i="1" dirty="0">
              <a:latin typeface="Times New Roman"/>
              <a:cs typeface="Times New Roman"/>
            </a:endParaRPr>
          </a:p>
          <a:p>
            <a:pPr>
              <a:lnSpc>
                <a:spcPct val="100000"/>
              </a:lnSpc>
              <a:spcBef>
                <a:spcPts val="30"/>
              </a:spcBef>
            </a:pPr>
            <a:endParaRPr sz="2100" dirty="0">
              <a:latin typeface="Times New Roman"/>
              <a:cs typeface="Times New Roman"/>
            </a:endParaRPr>
          </a:p>
          <a:p>
            <a:pPr marL="264795">
              <a:lnSpc>
                <a:spcPct val="100000"/>
              </a:lnSpc>
            </a:pPr>
            <a:r>
              <a:rPr sz="2100" spc="40" dirty="0">
                <a:latin typeface="Cambria"/>
                <a:cs typeface="Cambria"/>
              </a:rPr>
              <a:t>∃</a:t>
            </a:r>
            <a:r>
              <a:rPr sz="2100" i="1" dirty="0">
                <a:latin typeface="Times New Roman"/>
                <a:cs typeface="Times New Roman"/>
              </a:rPr>
              <a:t>c</a:t>
            </a:r>
            <a:r>
              <a:rPr sz="2100" i="1" spc="-220" dirty="0">
                <a:latin typeface="Times New Roman"/>
                <a:cs typeface="Times New Roman"/>
              </a:rPr>
              <a:t> </a:t>
            </a:r>
            <a:r>
              <a:rPr sz="2100" spc="-30" dirty="0">
                <a:latin typeface="Cambria"/>
                <a:cs typeface="Cambria"/>
              </a:rPr>
              <a:t>∀</a:t>
            </a:r>
            <a:r>
              <a:rPr sz="2100" i="1" dirty="0">
                <a:latin typeface="Times New Roman"/>
                <a:cs typeface="Times New Roman"/>
              </a:rPr>
              <a:t>a</a:t>
            </a:r>
            <a:r>
              <a:rPr sz="2100" i="1" spc="60" dirty="0">
                <a:latin typeface="Times New Roman"/>
                <a:cs typeface="Times New Roman"/>
              </a:rPr>
              <a:t> </a:t>
            </a:r>
            <a:r>
              <a:rPr sz="2100" spc="95" dirty="0">
                <a:latin typeface="Cambria"/>
                <a:cs typeface="Cambria"/>
              </a:rPr>
              <a:t>∈</a:t>
            </a:r>
            <a:r>
              <a:rPr sz="2100" spc="180" dirty="0">
                <a:latin typeface="Cambria"/>
                <a:cs typeface="Cambria"/>
              </a:rPr>
              <a:t> </a:t>
            </a:r>
            <a:r>
              <a:rPr sz="2100" i="1" dirty="0">
                <a:latin typeface="Times New Roman"/>
                <a:cs typeface="Times New Roman"/>
              </a:rPr>
              <a:t>A</a:t>
            </a:r>
            <a:r>
              <a:rPr sz="2100" i="1" spc="45" dirty="0">
                <a:latin typeface="Times New Roman"/>
                <a:cs typeface="Times New Roman"/>
              </a:rPr>
              <a:t> </a:t>
            </a:r>
            <a:r>
              <a:rPr sz="2100" spc="-135" dirty="0">
                <a:latin typeface="Tahoma"/>
                <a:cs typeface="Tahoma"/>
              </a:rPr>
              <a:t>:</a:t>
            </a:r>
            <a:r>
              <a:rPr sz="2100" spc="-60" dirty="0">
                <a:latin typeface="Tahoma"/>
                <a:cs typeface="Tahoma"/>
              </a:rPr>
              <a:t> </a:t>
            </a:r>
            <a:r>
              <a:rPr sz="2100" i="1" spc="-60" dirty="0">
                <a:latin typeface="Times New Roman"/>
                <a:cs typeface="Times New Roman"/>
              </a:rPr>
              <a:t>u</a:t>
            </a:r>
            <a:r>
              <a:rPr sz="2100" spc="-82" baseline="-25000" dirty="0">
                <a:latin typeface="Tahoma"/>
                <a:cs typeface="Tahoma"/>
              </a:rPr>
              <a:t>1</a:t>
            </a:r>
            <a:r>
              <a:rPr sz="2100" spc="-95" dirty="0">
                <a:latin typeface="Tahoma"/>
                <a:cs typeface="Tahoma"/>
              </a:rPr>
              <a:t>(</a:t>
            </a:r>
            <a:r>
              <a:rPr sz="2100" i="1" dirty="0">
                <a:latin typeface="Times New Roman"/>
                <a:cs typeface="Times New Roman"/>
              </a:rPr>
              <a:t>a</a:t>
            </a:r>
            <a:r>
              <a:rPr sz="2100" spc="-95" dirty="0">
                <a:latin typeface="Tahoma"/>
                <a:cs typeface="Tahoma"/>
              </a:rPr>
              <a:t>)</a:t>
            </a:r>
            <a:r>
              <a:rPr sz="2100" spc="-155" dirty="0">
                <a:latin typeface="Tahoma"/>
                <a:cs typeface="Tahoma"/>
              </a:rPr>
              <a:t> </a:t>
            </a:r>
            <a:r>
              <a:rPr sz="2100" spc="-75" dirty="0">
                <a:latin typeface="Tahoma"/>
                <a:cs typeface="Tahoma"/>
              </a:rPr>
              <a:t>+</a:t>
            </a:r>
            <a:r>
              <a:rPr sz="2100" spc="-155" dirty="0">
                <a:latin typeface="Tahoma"/>
                <a:cs typeface="Tahoma"/>
              </a:rPr>
              <a:t> </a:t>
            </a:r>
            <a:r>
              <a:rPr sz="2100" i="1" spc="20" dirty="0">
                <a:latin typeface="Times New Roman"/>
                <a:cs typeface="Times New Roman"/>
              </a:rPr>
              <a:t>u</a:t>
            </a:r>
            <a:r>
              <a:rPr sz="2100" spc="-82" baseline="-25000" dirty="0">
                <a:latin typeface="Tahoma"/>
                <a:cs typeface="Tahoma"/>
              </a:rPr>
              <a:t>2</a:t>
            </a:r>
            <a:r>
              <a:rPr sz="2100" spc="-95" dirty="0">
                <a:latin typeface="Tahoma"/>
                <a:cs typeface="Tahoma"/>
              </a:rPr>
              <a:t>(</a:t>
            </a:r>
            <a:r>
              <a:rPr sz="2100" i="1" dirty="0">
                <a:latin typeface="Times New Roman"/>
                <a:cs typeface="Times New Roman"/>
              </a:rPr>
              <a:t>a</a:t>
            </a:r>
            <a:r>
              <a:rPr sz="2100" spc="-95" dirty="0">
                <a:latin typeface="Tahoma"/>
                <a:cs typeface="Tahoma"/>
              </a:rPr>
              <a:t>)</a:t>
            </a:r>
            <a:r>
              <a:rPr sz="2100" spc="-60" dirty="0">
                <a:latin typeface="Tahoma"/>
                <a:cs typeface="Tahoma"/>
              </a:rPr>
              <a:t> </a:t>
            </a:r>
            <a:r>
              <a:rPr sz="2100" spc="-75" dirty="0">
                <a:latin typeface="Tahoma"/>
                <a:cs typeface="Tahoma"/>
              </a:rPr>
              <a:t>=</a:t>
            </a:r>
            <a:r>
              <a:rPr sz="2100" spc="-60" dirty="0">
                <a:latin typeface="Tahoma"/>
                <a:cs typeface="Tahoma"/>
              </a:rPr>
              <a:t> </a:t>
            </a:r>
            <a:r>
              <a:rPr sz="2100" i="1" dirty="0">
                <a:latin typeface="Times New Roman"/>
                <a:cs typeface="Times New Roman"/>
              </a:rPr>
              <a:t>c</a:t>
            </a:r>
            <a:endParaRPr sz="2100" dirty="0">
              <a:latin typeface="Times New Roman"/>
              <a:cs typeface="Times New Roman"/>
            </a:endParaRPr>
          </a:p>
        </p:txBody>
      </p:sp>
      <p:sp>
        <p:nvSpPr>
          <p:cNvPr id="9" name="Slide Number Placeholder 8">
            <a:extLst>
              <a:ext uri="{FF2B5EF4-FFF2-40B4-BE49-F238E27FC236}">
                <a16:creationId xmlns:a16="http://schemas.microsoft.com/office/drawing/2014/main" id="{26BD9F82-FF61-9571-89DF-2559ECB7BA89}"/>
              </a:ext>
            </a:extLst>
          </p:cNvPr>
          <p:cNvSpPr>
            <a:spLocks noGrp="1"/>
          </p:cNvSpPr>
          <p:nvPr>
            <p:ph type="sldNum" sz="quarter" idx="2"/>
          </p:nvPr>
        </p:nvSpPr>
        <p:spPr/>
        <p:txBody>
          <a:bodyPr/>
          <a:lstStyle/>
          <a:p>
            <a:fld id="{86CB4B4D-7CA3-9044-876B-883B54F8677D}" type="slidenum">
              <a:rPr lang="en-US" smtClean="0"/>
              <a:pPr/>
              <a:t>19</a:t>
            </a:fld>
            <a:r>
              <a:rPr lang="en-US" dirty="0"/>
              <a:t>/33</a:t>
            </a:r>
          </a:p>
        </p:txBody>
      </p:sp>
      <p:sp>
        <p:nvSpPr>
          <p:cNvPr id="10" name="Footer Placeholder 9">
            <a:extLst>
              <a:ext uri="{FF2B5EF4-FFF2-40B4-BE49-F238E27FC236}">
                <a16:creationId xmlns:a16="http://schemas.microsoft.com/office/drawing/2014/main" id="{4BE99A55-3D07-DDB5-F93A-F3C6AA5E7574}"/>
              </a:ext>
            </a:extLst>
          </p:cNvPr>
          <p:cNvSpPr>
            <a:spLocks noGrp="1"/>
          </p:cNvSpPr>
          <p:nvPr>
            <p:ph type="ftr" sz="quarter" idx="5"/>
          </p:nvPr>
        </p:nvSpPr>
        <p:spPr/>
        <p:txBody>
          <a:bodyPr/>
          <a:lstStyle/>
          <a:p>
            <a:pPr defTabSz="406400" hangingPunct="0">
              <a:defRPr/>
            </a:pPr>
            <a:r>
              <a:rPr lang="en-US" dirty="0"/>
              <a:t>Week-6</a:t>
            </a:r>
          </a:p>
        </p:txBody>
      </p:sp>
      <p:sp>
        <p:nvSpPr>
          <p:cNvPr id="11" name="Rectangle 10">
            <a:extLst>
              <a:ext uri="{FF2B5EF4-FFF2-40B4-BE49-F238E27FC236}">
                <a16:creationId xmlns:a16="http://schemas.microsoft.com/office/drawing/2014/main" id="{29C000AB-252F-B68C-0E04-4673F7361418}"/>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0BD147D-979E-9EDF-0FD3-7DCCD61A6B2C}"/>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D9F98B-AE2C-A6FB-C217-8A2D82CB2BF2}"/>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51963CF-76A8-35A2-0AFE-1EF0120B0C0A}"/>
              </a:ext>
            </a:extLst>
          </p:cNvPr>
          <p:cNvSpPr txBox="1"/>
          <p:nvPr/>
        </p:nvSpPr>
        <p:spPr>
          <a:xfrm>
            <a:off x="1587744" y="4459843"/>
            <a:ext cx="6433511" cy="1569660"/>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Söhne"/>
              </a:rPr>
              <a:t>∃</a:t>
            </a:r>
            <a:r>
              <a:rPr lang="en-US" i="1" dirty="0">
                <a:latin typeface="Times New Roman"/>
                <a:cs typeface="Times New Roman"/>
              </a:rPr>
              <a:t>c</a:t>
            </a:r>
            <a:r>
              <a:rPr lang="en-US" b="0" i="0" dirty="0">
                <a:effectLst/>
                <a:latin typeface="Söhne"/>
              </a:rPr>
              <a:t>: There exists a value </a:t>
            </a:r>
            <a:r>
              <a:rPr lang="en-US" i="1" dirty="0">
                <a:latin typeface="Times New Roman"/>
                <a:cs typeface="Times New Roman"/>
              </a:rPr>
              <a:t>c</a:t>
            </a:r>
            <a:r>
              <a:rPr lang="en-US" b="0" i="0" dirty="0">
                <a:effectLst/>
                <a:latin typeface="Söhne"/>
              </a:rPr>
              <a:t>.</a:t>
            </a:r>
          </a:p>
          <a:p>
            <a:pPr marL="285750" indent="-285750" algn="l">
              <a:buFont typeface="Arial" panose="020B0604020202020204" pitchFamily="34" charset="0"/>
              <a:buChar char="•"/>
            </a:pPr>
            <a:r>
              <a:rPr lang="en-US" b="0" i="0" dirty="0">
                <a:effectLst/>
                <a:latin typeface="Söhne"/>
              </a:rPr>
              <a:t>∀</a:t>
            </a:r>
            <a:r>
              <a:rPr lang="en-US" i="1" dirty="0">
                <a:latin typeface="Times New Roman"/>
                <a:cs typeface="Times New Roman"/>
              </a:rPr>
              <a:t>a</a:t>
            </a:r>
            <a:r>
              <a:rPr lang="en-US" b="0" i="0" dirty="0">
                <a:effectLst/>
                <a:latin typeface="Söhne"/>
              </a:rPr>
              <a:t> ∈ </a:t>
            </a:r>
            <a:r>
              <a:rPr lang="en-US" i="1" dirty="0">
                <a:latin typeface="Times New Roman"/>
                <a:cs typeface="Times New Roman"/>
              </a:rPr>
              <a:t>A</a:t>
            </a:r>
            <a:r>
              <a:rPr lang="en-US" b="0" i="0" dirty="0">
                <a:effectLst/>
                <a:latin typeface="Söhne"/>
              </a:rPr>
              <a:t>: For all possible actions </a:t>
            </a:r>
            <a:r>
              <a:rPr lang="en-US" i="1" dirty="0">
                <a:latin typeface="Times New Roman"/>
                <a:cs typeface="Times New Roman"/>
              </a:rPr>
              <a:t>a</a:t>
            </a:r>
            <a:r>
              <a:rPr lang="en-US" sz="2100" i="1" dirty="0">
                <a:latin typeface="Times New Roman"/>
                <a:cs typeface="Times New Roman"/>
              </a:rPr>
              <a:t> </a:t>
            </a:r>
            <a:r>
              <a:rPr lang="en-US" b="0" i="0" dirty="0">
                <a:effectLst/>
                <a:latin typeface="Söhne"/>
              </a:rPr>
              <a:t>that players can take, where </a:t>
            </a:r>
            <a:r>
              <a:rPr lang="en-US" i="1" dirty="0">
                <a:latin typeface="Times New Roman"/>
                <a:cs typeface="Times New Roman"/>
              </a:rPr>
              <a:t>a</a:t>
            </a:r>
            <a:r>
              <a:rPr lang="en-US" b="0" i="0" dirty="0">
                <a:effectLst/>
                <a:latin typeface="Söhne"/>
              </a:rPr>
              <a:t> belongs to the set </a:t>
            </a:r>
            <a:r>
              <a:rPr lang="en-US" i="1" dirty="0">
                <a:latin typeface="Times New Roman"/>
                <a:cs typeface="Times New Roman"/>
              </a:rPr>
              <a:t>A</a:t>
            </a:r>
            <a:r>
              <a:rPr lang="en-US" b="0" i="0" dirty="0">
                <a:effectLst/>
                <a:latin typeface="Söhne"/>
              </a:rPr>
              <a:t> of possible actions.</a:t>
            </a:r>
          </a:p>
          <a:p>
            <a:pPr marL="285750" indent="-285750" algn="l">
              <a:buFont typeface="Arial" panose="020B0604020202020204" pitchFamily="34" charset="0"/>
              <a:buChar char="•"/>
            </a:pPr>
            <a:r>
              <a:rPr lang="en-US" i="1" dirty="0">
                <a:latin typeface="Times New Roman"/>
                <a:cs typeface="Times New Roman"/>
              </a:rPr>
              <a:t>u</a:t>
            </a:r>
            <a:r>
              <a:rPr lang="en-US" b="0" i="0" baseline="-25000" dirty="0">
                <a:effectLst/>
                <a:latin typeface="Söhne"/>
              </a:rPr>
              <a:t>1</a:t>
            </a:r>
            <a:r>
              <a:rPr lang="en-US" b="0" i="0" dirty="0">
                <a:effectLst/>
                <a:latin typeface="Söhne"/>
              </a:rPr>
              <a:t>(</a:t>
            </a:r>
            <a:r>
              <a:rPr lang="en-US" i="1" dirty="0">
                <a:latin typeface="Times New Roman"/>
                <a:cs typeface="Times New Roman"/>
              </a:rPr>
              <a:t>a</a:t>
            </a:r>
            <a:r>
              <a:rPr lang="en-US" b="0" i="0" dirty="0">
                <a:effectLst/>
                <a:latin typeface="Söhne"/>
              </a:rPr>
              <a:t>): The utility (payoff) function of Player 1 for action </a:t>
            </a:r>
            <a:r>
              <a:rPr lang="en-US" i="1" dirty="0">
                <a:latin typeface="Times New Roman"/>
                <a:cs typeface="Times New Roman"/>
              </a:rPr>
              <a:t>a</a:t>
            </a:r>
            <a:r>
              <a:rPr lang="en-US" b="0" i="0" dirty="0">
                <a:effectLst/>
                <a:latin typeface="Söhne"/>
              </a:rPr>
              <a:t>.</a:t>
            </a:r>
          </a:p>
          <a:p>
            <a:pPr marL="285750" indent="-285750" algn="l">
              <a:buFont typeface="Arial" panose="020B0604020202020204" pitchFamily="34" charset="0"/>
              <a:buChar char="•"/>
            </a:pPr>
            <a:r>
              <a:rPr lang="en-US" i="1" dirty="0">
                <a:latin typeface="Times New Roman"/>
                <a:cs typeface="Times New Roman"/>
              </a:rPr>
              <a:t>u</a:t>
            </a:r>
            <a:r>
              <a:rPr lang="en-US" b="0" i="0" baseline="-25000" dirty="0">
                <a:effectLst/>
                <a:latin typeface="Söhne"/>
              </a:rPr>
              <a:t>2</a:t>
            </a:r>
            <a:r>
              <a:rPr lang="en-US" b="0" i="0" dirty="0">
                <a:effectLst/>
                <a:latin typeface="Söhne"/>
              </a:rPr>
              <a:t>(</a:t>
            </a:r>
            <a:r>
              <a:rPr lang="en-US" sz="2100" i="1" dirty="0">
                <a:latin typeface="Times New Roman"/>
                <a:cs typeface="Times New Roman"/>
              </a:rPr>
              <a:t>a</a:t>
            </a:r>
            <a:r>
              <a:rPr lang="en-US" b="0" i="0" dirty="0">
                <a:effectLst/>
                <a:latin typeface="Söhne"/>
              </a:rPr>
              <a:t>): The utility (payoff) function of Player 2 for action </a:t>
            </a:r>
            <a:r>
              <a:rPr lang="en-US" i="1" dirty="0">
                <a:latin typeface="Times New Roman"/>
                <a:cs typeface="Times New Roman"/>
              </a:rPr>
              <a:t>a</a:t>
            </a:r>
            <a:r>
              <a:rPr lang="en-US" b="0" i="0" dirty="0">
                <a:effectLst/>
                <a:latin typeface="Söhne"/>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200" dirty="0"/>
              <a:t>T</a:t>
            </a:r>
            <a:r>
              <a:rPr dirty="0"/>
              <a:t>wo-person</a:t>
            </a:r>
            <a:r>
              <a:rPr spc="-5" dirty="0"/>
              <a:t> </a:t>
            </a:r>
            <a:r>
              <a:rPr spc="-25" dirty="0"/>
              <a:t>Z</a:t>
            </a:r>
            <a:r>
              <a:rPr dirty="0"/>
              <a:t>ero-sum</a:t>
            </a:r>
            <a:r>
              <a:rPr spc="-5" dirty="0"/>
              <a:t> </a:t>
            </a:r>
            <a:r>
              <a:rPr dirty="0"/>
              <a:t>games</a:t>
            </a:r>
          </a:p>
        </p:txBody>
      </p:sp>
      <p:sp>
        <p:nvSpPr>
          <p:cNvPr id="5" name="object 5"/>
          <p:cNvSpPr txBox="1"/>
          <p:nvPr/>
        </p:nvSpPr>
        <p:spPr>
          <a:xfrm>
            <a:off x="410858" y="1981200"/>
            <a:ext cx="7256145" cy="3735125"/>
          </a:xfrm>
          <a:prstGeom prst="rect">
            <a:avLst/>
          </a:prstGeom>
        </p:spPr>
        <p:txBody>
          <a:bodyPr vert="horz" wrap="square" lIns="0" tIns="0" rIns="0" bIns="0" rtlCol="0">
            <a:spAutoFit/>
          </a:bodyPr>
          <a:lstStyle/>
          <a:p>
            <a:pPr marL="12700" marR="5080">
              <a:lnSpc>
                <a:spcPct val="107800"/>
              </a:lnSpc>
            </a:pPr>
            <a:r>
              <a:rPr sz="2100" spc="85" dirty="0">
                <a:latin typeface="Tahoma"/>
                <a:cs typeface="Tahoma"/>
              </a:rPr>
              <a:t>T</a:t>
            </a:r>
            <a:r>
              <a:rPr sz="2100" spc="60" dirty="0">
                <a:latin typeface="Tahoma"/>
                <a:cs typeface="Tahoma"/>
              </a:rPr>
              <a:t>w</a:t>
            </a:r>
            <a:r>
              <a:rPr sz="2100" spc="65" dirty="0">
                <a:latin typeface="Tahoma"/>
                <a:cs typeface="Tahoma"/>
              </a:rPr>
              <a:t>o-p</a:t>
            </a:r>
            <a:r>
              <a:rPr sz="2100" spc="80" dirty="0">
                <a:latin typeface="Tahoma"/>
                <a:cs typeface="Tahoma"/>
              </a:rPr>
              <a:t>e</a:t>
            </a:r>
            <a:r>
              <a:rPr sz="2100" spc="40" dirty="0">
                <a:latin typeface="Tahoma"/>
                <a:cs typeface="Tahoma"/>
              </a:rPr>
              <a:t>r</a:t>
            </a:r>
            <a:r>
              <a:rPr sz="2100" spc="105" dirty="0">
                <a:latin typeface="Tahoma"/>
                <a:cs typeface="Tahoma"/>
              </a:rPr>
              <a:t>s</a:t>
            </a:r>
            <a:r>
              <a:rPr sz="2100" spc="70" dirty="0">
                <a:latin typeface="Tahoma"/>
                <a:cs typeface="Tahoma"/>
              </a:rPr>
              <a:t>on</a:t>
            </a:r>
            <a:r>
              <a:rPr sz="2100" spc="30" dirty="0">
                <a:latin typeface="Tahoma"/>
                <a:cs typeface="Tahoma"/>
              </a:rPr>
              <a:t> </a:t>
            </a:r>
            <a:r>
              <a:rPr sz="2100" spc="15" dirty="0">
                <a:latin typeface="Tahoma"/>
                <a:cs typeface="Tahoma"/>
              </a:rPr>
              <a:t>Z</a:t>
            </a:r>
            <a:r>
              <a:rPr sz="2100" spc="80" dirty="0">
                <a:latin typeface="Tahoma"/>
                <a:cs typeface="Tahoma"/>
              </a:rPr>
              <a:t>e</a:t>
            </a:r>
            <a:r>
              <a:rPr sz="2100" spc="40" dirty="0">
                <a:latin typeface="Tahoma"/>
                <a:cs typeface="Tahoma"/>
              </a:rPr>
              <a:t>r</a:t>
            </a:r>
            <a:r>
              <a:rPr sz="2100" spc="60" dirty="0">
                <a:latin typeface="Tahoma"/>
                <a:cs typeface="Tahoma"/>
              </a:rPr>
              <a:t>o-</a:t>
            </a:r>
            <a:r>
              <a:rPr sz="2100" spc="105" dirty="0">
                <a:latin typeface="Tahoma"/>
                <a:cs typeface="Tahoma"/>
              </a:rPr>
              <a:t>s</a:t>
            </a:r>
            <a:r>
              <a:rPr sz="2100" spc="35" dirty="0">
                <a:latin typeface="Tahoma"/>
                <a:cs typeface="Tahoma"/>
              </a:rPr>
              <a:t>u</a:t>
            </a:r>
            <a:r>
              <a:rPr sz="2100" spc="85" dirty="0">
                <a:latin typeface="Tahoma"/>
                <a:cs typeface="Tahoma"/>
              </a:rPr>
              <a:t>m</a:t>
            </a:r>
            <a:r>
              <a:rPr sz="2100" spc="30" dirty="0">
                <a:latin typeface="Tahoma"/>
                <a:cs typeface="Tahoma"/>
              </a:rPr>
              <a:t> </a:t>
            </a:r>
            <a:r>
              <a:rPr sz="2100" spc="90" dirty="0">
                <a:latin typeface="Tahoma"/>
                <a:cs typeface="Tahoma"/>
              </a:rPr>
              <a:t>g</a:t>
            </a:r>
            <a:r>
              <a:rPr sz="2100" spc="40" dirty="0">
                <a:latin typeface="Tahoma"/>
                <a:cs typeface="Tahoma"/>
              </a:rPr>
              <a:t>a</a:t>
            </a:r>
            <a:r>
              <a:rPr sz="2100" spc="80" dirty="0">
                <a:latin typeface="Tahoma"/>
                <a:cs typeface="Tahoma"/>
              </a:rPr>
              <a:t>me</a:t>
            </a:r>
            <a:r>
              <a:rPr sz="2100" spc="105" dirty="0">
                <a:latin typeface="Tahoma"/>
                <a:cs typeface="Tahoma"/>
              </a:rPr>
              <a:t>s</a:t>
            </a:r>
            <a:r>
              <a:rPr sz="2100" spc="30" dirty="0">
                <a:latin typeface="Tahoma"/>
                <a:cs typeface="Tahoma"/>
              </a:rPr>
              <a:t> </a:t>
            </a:r>
            <a:r>
              <a:rPr sz="2100" spc="40" dirty="0">
                <a:latin typeface="Tahoma"/>
                <a:cs typeface="Tahoma"/>
              </a:rPr>
              <a:t>ar</a:t>
            </a:r>
            <a:r>
              <a:rPr sz="2100" spc="80" dirty="0">
                <a:latin typeface="Tahoma"/>
                <a:cs typeface="Tahoma"/>
              </a:rPr>
              <a:t>e</a:t>
            </a:r>
            <a:r>
              <a:rPr sz="2100" spc="30" dirty="0">
                <a:latin typeface="Tahoma"/>
                <a:cs typeface="Tahoma"/>
              </a:rPr>
              <a:t> </a:t>
            </a:r>
            <a:r>
              <a:rPr sz="2100" spc="180" dirty="0">
                <a:latin typeface="Tahoma"/>
                <a:cs typeface="Tahoma"/>
              </a:rPr>
              <a:t>t</a:t>
            </a:r>
            <a:r>
              <a:rPr sz="2100" spc="35" dirty="0">
                <a:latin typeface="Tahoma"/>
                <a:cs typeface="Tahoma"/>
              </a:rPr>
              <a:t>h</a:t>
            </a:r>
            <a:r>
              <a:rPr sz="2100" spc="80" dirty="0">
                <a:latin typeface="Tahoma"/>
                <a:cs typeface="Tahoma"/>
              </a:rPr>
              <a:t>e</a:t>
            </a:r>
            <a:r>
              <a:rPr sz="2100" spc="30" dirty="0">
                <a:latin typeface="Tahoma"/>
                <a:cs typeface="Tahoma"/>
              </a:rPr>
              <a:t> </a:t>
            </a:r>
            <a:r>
              <a:rPr lang="en-US" sz="2100" spc="90" dirty="0">
                <a:latin typeface="Tahoma"/>
                <a:cs typeface="Tahoma"/>
              </a:rPr>
              <a:t>best-understood</a:t>
            </a:r>
            <a:r>
              <a:rPr sz="2100" spc="35" dirty="0">
                <a:latin typeface="Tahoma"/>
                <a:cs typeface="Tahoma"/>
              </a:rPr>
              <a:t> </a:t>
            </a:r>
            <a:r>
              <a:rPr sz="2100" spc="114" dirty="0">
                <a:latin typeface="Tahoma"/>
                <a:cs typeface="Tahoma"/>
              </a:rPr>
              <a:t>f</a:t>
            </a:r>
            <a:r>
              <a:rPr sz="2100" spc="65" dirty="0">
                <a:latin typeface="Tahoma"/>
                <a:cs typeface="Tahoma"/>
              </a:rPr>
              <a:t>or</a:t>
            </a:r>
            <a:r>
              <a:rPr sz="2100" spc="85" dirty="0">
                <a:latin typeface="Tahoma"/>
                <a:cs typeface="Tahoma"/>
              </a:rPr>
              <a:t>m</a:t>
            </a:r>
            <a:r>
              <a:rPr sz="2100" spc="30" dirty="0">
                <a:latin typeface="Tahoma"/>
                <a:cs typeface="Tahoma"/>
              </a:rPr>
              <a:t> </a:t>
            </a:r>
            <a:r>
              <a:rPr sz="2100" spc="105" dirty="0">
                <a:latin typeface="Tahoma"/>
                <a:cs typeface="Tahoma"/>
              </a:rPr>
              <a:t>of</a:t>
            </a:r>
            <a:r>
              <a:rPr sz="2100" spc="30" dirty="0">
                <a:latin typeface="Tahoma"/>
                <a:cs typeface="Tahoma"/>
              </a:rPr>
              <a:t> </a:t>
            </a:r>
            <a:r>
              <a:rPr sz="2100" spc="90" dirty="0">
                <a:latin typeface="Tahoma"/>
                <a:cs typeface="Tahoma"/>
              </a:rPr>
              <a:t>g</a:t>
            </a:r>
            <a:r>
              <a:rPr sz="2100" spc="40" dirty="0">
                <a:latin typeface="Tahoma"/>
                <a:cs typeface="Tahoma"/>
              </a:rPr>
              <a:t>a</a:t>
            </a:r>
            <a:r>
              <a:rPr sz="2100" spc="80" dirty="0">
                <a:latin typeface="Tahoma"/>
                <a:cs typeface="Tahoma"/>
              </a:rPr>
              <a:t>me</a:t>
            </a:r>
            <a:r>
              <a:rPr sz="2100" spc="105" dirty="0">
                <a:latin typeface="Tahoma"/>
                <a:cs typeface="Tahoma"/>
              </a:rPr>
              <a:t>s</a:t>
            </a:r>
            <a:r>
              <a:rPr lang="en-US" sz="2100" spc="105" dirty="0">
                <a:latin typeface="Tahoma"/>
                <a:cs typeface="Tahoma"/>
              </a:rPr>
              <a:t>.</a:t>
            </a:r>
            <a:r>
              <a:rPr sz="2100" spc="70" dirty="0">
                <a:latin typeface="Tahoma"/>
                <a:cs typeface="Tahoma"/>
              </a:rPr>
              <a:t> </a:t>
            </a:r>
            <a:r>
              <a:rPr sz="2100" spc="85" dirty="0">
                <a:latin typeface="Tahoma"/>
                <a:cs typeface="Tahoma"/>
              </a:rPr>
              <a:t>T</a:t>
            </a:r>
            <a:r>
              <a:rPr sz="2100" spc="35" dirty="0">
                <a:latin typeface="Tahoma"/>
                <a:cs typeface="Tahoma"/>
              </a:rPr>
              <a:t>h</a:t>
            </a:r>
            <a:r>
              <a:rPr sz="2100" spc="80" dirty="0">
                <a:latin typeface="Tahoma"/>
                <a:cs typeface="Tahoma"/>
              </a:rPr>
              <a:t>e</a:t>
            </a:r>
            <a:r>
              <a:rPr sz="2100" spc="105" dirty="0">
                <a:latin typeface="Tahoma"/>
                <a:cs typeface="Tahoma"/>
              </a:rPr>
              <a:t>s</a:t>
            </a:r>
            <a:r>
              <a:rPr sz="2100" spc="80" dirty="0">
                <a:latin typeface="Tahoma"/>
                <a:cs typeface="Tahoma"/>
              </a:rPr>
              <a:t>e</a:t>
            </a:r>
            <a:r>
              <a:rPr sz="2100" spc="30" dirty="0">
                <a:latin typeface="Tahoma"/>
                <a:cs typeface="Tahoma"/>
              </a:rPr>
              <a:t> </a:t>
            </a:r>
            <a:r>
              <a:rPr sz="2100" spc="90" dirty="0">
                <a:latin typeface="Tahoma"/>
                <a:cs typeface="Tahoma"/>
              </a:rPr>
              <a:t>g</a:t>
            </a:r>
            <a:r>
              <a:rPr sz="2100" spc="40" dirty="0">
                <a:latin typeface="Tahoma"/>
                <a:cs typeface="Tahoma"/>
              </a:rPr>
              <a:t>a</a:t>
            </a:r>
            <a:r>
              <a:rPr sz="2100" spc="80" dirty="0">
                <a:latin typeface="Tahoma"/>
                <a:cs typeface="Tahoma"/>
              </a:rPr>
              <a:t>me</a:t>
            </a:r>
            <a:r>
              <a:rPr sz="2100" spc="105" dirty="0">
                <a:latin typeface="Tahoma"/>
                <a:cs typeface="Tahoma"/>
              </a:rPr>
              <a:t>s</a:t>
            </a:r>
            <a:r>
              <a:rPr sz="2100" spc="30" dirty="0">
                <a:latin typeface="Tahoma"/>
                <a:cs typeface="Tahoma"/>
              </a:rPr>
              <a:t> </a:t>
            </a:r>
            <a:r>
              <a:rPr sz="2100" spc="40" dirty="0">
                <a:latin typeface="Tahoma"/>
                <a:cs typeface="Tahoma"/>
              </a:rPr>
              <a:t>ar</a:t>
            </a:r>
            <a:r>
              <a:rPr sz="2100" spc="80" dirty="0">
                <a:latin typeface="Tahoma"/>
                <a:cs typeface="Tahoma"/>
              </a:rPr>
              <a:t>e</a:t>
            </a:r>
            <a:r>
              <a:rPr sz="2100" spc="30" dirty="0">
                <a:latin typeface="Tahoma"/>
                <a:cs typeface="Tahoma"/>
              </a:rPr>
              <a:t> </a:t>
            </a:r>
            <a:r>
              <a:rPr sz="2100" spc="40" dirty="0">
                <a:latin typeface="Tahoma"/>
                <a:cs typeface="Tahoma"/>
              </a:rPr>
              <a:t>a</a:t>
            </a:r>
            <a:r>
              <a:rPr sz="2100" spc="30" dirty="0">
                <a:latin typeface="Tahoma"/>
                <a:cs typeface="Tahoma"/>
              </a:rPr>
              <a:t> </a:t>
            </a:r>
            <a:r>
              <a:rPr sz="2100" spc="105" dirty="0">
                <a:latin typeface="Tahoma"/>
                <a:cs typeface="Tahoma"/>
              </a:rPr>
              <a:t>s</a:t>
            </a:r>
            <a:r>
              <a:rPr sz="2100" spc="75" dirty="0">
                <a:latin typeface="Tahoma"/>
                <a:cs typeface="Tahoma"/>
              </a:rPr>
              <a:t>p</a:t>
            </a:r>
            <a:r>
              <a:rPr sz="2100" spc="80" dirty="0">
                <a:latin typeface="Tahoma"/>
                <a:cs typeface="Tahoma"/>
              </a:rPr>
              <a:t>e</a:t>
            </a:r>
            <a:r>
              <a:rPr sz="2100" spc="140" dirty="0">
                <a:latin typeface="Tahoma"/>
                <a:cs typeface="Tahoma"/>
              </a:rPr>
              <a:t>c</a:t>
            </a:r>
            <a:r>
              <a:rPr sz="2100" spc="5" dirty="0">
                <a:latin typeface="Tahoma"/>
                <a:cs typeface="Tahoma"/>
              </a:rPr>
              <a:t>i</a:t>
            </a:r>
            <a:r>
              <a:rPr sz="2100" spc="40" dirty="0">
                <a:latin typeface="Tahoma"/>
                <a:cs typeface="Tahoma"/>
              </a:rPr>
              <a:t>a</a:t>
            </a:r>
            <a:r>
              <a:rPr sz="2100" spc="5" dirty="0">
                <a:latin typeface="Tahoma"/>
                <a:cs typeface="Tahoma"/>
              </a:rPr>
              <a:t>l</a:t>
            </a:r>
            <a:r>
              <a:rPr sz="2100" spc="35" dirty="0">
                <a:latin typeface="Tahoma"/>
                <a:cs typeface="Tahoma"/>
              </a:rPr>
              <a:t> </a:t>
            </a:r>
            <a:r>
              <a:rPr sz="2100" spc="140" dirty="0">
                <a:latin typeface="Tahoma"/>
                <a:cs typeface="Tahoma"/>
              </a:rPr>
              <a:t>c</a:t>
            </a:r>
            <a:r>
              <a:rPr sz="2100" spc="40" dirty="0">
                <a:latin typeface="Tahoma"/>
                <a:cs typeface="Tahoma"/>
              </a:rPr>
              <a:t>a</a:t>
            </a:r>
            <a:r>
              <a:rPr sz="2100" spc="105" dirty="0">
                <a:latin typeface="Tahoma"/>
                <a:cs typeface="Tahoma"/>
              </a:rPr>
              <a:t>s</a:t>
            </a:r>
            <a:r>
              <a:rPr sz="2100" spc="80" dirty="0">
                <a:latin typeface="Tahoma"/>
                <a:cs typeface="Tahoma"/>
              </a:rPr>
              <a:t>e</a:t>
            </a:r>
            <a:r>
              <a:rPr sz="2100" spc="30" dirty="0">
                <a:latin typeface="Tahoma"/>
                <a:cs typeface="Tahoma"/>
              </a:rPr>
              <a:t> </a:t>
            </a:r>
            <a:r>
              <a:rPr sz="2100" spc="105" dirty="0">
                <a:latin typeface="Tahoma"/>
                <a:cs typeface="Tahoma"/>
              </a:rPr>
              <a:t>of</a:t>
            </a:r>
            <a:r>
              <a:rPr sz="2100" spc="30" dirty="0">
                <a:latin typeface="Tahoma"/>
                <a:cs typeface="Tahoma"/>
              </a:rPr>
              <a:t> </a:t>
            </a:r>
            <a:r>
              <a:rPr sz="2100" spc="75" dirty="0">
                <a:latin typeface="Tahoma"/>
                <a:cs typeface="Tahoma"/>
              </a:rPr>
              <a:t>p</a:t>
            </a:r>
            <a:r>
              <a:rPr sz="2100" spc="35" dirty="0">
                <a:latin typeface="Tahoma"/>
                <a:cs typeface="Tahoma"/>
              </a:rPr>
              <a:t>u</a:t>
            </a:r>
            <a:r>
              <a:rPr sz="2100" spc="40" dirty="0">
                <a:latin typeface="Tahoma"/>
                <a:cs typeface="Tahoma"/>
              </a:rPr>
              <a:t>r</a:t>
            </a:r>
            <a:r>
              <a:rPr sz="2100" spc="80" dirty="0">
                <a:latin typeface="Tahoma"/>
                <a:cs typeface="Tahoma"/>
              </a:rPr>
              <a:t>e</a:t>
            </a:r>
            <a:r>
              <a:rPr sz="2100" spc="30" dirty="0">
                <a:latin typeface="Tahoma"/>
                <a:cs typeface="Tahoma"/>
              </a:rPr>
              <a:t> </a:t>
            </a:r>
            <a:r>
              <a:rPr sz="2100" spc="140" dirty="0">
                <a:latin typeface="Tahoma"/>
                <a:cs typeface="Tahoma"/>
              </a:rPr>
              <a:t>c</a:t>
            </a:r>
            <a:r>
              <a:rPr sz="2100" spc="85" dirty="0">
                <a:latin typeface="Tahoma"/>
                <a:cs typeface="Tahoma"/>
              </a:rPr>
              <a:t>omp</a:t>
            </a:r>
            <a:r>
              <a:rPr sz="2100" spc="80" dirty="0">
                <a:latin typeface="Tahoma"/>
                <a:cs typeface="Tahoma"/>
              </a:rPr>
              <a:t>e</a:t>
            </a:r>
            <a:r>
              <a:rPr sz="2100" spc="180" dirty="0">
                <a:latin typeface="Tahoma"/>
                <a:cs typeface="Tahoma"/>
              </a:rPr>
              <a:t>t</a:t>
            </a:r>
            <a:r>
              <a:rPr sz="2100" spc="5" dirty="0">
                <a:latin typeface="Tahoma"/>
                <a:cs typeface="Tahoma"/>
              </a:rPr>
              <a:t>i</a:t>
            </a:r>
            <a:r>
              <a:rPr sz="2100" spc="180" dirty="0">
                <a:latin typeface="Tahoma"/>
                <a:cs typeface="Tahoma"/>
              </a:rPr>
              <a:t>t</a:t>
            </a:r>
            <a:r>
              <a:rPr sz="2100" spc="5" dirty="0">
                <a:latin typeface="Tahoma"/>
                <a:cs typeface="Tahoma"/>
              </a:rPr>
              <a:t>i</a:t>
            </a:r>
            <a:r>
              <a:rPr sz="2100" spc="70" dirty="0">
                <a:latin typeface="Tahoma"/>
                <a:cs typeface="Tahoma"/>
              </a:rPr>
              <a:t>on</a:t>
            </a:r>
            <a:r>
              <a:rPr lang="en-US" sz="2100" spc="70" dirty="0">
                <a:latin typeface="Tahoma"/>
                <a:cs typeface="Tahoma"/>
              </a:rPr>
              <a:t>.</a:t>
            </a:r>
          </a:p>
          <a:p>
            <a:pPr marL="12700" marR="5080">
              <a:lnSpc>
                <a:spcPct val="107800"/>
              </a:lnSpc>
            </a:pPr>
            <a:endParaRPr sz="2100" dirty="0">
              <a:latin typeface="Tahoma"/>
              <a:cs typeface="Tahoma"/>
            </a:endParaRPr>
          </a:p>
          <a:p>
            <a:pPr marL="12700" marR="143510"/>
            <a:r>
              <a:rPr sz="2100" spc="85" dirty="0">
                <a:latin typeface="Tahoma"/>
                <a:cs typeface="Tahoma"/>
              </a:rPr>
              <a:t>T</a:t>
            </a:r>
            <a:r>
              <a:rPr sz="2100" spc="60" dirty="0">
                <a:latin typeface="Tahoma"/>
                <a:cs typeface="Tahoma"/>
              </a:rPr>
              <a:t>w</a:t>
            </a:r>
            <a:r>
              <a:rPr sz="2100" spc="100" dirty="0">
                <a:latin typeface="Tahoma"/>
                <a:cs typeface="Tahoma"/>
              </a:rPr>
              <a:t>o</a:t>
            </a:r>
            <a:r>
              <a:rPr sz="2100" spc="35" dirty="0">
                <a:latin typeface="Tahoma"/>
                <a:cs typeface="Tahoma"/>
              </a:rPr>
              <a:t> </a:t>
            </a:r>
            <a:r>
              <a:rPr sz="2100" spc="75" dirty="0">
                <a:latin typeface="Tahoma"/>
                <a:cs typeface="Tahoma"/>
              </a:rPr>
              <a:t>p</a:t>
            </a:r>
            <a:r>
              <a:rPr sz="2100" spc="5" dirty="0">
                <a:latin typeface="Tahoma"/>
                <a:cs typeface="Tahoma"/>
              </a:rPr>
              <a:t>l</a:t>
            </a:r>
            <a:r>
              <a:rPr sz="2100" spc="40" dirty="0">
                <a:latin typeface="Tahoma"/>
                <a:cs typeface="Tahoma"/>
              </a:rPr>
              <a:t>a</a:t>
            </a:r>
            <a:r>
              <a:rPr sz="2100" spc="114" dirty="0">
                <a:latin typeface="Tahoma"/>
                <a:cs typeface="Tahoma"/>
              </a:rPr>
              <a:t>y</a:t>
            </a:r>
            <a:r>
              <a:rPr sz="2100" spc="80" dirty="0">
                <a:latin typeface="Tahoma"/>
                <a:cs typeface="Tahoma"/>
              </a:rPr>
              <a:t>e</a:t>
            </a:r>
            <a:r>
              <a:rPr sz="2100" spc="40" dirty="0">
                <a:latin typeface="Tahoma"/>
                <a:cs typeface="Tahoma"/>
              </a:rPr>
              <a:t>r</a:t>
            </a:r>
            <a:r>
              <a:rPr sz="2100" spc="105" dirty="0">
                <a:latin typeface="Tahoma"/>
                <a:cs typeface="Tahoma"/>
              </a:rPr>
              <a:t>s</a:t>
            </a:r>
            <a:r>
              <a:rPr sz="2100" spc="30" dirty="0">
                <a:latin typeface="Tahoma"/>
                <a:cs typeface="Tahoma"/>
              </a:rPr>
              <a:t> </a:t>
            </a:r>
            <a:r>
              <a:rPr sz="2100" spc="180" dirty="0">
                <a:latin typeface="Tahoma"/>
                <a:cs typeface="Tahoma"/>
              </a:rPr>
              <a:t>t</a:t>
            </a:r>
            <a:r>
              <a:rPr sz="2100" spc="40" dirty="0">
                <a:latin typeface="Tahoma"/>
                <a:cs typeface="Tahoma"/>
              </a:rPr>
              <a:t>a</a:t>
            </a:r>
            <a:r>
              <a:rPr sz="2100" spc="65" dirty="0">
                <a:latin typeface="Tahoma"/>
                <a:cs typeface="Tahoma"/>
              </a:rPr>
              <a:t>k</a:t>
            </a:r>
            <a:r>
              <a:rPr sz="2100" spc="80" dirty="0">
                <a:latin typeface="Tahoma"/>
                <a:cs typeface="Tahoma"/>
              </a:rPr>
              <a:t>e</a:t>
            </a:r>
            <a:r>
              <a:rPr sz="2100" spc="30" dirty="0">
                <a:latin typeface="Tahoma"/>
                <a:cs typeface="Tahoma"/>
              </a:rPr>
              <a:t> </a:t>
            </a:r>
            <a:r>
              <a:rPr sz="2100" spc="180" dirty="0">
                <a:latin typeface="Tahoma"/>
                <a:cs typeface="Tahoma"/>
              </a:rPr>
              <a:t>t</a:t>
            </a:r>
            <a:r>
              <a:rPr sz="2100" spc="35" dirty="0">
                <a:latin typeface="Tahoma"/>
                <a:cs typeface="Tahoma"/>
              </a:rPr>
              <a:t>u</a:t>
            </a:r>
            <a:r>
              <a:rPr sz="2100" spc="40" dirty="0">
                <a:latin typeface="Tahoma"/>
                <a:cs typeface="Tahoma"/>
              </a:rPr>
              <a:t>r</a:t>
            </a:r>
            <a:r>
              <a:rPr sz="2100" spc="35" dirty="0">
                <a:latin typeface="Tahoma"/>
                <a:cs typeface="Tahoma"/>
              </a:rPr>
              <a:t>n</a:t>
            </a:r>
            <a:r>
              <a:rPr sz="2100" spc="105" dirty="0">
                <a:latin typeface="Tahoma"/>
                <a:cs typeface="Tahoma"/>
              </a:rPr>
              <a:t>s</a:t>
            </a:r>
            <a:r>
              <a:rPr sz="2100" spc="30" dirty="0">
                <a:latin typeface="Tahoma"/>
                <a:cs typeface="Tahoma"/>
              </a:rPr>
              <a:t> </a:t>
            </a:r>
            <a:r>
              <a:rPr sz="2100" spc="5" dirty="0">
                <a:latin typeface="Tahoma"/>
                <a:cs typeface="Tahoma"/>
              </a:rPr>
              <a:t>i</a:t>
            </a:r>
            <a:r>
              <a:rPr sz="2100" spc="35" dirty="0">
                <a:latin typeface="Tahoma"/>
                <a:cs typeface="Tahoma"/>
              </a:rPr>
              <a:t>n</a:t>
            </a:r>
            <a:r>
              <a:rPr sz="2100" spc="30" dirty="0">
                <a:latin typeface="Tahoma"/>
                <a:cs typeface="Tahoma"/>
              </a:rPr>
              <a:t> </a:t>
            </a:r>
            <a:r>
              <a:rPr sz="2100" spc="65" dirty="0">
                <a:latin typeface="Tahoma"/>
                <a:cs typeface="Tahoma"/>
              </a:rPr>
              <a:t>mak</a:t>
            </a:r>
            <a:r>
              <a:rPr sz="2100" spc="5" dirty="0">
                <a:latin typeface="Tahoma"/>
                <a:cs typeface="Tahoma"/>
              </a:rPr>
              <a:t>i</a:t>
            </a:r>
            <a:r>
              <a:rPr sz="2100" spc="35" dirty="0">
                <a:latin typeface="Tahoma"/>
                <a:cs typeface="Tahoma"/>
              </a:rPr>
              <a:t>n</a:t>
            </a:r>
            <a:r>
              <a:rPr sz="2100" spc="90" dirty="0">
                <a:latin typeface="Tahoma"/>
                <a:cs typeface="Tahoma"/>
              </a:rPr>
              <a:t>g</a:t>
            </a:r>
            <a:r>
              <a:rPr sz="2100" spc="35" dirty="0">
                <a:latin typeface="Tahoma"/>
                <a:cs typeface="Tahoma"/>
              </a:rPr>
              <a:t> </a:t>
            </a:r>
            <a:r>
              <a:rPr sz="2100" spc="40" dirty="0">
                <a:latin typeface="Tahoma"/>
                <a:cs typeface="Tahoma"/>
              </a:rPr>
              <a:t>a</a:t>
            </a:r>
            <a:r>
              <a:rPr sz="2100" spc="30" dirty="0">
                <a:latin typeface="Tahoma"/>
                <a:cs typeface="Tahoma"/>
              </a:rPr>
              <a:t> </a:t>
            </a:r>
            <a:r>
              <a:rPr sz="2100" spc="140" dirty="0">
                <a:latin typeface="Tahoma"/>
                <a:cs typeface="Tahoma"/>
              </a:rPr>
              <a:t>c</a:t>
            </a:r>
            <a:r>
              <a:rPr sz="2100" spc="35" dirty="0">
                <a:latin typeface="Tahoma"/>
                <a:cs typeface="Tahoma"/>
              </a:rPr>
              <a:t>h</a:t>
            </a:r>
            <a:r>
              <a:rPr sz="2100" spc="50" dirty="0">
                <a:latin typeface="Tahoma"/>
                <a:cs typeface="Tahoma"/>
              </a:rPr>
              <a:t>oi</a:t>
            </a:r>
            <a:r>
              <a:rPr sz="2100" spc="140" dirty="0">
                <a:latin typeface="Tahoma"/>
                <a:cs typeface="Tahoma"/>
              </a:rPr>
              <a:t>c</a:t>
            </a:r>
            <a:r>
              <a:rPr sz="2100" spc="80" dirty="0">
                <a:latin typeface="Tahoma"/>
                <a:cs typeface="Tahoma"/>
              </a:rPr>
              <a:t>e</a:t>
            </a:r>
            <a:r>
              <a:rPr sz="2100" spc="30" dirty="0">
                <a:latin typeface="Tahoma"/>
                <a:cs typeface="Tahoma"/>
              </a:rPr>
              <a:t> </a:t>
            </a:r>
            <a:r>
              <a:rPr sz="2100" spc="114" dirty="0">
                <a:latin typeface="Tahoma"/>
                <a:cs typeface="Tahoma"/>
              </a:rPr>
              <a:t>f</a:t>
            </a:r>
            <a:r>
              <a:rPr sz="2100" spc="40" dirty="0">
                <a:latin typeface="Tahoma"/>
                <a:cs typeface="Tahoma"/>
              </a:rPr>
              <a:t>r</a:t>
            </a:r>
            <a:r>
              <a:rPr sz="2100" spc="90" dirty="0">
                <a:latin typeface="Tahoma"/>
                <a:cs typeface="Tahoma"/>
              </a:rPr>
              <a:t>om</a:t>
            </a:r>
            <a:r>
              <a:rPr sz="2100" spc="30" dirty="0">
                <a:latin typeface="Tahoma"/>
                <a:cs typeface="Tahoma"/>
              </a:rPr>
              <a:t> </a:t>
            </a:r>
            <a:r>
              <a:rPr sz="2100" spc="40" dirty="0">
                <a:latin typeface="Tahoma"/>
                <a:cs typeface="Tahoma"/>
              </a:rPr>
              <a:t>a</a:t>
            </a:r>
            <a:r>
              <a:rPr sz="2100" spc="30" dirty="0">
                <a:latin typeface="Tahoma"/>
                <a:cs typeface="Tahoma"/>
              </a:rPr>
              <a:t> </a:t>
            </a:r>
            <a:r>
              <a:rPr sz="2100" spc="105" dirty="0">
                <a:latin typeface="Tahoma"/>
                <a:cs typeface="Tahoma"/>
              </a:rPr>
              <a:t>s</a:t>
            </a:r>
            <a:r>
              <a:rPr sz="2100" spc="80" dirty="0">
                <a:latin typeface="Tahoma"/>
                <a:cs typeface="Tahoma"/>
              </a:rPr>
              <a:t>e</a:t>
            </a:r>
            <a:r>
              <a:rPr sz="2100" spc="180" dirty="0">
                <a:latin typeface="Tahoma"/>
                <a:cs typeface="Tahoma"/>
              </a:rPr>
              <a:t>t</a:t>
            </a:r>
            <a:r>
              <a:rPr sz="2100" spc="35" dirty="0">
                <a:latin typeface="Tahoma"/>
                <a:cs typeface="Tahoma"/>
              </a:rPr>
              <a:t> </a:t>
            </a:r>
            <a:r>
              <a:rPr sz="2100" spc="105" dirty="0">
                <a:latin typeface="Tahoma"/>
                <a:cs typeface="Tahoma"/>
              </a:rPr>
              <a:t>of</a:t>
            </a:r>
            <a:r>
              <a:rPr lang="en-US" sz="2100" spc="105" dirty="0">
                <a:latin typeface="Tahoma"/>
                <a:cs typeface="Tahoma"/>
              </a:rPr>
              <a:t> </a:t>
            </a:r>
            <a:r>
              <a:rPr sz="2100" spc="75" dirty="0">
                <a:latin typeface="Tahoma"/>
                <a:cs typeface="Tahoma"/>
              </a:rPr>
              <a:t>p</a:t>
            </a:r>
            <a:r>
              <a:rPr sz="2100" spc="100" dirty="0">
                <a:latin typeface="Tahoma"/>
                <a:cs typeface="Tahoma"/>
              </a:rPr>
              <a:t>os</a:t>
            </a:r>
            <a:r>
              <a:rPr sz="2100" spc="105" dirty="0">
                <a:latin typeface="Tahoma"/>
                <a:cs typeface="Tahoma"/>
              </a:rPr>
              <a:t>s</a:t>
            </a:r>
            <a:r>
              <a:rPr sz="2100" spc="5" dirty="0">
                <a:latin typeface="Tahoma"/>
                <a:cs typeface="Tahoma"/>
              </a:rPr>
              <a:t>i</a:t>
            </a:r>
            <a:r>
              <a:rPr sz="2100" spc="90" dirty="0">
                <a:latin typeface="Tahoma"/>
                <a:cs typeface="Tahoma"/>
              </a:rPr>
              <a:t>b</a:t>
            </a:r>
            <a:r>
              <a:rPr sz="2100" spc="5" dirty="0">
                <a:latin typeface="Tahoma"/>
                <a:cs typeface="Tahoma"/>
              </a:rPr>
              <a:t>ili</a:t>
            </a:r>
            <a:r>
              <a:rPr sz="2100" spc="180" dirty="0">
                <a:latin typeface="Tahoma"/>
                <a:cs typeface="Tahoma"/>
              </a:rPr>
              <a:t>t</a:t>
            </a:r>
            <a:r>
              <a:rPr sz="2100" spc="5" dirty="0">
                <a:latin typeface="Tahoma"/>
                <a:cs typeface="Tahoma"/>
              </a:rPr>
              <a:t>i</a:t>
            </a:r>
            <a:r>
              <a:rPr sz="2100" spc="80" dirty="0">
                <a:latin typeface="Tahoma"/>
                <a:cs typeface="Tahoma"/>
              </a:rPr>
              <a:t>e</a:t>
            </a:r>
            <a:r>
              <a:rPr sz="2100" spc="105" dirty="0">
                <a:latin typeface="Tahoma"/>
                <a:cs typeface="Tahoma"/>
              </a:rPr>
              <a:t>s</a:t>
            </a:r>
            <a:r>
              <a:rPr sz="2100" spc="70" dirty="0">
                <a:latin typeface="Tahoma"/>
                <a:cs typeface="Tahoma"/>
              </a:rPr>
              <a:t> </a:t>
            </a:r>
            <a:endParaRPr lang="en-US" sz="2100" spc="70" dirty="0">
              <a:latin typeface="Tahoma"/>
              <a:cs typeface="Tahoma"/>
            </a:endParaRPr>
          </a:p>
          <a:p>
            <a:pPr marL="12700" marR="143510"/>
            <a:endParaRPr lang="en-US" sz="2100" spc="70" dirty="0">
              <a:latin typeface="Tahoma"/>
              <a:cs typeface="Tahoma"/>
            </a:endParaRPr>
          </a:p>
          <a:p>
            <a:pPr marL="12700" marR="143510"/>
            <a:r>
              <a:rPr sz="2100" spc="85" dirty="0">
                <a:latin typeface="Tahoma"/>
                <a:cs typeface="Tahoma"/>
              </a:rPr>
              <a:t>T</a:t>
            </a:r>
            <a:r>
              <a:rPr sz="2100" spc="35" dirty="0">
                <a:latin typeface="Tahoma"/>
                <a:cs typeface="Tahoma"/>
              </a:rPr>
              <a:t>h</a:t>
            </a:r>
            <a:r>
              <a:rPr sz="2100" spc="40" dirty="0">
                <a:latin typeface="Tahoma"/>
                <a:cs typeface="Tahoma"/>
              </a:rPr>
              <a:t>r</a:t>
            </a:r>
            <a:r>
              <a:rPr sz="2100" spc="80" dirty="0">
                <a:latin typeface="Tahoma"/>
                <a:cs typeface="Tahoma"/>
              </a:rPr>
              <a:t>ee</a:t>
            </a:r>
            <a:r>
              <a:rPr sz="2100" spc="30" dirty="0">
                <a:latin typeface="Tahoma"/>
                <a:cs typeface="Tahoma"/>
              </a:rPr>
              <a:t> </a:t>
            </a:r>
            <a:r>
              <a:rPr sz="2100" spc="75" dirty="0">
                <a:latin typeface="Tahoma"/>
                <a:cs typeface="Tahoma"/>
              </a:rPr>
              <a:t>p</a:t>
            </a:r>
            <a:r>
              <a:rPr sz="2100" spc="100" dirty="0">
                <a:latin typeface="Tahoma"/>
                <a:cs typeface="Tahoma"/>
              </a:rPr>
              <a:t>os</a:t>
            </a:r>
            <a:r>
              <a:rPr sz="2100" spc="105" dirty="0">
                <a:latin typeface="Tahoma"/>
                <a:cs typeface="Tahoma"/>
              </a:rPr>
              <a:t>s</a:t>
            </a:r>
            <a:r>
              <a:rPr sz="2100" spc="5" dirty="0">
                <a:latin typeface="Tahoma"/>
                <a:cs typeface="Tahoma"/>
              </a:rPr>
              <a:t>i</a:t>
            </a:r>
            <a:r>
              <a:rPr sz="2100" spc="90" dirty="0">
                <a:latin typeface="Tahoma"/>
                <a:cs typeface="Tahoma"/>
              </a:rPr>
              <a:t>b</a:t>
            </a:r>
            <a:r>
              <a:rPr sz="2100" spc="5" dirty="0">
                <a:latin typeface="Tahoma"/>
                <a:cs typeface="Tahoma"/>
              </a:rPr>
              <a:t>l</a:t>
            </a:r>
            <a:r>
              <a:rPr sz="2100" spc="80" dirty="0">
                <a:latin typeface="Tahoma"/>
                <a:cs typeface="Tahoma"/>
              </a:rPr>
              <a:t>e</a:t>
            </a:r>
            <a:r>
              <a:rPr sz="2100" spc="30" dirty="0">
                <a:latin typeface="Tahoma"/>
                <a:cs typeface="Tahoma"/>
              </a:rPr>
              <a:t> </a:t>
            </a:r>
            <a:r>
              <a:rPr sz="2100" spc="70" dirty="0">
                <a:latin typeface="Tahoma"/>
                <a:cs typeface="Tahoma"/>
              </a:rPr>
              <a:t>ou</a:t>
            </a:r>
            <a:r>
              <a:rPr sz="2100" spc="180" dirty="0">
                <a:latin typeface="Tahoma"/>
                <a:cs typeface="Tahoma"/>
              </a:rPr>
              <a:t>t</a:t>
            </a:r>
            <a:r>
              <a:rPr sz="2100" spc="140" dirty="0">
                <a:latin typeface="Tahoma"/>
                <a:cs typeface="Tahoma"/>
              </a:rPr>
              <a:t>c</a:t>
            </a:r>
            <a:r>
              <a:rPr sz="2100" spc="90" dirty="0">
                <a:latin typeface="Tahoma"/>
                <a:cs typeface="Tahoma"/>
              </a:rPr>
              <a:t>om</a:t>
            </a:r>
            <a:r>
              <a:rPr sz="2100" spc="65" dirty="0">
                <a:latin typeface="Tahoma"/>
                <a:cs typeface="Tahoma"/>
              </a:rPr>
              <a:t>e</a:t>
            </a:r>
            <a:r>
              <a:rPr sz="2100" spc="105" dirty="0">
                <a:latin typeface="Tahoma"/>
                <a:cs typeface="Tahoma"/>
              </a:rPr>
              <a:t>s</a:t>
            </a:r>
            <a:r>
              <a:rPr sz="2100" spc="-95" dirty="0">
                <a:latin typeface="Tahoma"/>
                <a:cs typeface="Tahoma"/>
              </a:rPr>
              <a:t>:</a:t>
            </a:r>
            <a:endParaRPr sz="2100" dirty="0">
              <a:latin typeface="Tahoma"/>
              <a:cs typeface="Tahoma"/>
            </a:endParaRPr>
          </a:p>
          <a:p>
            <a:pPr marL="685800" indent="-215900">
              <a:lnSpc>
                <a:spcPct val="100000"/>
              </a:lnSpc>
              <a:spcBef>
                <a:spcPts val="160"/>
              </a:spcBef>
              <a:buFont typeface="Tahoma"/>
              <a:buChar char="•"/>
              <a:tabLst>
                <a:tab pos="685800" algn="l"/>
              </a:tabLst>
            </a:pPr>
            <a:r>
              <a:rPr sz="2100" spc="75" dirty="0">
                <a:latin typeface="Tahoma"/>
                <a:cs typeface="Tahoma"/>
              </a:rPr>
              <a:t>d</a:t>
            </a:r>
            <a:r>
              <a:rPr sz="2100" spc="40" dirty="0">
                <a:latin typeface="Tahoma"/>
                <a:cs typeface="Tahoma"/>
              </a:rPr>
              <a:t>r</a:t>
            </a:r>
            <a:r>
              <a:rPr sz="2100" spc="50" dirty="0">
                <a:latin typeface="Tahoma"/>
                <a:cs typeface="Tahoma"/>
              </a:rPr>
              <a:t>aw</a:t>
            </a:r>
            <a:r>
              <a:rPr sz="2100" spc="30" dirty="0">
                <a:latin typeface="Tahoma"/>
                <a:cs typeface="Tahoma"/>
              </a:rPr>
              <a:t> </a:t>
            </a:r>
            <a:r>
              <a:rPr sz="2100" spc="100" dirty="0">
                <a:latin typeface="Tahoma"/>
                <a:cs typeface="Tahoma"/>
              </a:rPr>
              <a:t>(</a:t>
            </a:r>
            <a:r>
              <a:rPr sz="2100" spc="35" dirty="0">
                <a:latin typeface="Tahoma"/>
                <a:cs typeface="Tahoma"/>
              </a:rPr>
              <a:t>n</a:t>
            </a:r>
            <a:r>
              <a:rPr sz="2100" spc="100" dirty="0">
                <a:latin typeface="Tahoma"/>
                <a:cs typeface="Tahoma"/>
              </a:rPr>
              <a:t>o</a:t>
            </a:r>
            <a:r>
              <a:rPr sz="2100" spc="35" dirty="0">
                <a:latin typeface="Tahoma"/>
                <a:cs typeface="Tahoma"/>
              </a:rPr>
              <a:t> </a:t>
            </a:r>
            <a:r>
              <a:rPr sz="2100" spc="70" dirty="0">
                <a:latin typeface="Tahoma"/>
                <a:cs typeface="Tahoma"/>
              </a:rPr>
              <a:t>on</a:t>
            </a:r>
            <a:r>
              <a:rPr sz="2100" spc="80" dirty="0">
                <a:latin typeface="Tahoma"/>
                <a:cs typeface="Tahoma"/>
              </a:rPr>
              <a:t>e</a:t>
            </a:r>
            <a:r>
              <a:rPr sz="2100" spc="30" dirty="0">
                <a:latin typeface="Tahoma"/>
                <a:cs typeface="Tahoma"/>
              </a:rPr>
              <a:t> </a:t>
            </a:r>
            <a:r>
              <a:rPr sz="2100" spc="60" dirty="0">
                <a:latin typeface="Tahoma"/>
                <a:cs typeface="Tahoma"/>
              </a:rPr>
              <a:t>w</a:t>
            </a:r>
            <a:r>
              <a:rPr sz="2100" spc="5" dirty="0">
                <a:latin typeface="Tahoma"/>
                <a:cs typeface="Tahoma"/>
              </a:rPr>
              <a:t>i</a:t>
            </a:r>
            <a:r>
              <a:rPr sz="2100" spc="35" dirty="0">
                <a:latin typeface="Tahoma"/>
                <a:cs typeface="Tahoma"/>
              </a:rPr>
              <a:t>n</a:t>
            </a:r>
            <a:r>
              <a:rPr sz="2100" spc="105" dirty="0">
                <a:latin typeface="Tahoma"/>
                <a:cs typeface="Tahoma"/>
              </a:rPr>
              <a:t>s</a:t>
            </a:r>
            <a:r>
              <a:rPr sz="2100" spc="30" dirty="0">
                <a:latin typeface="Tahoma"/>
                <a:cs typeface="Tahoma"/>
              </a:rPr>
              <a:t> </a:t>
            </a:r>
            <a:r>
              <a:rPr sz="2100" spc="40" dirty="0">
                <a:latin typeface="Tahoma"/>
                <a:cs typeface="Tahoma"/>
              </a:rPr>
              <a:t>a</a:t>
            </a:r>
            <a:r>
              <a:rPr sz="2100" spc="35" dirty="0">
                <a:latin typeface="Tahoma"/>
                <a:cs typeface="Tahoma"/>
              </a:rPr>
              <a:t>n</a:t>
            </a:r>
            <a:r>
              <a:rPr sz="2100" spc="114" dirty="0">
                <a:latin typeface="Tahoma"/>
                <a:cs typeface="Tahoma"/>
              </a:rPr>
              <a:t>y</a:t>
            </a:r>
            <a:r>
              <a:rPr sz="2100" spc="180" dirty="0">
                <a:latin typeface="Tahoma"/>
                <a:cs typeface="Tahoma"/>
              </a:rPr>
              <a:t>t</a:t>
            </a:r>
            <a:r>
              <a:rPr sz="2100" spc="35" dirty="0">
                <a:latin typeface="Tahoma"/>
                <a:cs typeface="Tahoma"/>
              </a:rPr>
              <a:t>h</a:t>
            </a:r>
            <a:r>
              <a:rPr sz="2100" spc="5" dirty="0">
                <a:latin typeface="Tahoma"/>
                <a:cs typeface="Tahoma"/>
              </a:rPr>
              <a:t>i</a:t>
            </a:r>
            <a:r>
              <a:rPr sz="2100" spc="35" dirty="0">
                <a:latin typeface="Tahoma"/>
                <a:cs typeface="Tahoma"/>
              </a:rPr>
              <a:t>n</a:t>
            </a:r>
            <a:r>
              <a:rPr sz="2100" spc="90" dirty="0">
                <a:latin typeface="Tahoma"/>
                <a:cs typeface="Tahoma"/>
              </a:rPr>
              <a:t>g</a:t>
            </a:r>
            <a:r>
              <a:rPr sz="2100" spc="100" dirty="0">
                <a:latin typeface="Tahoma"/>
                <a:cs typeface="Tahoma"/>
              </a:rPr>
              <a:t>)</a:t>
            </a:r>
            <a:endParaRPr sz="2100" dirty="0">
              <a:latin typeface="Tahoma"/>
              <a:cs typeface="Tahoma"/>
            </a:endParaRPr>
          </a:p>
          <a:p>
            <a:pPr marL="685800" indent="-215900">
              <a:lnSpc>
                <a:spcPct val="100000"/>
              </a:lnSpc>
              <a:spcBef>
                <a:spcPts val="160"/>
              </a:spcBef>
              <a:buFont typeface="Tahoma"/>
              <a:buChar char="•"/>
              <a:tabLst>
                <a:tab pos="685800" algn="l"/>
              </a:tabLst>
            </a:pPr>
            <a:r>
              <a:rPr sz="2100" spc="65" dirty="0">
                <a:latin typeface="Tahoma"/>
                <a:cs typeface="Tahoma"/>
              </a:rPr>
              <a:t>p</a:t>
            </a:r>
            <a:r>
              <a:rPr sz="2100" spc="20" dirty="0">
                <a:latin typeface="Tahoma"/>
                <a:cs typeface="Tahoma"/>
              </a:rPr>
              <a:t>l</a:t>
            </a:r>
            <a:r>
              <a:rPr sz="2100" spc="80" dirty="0">
                <a:latin typeface="Tahoma"/>
                <a:cs typeface="Tahoma"/>
              </a:rPr>
              <a:t>a</a:t>
            </a:r>
            <a:r>
              <a:rPr sz="2100" spc="70" dirty="0">
                <a:latin typeface="Tahoma"/>
                <a:cs typeface="Tahoma"/>
              </a:rPr>
              <a:t>y</a:t>
            </a:r>
            <a:r>
              <a:rPr sz="2100" spc="75" dirty="0">
                <a:latin typeface="Tahoma"/>
                <a:cs typeface="Tahoma"/>
              </a:rPr>
              <a:t>e</a:t>
            </a:r>
            <a:r>
              <a:rPr sz="2100" spc="40" dirty="0">
                <a:latin typeface="Tahoma"/>
                <a:cs typeface="Tahoma"/>
              </a:rPr>
              <a:t>r</a:t>
            </a:r>
            <a:r>
              <a:rPr sz="2100" spc="35" dirty="0">
                <a:latin typeface="Tahoma"/>
                <a:cs typeface="Tahoma"/>
              </a:rPr>
              <a:t> </a:t>
            </a:r>
            <a:r>
              <a:rPr sz="2100" spc="210" dirty="0">
                <a:latin typeface="Tahoma"/>
                <a:cs typeface="Tahoma"/>
              </a:rPr>
              <a:t>A</a:t>
            </a:r>
            <a:r>
              <a:rPr sz="2100" spc="35" dirty="0">
                <a:latin typeface="Tahoma"/>
                <a:cs typeface="Tahoma"/>
              </a:rPr>
              <a:t> </a:t>
            </a:r>
            <a:r>
              <a:rPr sz="2100" spc="50" dirty="0">
                <a:latin typeface="Tahoma"/>
                <a:cs typeface="Tahoma"/>
              </a:rPr>
              <a:t>w</a:t>
            </a:r>
            <a:r>
              <a:rPr sz="2100" spc="10" dirty="0">
                <a:latin typeface="Tahoma"/>
                <a:cs typeface="Tahoma"/>
              </a:rPr>
              <a:t>i</a:t>
            </a:r>
            <a:r>
              <a:rPr sz="2100" spc="70" dirty="0">
                <a:latin typeface="Tahoma"/>
                <a:cs typeface="Tahoma"/>
              </a:rPr>
              <a:t>n</a:t>
            </a:r>
            <a:r>
              <a:rPr sz="2100" spc="60" dirty="0">
                <a:latin typeface="Tahoma"/>
                <a:cs typeface="Tahoma"/>
              </a:rPr>
              <a:t>s</a:t>
            </a:r>
            <a:r>
              <a:rPr sz="2100" spc="35" dirty="0">
                <a:latin typeface="Tahoma"/>
                <a:cs typeface="Tahoma"/>
              </a:rPr>
              <a:t> </a:t>
            </a:r>
            <a:r>
              <a:rPr sz="2100" spc="200" dirty="0">
                <a:latin typeface="Tahoma"/>
                <a:cs typeface="Tahoma"/>
              </a:rPr>
              <a:t>$</a:t>
            </a:r>
            <a:r>
              <a:rPr sz="2100" spc="55" dirty="0">
                <a:latin typeface="Tahoma"/>
                <a:cs typeface="Tahoma"/>
              </a:rPr>
              <a:t>x</a:t>
            </a:r>
            <a:r>
              <a:rPr sz="2100" spc="35" dirty="0">
                <a:latin typeface="Tahoma"/>
                <a:cs typeface="Tahoma"/>
              </a:rPr>
              <a:t> </a:t>
            </a:r>
            <a:r>
              <a:rPr sz="2100" spc="40" dirty="0">
                <a:latin typeface="Tahoma"/>
                <a:cs typeface="Tahoma"/>
              </a:rPr>
              <a:t>wh</a:t>
            </a:r>
            <a:r>
              <a:rPr sz="2100" spc="10" dirty="0">
                <a:latin typeface="Tahoma"/>
                <a:cs typeface="Tahoma"/>
              </a:rPr>
              <a:t>i</a:t>
            </a:r>
            <a:r>
              <a:rPr sz="2100" spc="70" dirty="0">
                <a:latin typeface="Tahoma"/>
                <a:cs typeface="Tahoma"/>
              </a:rPr>
              <a:t>c</a:t>
            </a:r>
            <a:r>
              <a:rPr sz="2100" spc="90" dirty="0">
                <a:latin typeface="Tahoma"/>
                <a:cs typeface="Tahoma"/>
              </a:rPr>
              <a:t>h</a:t>
            </a:r>
            <a:r>
              <a:rPr sz="2100" spc="35" dirty="0">
                <a:latin typeface="Tahoma"/>
                <a:cs typeface="Tahoma"/>
              </a:rPr>
              <a:t> </a:t>
            </a:r>
            <a:r>
              <a:rPr sz="2100" spc="55" dirty="0">
                <a:latin typeface="Tahoma"/>
                <a:cs typeface="Tahoma"/>
              </a:rPr>
              <a:t>are</a:t>
            </a:r>
            <a:r>
              <a:rPr sz="2100" spc="30" dirty="0">
                <a:latin typeface="Tahoma"/>
                <a:cs typeface="Tahoma"/>
              </a:rPr>
              <a:t> </a:t>
            </a:r>
            <a:r>
              <a:rPr sz="2100" spc="55" dirty="0">
                <a:latin typeface="Tahoma"/>
                <a:cs typeface="Tahoma"/>
              </a:rPr>
              <a:t>pa</a:t>
            </a:r>
            <a:r>
              <a:rPr sz="2100" spc="15" dirty="0">
                <a:latin typeface="Tahoma"/>
                <a:cs typeface="Tahoma"/>
              </a:rPr>
              <a:t>i</a:t>
            </a:r>
            <a:r>
              <a:rPr sz="2100" spc="75" dirty="0">
                <a:latin typeface="Tahoma"/>
                <a:cs typeface="Tahoma"/>
              </a:rPr>
              <a:t>d</a:t>
            </a:r>
            <a:r>
              <a:rPr sz="2100" spc="35" dirty="0">
                <a:latin typeface="Tahoma"/>
                <a:cs typeface="Tahoma"/>
              </a:rPr>
              <a:t> </a:t>
            </a:r>
            <a:r>
              <a:rPr sz="2100" spc="85" dirty="0">
                <a:latin typeface="Tahoma"/>
                <a:cs typeface="Tahoma"/>
              </a:rPr>
              <a:t>b</a:t>
            </a:r>
            <a:r>
              <a:rPr sz="2100" spc="114" dirty="0">
                <a:latin typeface="Tahoma"/>
                <a:cs typeface="Tahoma"/>
              </a:rPr>
              <a:t>y</a:t>
            </a:r>
            <a:r>
              <a:rPr sz="2100" spc="30" dirty="0">
                <a:latin typeface="Tahoma"/>
                <a:cs typeface="Tahoma"/>
              </a:rPr>
              <a:t> </a:t>
            </a:r>
            <a:r>
              <a:rPr sz="2100" spc="65" dirty="0">
                <a:latin typeface="Tahoma"/>
                <a:cs typeface="Tahoma"/>
              </a:rPr>
              <a:t>p</a:t>
            </a:r>
            <a:r>
              <a:rPr sz="2100" spc="20" dirty="0">
                <a:latin typeface="Tahoma"/>
                <a:cs typeface="Tahoma"/>
              </a:rPr>
              <a:t>l</a:t>
            </a:r>
            <a:r>
              <a:rPr sz="2100" spc="80" dirty="0">
                <a:latin typeface="Tahoma"/>
                <a:cs typeface="Tahoma"/>
              </a:rPr>
              <a:t>a</a:t>
            </a:r>
            <a:r>
              <a:rPr sz="2100" spc="70" dirty="0">
                <a:latin typeface="Tahoma"/>
                <a:cs typeface="Tahoma"/>
              </a:rPr>
              <a:t>y</a:t>
            </a:r>
            <a:r>
              <a:rPr sz="2100" spc="75" dirty="0">
                <a:latin typeface="Tahoma"/>
                <a:cs typeface="Tahoma"/>
              </a:rPr>
              <a:t>e</a:t>
            </a:r>
            <a:r>
              <a:rPr sz="2100" spc="40" dirty="0">
                <a:latin typeface="Tahoma"/>
                <a:cs typeface="Tahoma"/>
              </a:rPr>
              <a:t>r</a:t>
            </a:r>
            <a:r>
              <a:rPr sz="2100" spc="35" dirty="0">
                <a:latin typeface="Tahoma"/>
                <a:cs typeface="Tahoma"/>
              </a:rPr>
              <a:t> </a:t>
            </a:r>
            <a:r>
              <a:rPr sz="2100" spc="80" dirty="0">
                <a:latin typeface="Tahoma"/>
                <a:cs typeface="Tahoma"/>
              </a:rPr>
              <a:t>B</a:t>
            </a:r>
            <a:endParaRPr sz="2100" dirty="0">
              <a:latin typeface="Tahoma"/>
              <a:cs typeface="Tahoma"/>
            </a:endParaRPr>
          </a:p>
          <a:p>
            <a:pPr marL="685800" indent="-215900">
              <a:lnSpc>
                <a:spcPct val="100000"/>
              </a:lnSpc>
              <a:spcBef>
                <a:spcPts val="160"/>
              </a:spcBef>
              <a:buFont typeface="Tahoma"/>
              <a:buChar char="•"/>
              <a:tabLst>
                <a:tab pos="685800" algn="l"/>
              </a:tabLst>
            </a:pPr>
            <a:r>
              <a:rPr sz="2100" spc="65" dirty="0">
                <a:latin typeface="Tahoma"/>
                <a:cs typeface="Tahoma"/>
              </a:rPr>
              <a:t>p</a:t>
            </a:r>
            <a:r>
              <a:rPr sz="2100" spc="20" dirty="0">
                <a:latin typeface="Tahoma"/>
                <a:cs typeface="Tahoma"/>
              </a:rPr>
              <a:t>l</a:t>
            </a:r>
            <a:r>
              <a:rPr sz="2100" spc="80" dirty="0">
                <a:latin typeface="Tahoma"/>
                <a:cs typeface="Tahoma"/>
              </a:rPr>
              <a:t>a</a:t>
            </a:r>
            <a:r>
              <a:rPr sz="2100" spc="70" dirty="0">
                <a:latin typeface="Tahoma"/>
                <a:cs typeface="Tahoma"/>
              </a:rPr>
              <a:t>y</a:t>
            </a:r>
            <a:r>
              <a:rPr sz="2100" spc="75" dirty="0">
                <a:latin typeface="Tahoma"/>
                <a:cs typeface="Tahoma"/>
              </a:rPr>
              <a:t>e</a:t>
            </a:r>
            <a:r>
              <a:rPr sz="2100" spc="40" dirty="0">
                <a:latin typeface="Tahoma"/>
                <a:cs typeface="Tahoma"/>
              </a:rPr>
              <a:t>r</a:t>
            </a:r>
            <a:r>
              <a:rPr sz="2100" spc="35" dirty="0">
                <a:latin typeface="Tahoma"/>
                <a:cs typeface="Tahoma"/>
              </a:rPr>
              <a:t> </a:t>
            </a:r>
            <a:r>
              <a:rPr sz="2100" spc="80" dirty="0">
                <a:latin typeface="Tahoma"/>
                <a:cs typeface="Tahoma"/>
              </a:rPr>
              <a:t>B</a:t>
            </a:r>
            <a:r>
              <a:rPr sz="2100" spc="35" dirty="0">
                <a:latin typeface="Tahoma"/>
                <a:cs typeface="Tahoma"/>
              </a:rPr>
              <a:t> </a:t>
            </a:r>
            <a:r>
              <a:rPr sz="2100" spc="50" dirty="0">
                <a:latin typeface="Tahoma"/>
                <a:cs typeface="Tahoma"/>
              </a:rPr>
              <a:t>w</a:t>
            </a:r>
            <a:r>
              <a:rPr sz="2100" spc="10" dirty="0">
                <a:latin typeface="Tahoma"/>
                <a:cs typeface="Tahoma"/>
              </a:rPr>
              <a:t>i</a:t>
            </a:r>
            <a:r>
              <a:rPr sz="2100" spc="70" dirty="0">
                <a:latin typeface="Tahoma"/>
                <a:cs typeface="Tahoma"/>
              </a:rPr>
              <a:t>n</a:t>
            </a:r>
            <a:r>
              <a:rPr sz="2100" spc="60" dirty="0">
                <a:latin typeface="Tahoma"/>
                <a:cs typeface="Tahoma"/>
              </a:rPr>
              <a:t>s</a:t>
            </a:r>
            <a:r>
              <a:rPr sz="2100" spc="35" dirty="0">
                <a:latin typeface="Tahoma"/>
                <a:cs typeface="Tahoma"/>
              </a:rPr>
              <a:t> </a:t>
            </a:r>
            <a:r>
              <a:rPr sz="2100" spc="200" dirty="0">
                <a:latin typeface="Tahoma"/>
                <a:cs typeface="Tahoma"/>
              </a:rPr>
              <a:t>$</a:t>
            </a:r>
            <a:r>
              <a:rPr sz="2100" spc="114" dirty="0">
                <a:latin typeface="Tahoma"/>
                <a:cs typeface="Tahoma"/>
              </a:rPr>
              <a:t>y</a:t>
            </a:r>
            <a:r>
              <a:rPr sz="2100" spc="30" dirty="0">
                <a:latin typeface="Tahoma"/>
                <a:cs typeface="Tahoma"/>
              </a:rPr>
              <a:t> </a:t>
            </a:r>
            <a:r>
              <a:rPr sz="2100" spc="40" dirty="0">
                <a:latin typeface="Tahoma"/>
                <a:cs typeface="Tahoma"/>
              </a:rPr>
              <a:t>wh</a:t>
            </a:r>
            <a:r>
              <a:rPr sz="2100" spc="10" dirty="0">
                <a:latin typeface="Tahoma"/>
                <a:cs typeface="Tahoma"/>
              </a:rPr>
              <a:t>i</a:t>
            </a:r>
            <a:r>
              <a:rPr sz="2100" spc="70" dirty="0">
                <a:latin typeface="Tahoma"/>
                <a:cs typeface="Tahoma"/>
              </a:rPr>
              <a:t>c</a:t>
            </a:r>
            <a:r>
              <a:rPr sz="2100" spc="90" dirty="0">
                <a:latin typeface="Tahoma"/>
                <a:cs typeface="Tahoma"/>
              </a:rPr>
              <a:t>h</a:t>
            </a:r>
            <a:r>
              <a:rPr sz="2100" spc="35" dirty="0">
                <a:latin typeface="Tahoma"/>
                <a:cs typeface="Tahoma"/>
              </a:rPr>
              <a:t> </a:t>
            </a:r>
            <a:r>
              <a:rPr sz="2100" spc="55" dirty="0">
                <a:latin typeface="Tahoma"/>
                <a:cs typeface="Tahoma"/>
              </a:rPr>
              <a:t>are</a:t>
            </a:r>
            <a:r>
              <a:rPr sz="2100" spc="30" dirty="0">
                <a:latin typeface="Tahoma"/>
                <a:cs typeface="Tahoma"/>
              </a:rPr>
              <a:t> </a:t>
            </a:r>
            <a:r>
              <a:rPr sz="2100" spc="55" dirty="0">
                <a:latin typeface="Tahoma"/>
                <a:cs typeface="Tahoma"/>
              </a:rPr>
              <a:t>pa</a:t>
            </a:r>
            <a:r>
              <a:rPr sz="2100" spc="15" dirty="0">
                <a:latin typeface="Tahoma"/>
                <a:cs typeface="Tahoma"/>
              </a:rPr>
              <a:t>i</a:t>
            </a:r>
            <a:r>
              <a:rPr sz="2100" spc="75" dirty="0">
                <a:latin typeface="Tahoma"/>
                <a:cs typeface="Tahoma"/>
              </a:rPr>
              <a:t>d</a:t>
            </a:r>
            <a:r>
              <a:rPr sz="2100" spc="35" dirty="0">
                <a:latin typeface="Tahoma"/>
                <a:cs typeface="Tahoma"/>
              </a:rPr>
              <a:t> </a:t>
            </a:r>
            <a:r>
              <a:rPr sz="2100" spc="85" dirty="0">
                <a:latin typeface="Tahoma"/>
                <a:cs typeface="Tahoma"/>
              </a:rPr>
              <a:t>b</a:t>
            </a:r>
            <a:r>
              <a:rPr sz="2100" spc="114" dirty="0">
                <a:latin typeface="Tahoma"/>
                <a:cs typeface="Tahoma"/>
              </a:rPr>
              <a:t>y</a:t>
            </a:r>
            <a:r>
              <a:rPr sz="2100" spc="30" dirty="0">
                <a:latin typeface="Tahoma"/>
                <a:cs typeface="Tahoma"/>
              </a:rPr>
              <a:t> </a:t>
            </a:r>
            <a:r>
              <a:rPr sz="2100" spc="65" dirty="0">
                <a:latin typeface="Tahoma"/>
                <a:cs typeface="Tahoma"/>
              </a:rPr>
              <a:t>p</a:t>
            </a:r>
            <a:r>
              <a:rPr sz="2100" spc="20" dirty="0">
                <a:latin typeface="Tahoma"/>
                <a:cs typeface="Tahoma"/>
              </a:rPr>
              <a:t>l</a:t>
            </a:r>
            <a:r>
              <a:rPr sz="2100" spc="80" dirty="0">
                <a:latin typeface="Tahoma"/>
                <a:cs typeface="Tahoma"/>
              </a:rPr>
              <a:t>a</a:t>
            </a:r>
            <a:r>
              <a:rPr sz="2100" spc="70" dirty="0">
                <a:latin typeface="Tahoma"/>
                <a:cs typeface="Tahoma"/>
              </a:rPr>
              <a:t>y</a:t>
            </a:r>
            <a:r>
              <a:rPr sz="2100" spc="75" dirty="0">
                <a:latin typeface="Tahoma"/>
                <a:cs typeface="Tahoma"/>
              </a:rPr>
              <a:t>e</a:t>
            </a:r>
            <a:r>
              <a:rPr sz="2100" spc="40" dirty="0">
                <a:latin typeface="Tahoma"/>
                <a:cs typeface="Tahoma"/>
              </a:rPr>
              <a:t>r</a:t>
            </a:r>
            <a:r>
              <a:rPr sz="2100" spc="35" dirty="0">
                <a:latin typeface="Tahoma"/>
                <a:cs typeface="Tahoma"/>
              </a:rPr>
              <a:t> </a:t>
            </a:r>
            <a:r>
              <a:rPr sz="2100" spc="210" dirty="0">
                <a:latin typeface="Tahoma"/>
                <a:cs typeface="Tahoma"/>
              </a:rPr>
              <a:t>A</a:t>
            </a:r>
            <a:endParaRPr sz="2100" dirty="0">
              <a:latin typeface="Tahoma"/>
              <a:cs typeface="Tahoma"/>
            </a:endParaRPr>
          </a:p>
        </p:txBody>
      </p:sp>
      <p:sp>
        <p:nvSpPr>
          <p:cNvPr id="9" name="Slide Number Placeholder 8">
            <a:extLst>
              <a:ext uri="{FF2B5EF4-FFF2-40B4-BE49-F238E27FC236}">
                <a16:creationId xmlns:a16="http://schemas.microsoft.com/office/drawing/2014/main" id="{03BC9ED3-E698-6D1B-7242-22267C3C51A7}"/>
              </a:ext>
            </a:extLst>
          </p:cNvPr>
          <p:cNvSpPr>
            <a:spLocks noGrp="1"/>
          </p:cNvSpPr>
          <p:nvPr>
            <p:ph type="sldNum" sz="quarter" idx="2"/>
          </p:nvPr>
        </p:nvSpPr>
        <p:spPr/>
        <p:txBody>
          <a:bodyPr/>
          <a:lstStyle/>
          <a:p>
            <a:fld id="{86CB4B4D-7CA3-9044-876B-883B54F8677D}" type="slidenum">
              <a:rPr lang="en-US" smtClean="0"/>
              <a:pPr/>
              <a:t>20</a:t>
            </a:fld>
            <a:r>
              <a:rPr lang="en-US" dirty="0"/>
              <a:t>/33</a:t>
            </a:r>
          </a:p>
        </p:txBody>
      </p:sp>
      <p:sp>
        <p:nvSpPr>
          <p:cNvPr id="10" name="Footer Placeholder 9">
            <a:extLst>
              <a:ext uri="{FF2B5EF4-FFF2-40B4-BE49-F238E27FC236}">
                <a16:creationId xmlns:a16="http://schemas.microsoft.com/office/drawing/2014/main" id="{EC6A544E-C7F6-EAA0-F3BC-7A4D1A92C8C0}"/>
              </a:ext>
            </a:extLst>
          </p:cNvPr>
          <p:cNvSpPr>
            <a:spLocks noGrp="1"/>
          </p:cNvSpPr>
          <p:nvPr>
            <p:ph type="ftr" sz="quarter" idx="5"/>
          </p:nvPr>
        </p:nvSpPr>
        <p:spPr/>
        <p:txBody>
          <a:bodyPr/>
          <a:lstStyle/>
          <a:p>
            <a:pPr defTabSz="406400" hangingPunct="0">
              <a:defRPr/>
            </a:pPr>
            <a:r>
              <a:rPr lang="en-US" dirty="0"/>
              <a:t>Week-6</a:t>
            </a:r>
          </a:p>
        </p:txBody>
      </p:sp>
      <p:sp>
        <p:nvSpPr>
          <p:cNvPr id="11" name="Rectangle 10">
            <a:extLst>
              <a:ext uri="{FF2B5EF4-FFF2-40B4-BE49-F238E27FC236}">
                <a16:creationId xmlns:a16="http://schemas.microsoft.com/office/drawing/2014/main" id="{8E8D1799-ACF4-AF3D-47F4-60985385F037}"/>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985A774-DD56-BBCF-DB1D-D655737C3D8E}"/>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0A2FF87-EAC3-28FE-6902-C7C91E47D469}"/>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Ma</a:t>
            </a:r>
            <a:r>
              <a:rPr spc="-15" dirty="0"/>
              <a:t>t</a:t>
            </a:r>
            <a:r>
              <a:rPr dirty="0"/>
              <a:t>ching</a:t>
            </a:r>
            <a:r>
              <a:rPr spc="-5" dirty="0"/>
              <a:t> </a:t>
            </a:r>
            <a:r>
              <a:rPr dirty="0"/>
              <a:t>Pennies</a:t>
            </a:r>
          </a:p>
        </p:txBody>
      </p:sp>
      <p:sp>
        <p:nvSpPr>
          <p:cNvPr id="6" name="object 6"/>
          <p:cNvSpPr txBox="1"/>
          <p:nvPr/>
        </p:nvSpPr>
        <p:spPr>
          <a:xfrm>
            <a:off x="729214" y="2276400"/>
            <a:ext cx="6890786" cy="3029034"/>
          </a:xfrm>
          <a:prstGeom prst="rect">
            <a:avLst/>
          </a:prstGeom>
        </p:spPr>
        <p:txBody>
          <a:bodyPr vert="horz" wrap="square" lIns="0" tIns="0" rIns="0" bIns="0" rtlCol="0">
            <a:spAutoFit/>
          </a:bodyPr>
          <a:lstStyle/>
          <a:p>
            <a:pPr marL="12700">
              <a:lnSpc>
                <a:spcPct val="100000"/>
              </a:lnSpc>
            </a:pPr>
            <a:r>
              <a:rPr sz="2100" spc="15" dirty="0">
                <a:latin typeface="Tahoma"/>
                <a:cs typeface="Tahoma"/>
              </a:rPr>
              <a:t>E</a:t>
            </a:r>
            <a:r>
              <a:rPr sz="2100" spc="40" dirty="0">
                <a:latin typeface="Tahoma"/>
                <a:cs typeface="Tahoma"/>
              </a:rPr>
              <a:t>a</a:t>
            </a:r>
            <a:r>
              <a:rPr sz="2100" spc="140" dirty="0">
                <a:latin typeface="Tahoma"/>
                <a:cs typeface="Tahoma"/>
              </a:rPr>
              <a:t>c</a:t>
            </a:r>
            <a:r>
              <a:rPr sz="2100" spc="35" dirty="0">
                <a:latin typeface="Tahoma"/>
                <a:cs typeface="Tahoma"/>
              </a:rPr>
              <a:t>h</a:t>
            </a:r>
            <a:r>
              <a:rPr sz="2100" spc="30" dirty="0">
                <a:latin typeface="Tahoma"/>
                <a:cs typeface="Tahoma"/>
              </a:rPr>
              <a:t> </a:t>
            </a:r>
            <a:r>
              <a:rPr sz="2100" spc="75" dirty="0">
                <a:latin typeface="Tahoma"/>
                <a:cs typeface="Tahoma"/>
              </a:rPr>
              <a:t>p</a:t>
            </a:r>
            <a:r>
              <a:rPr sz="2100" spc="5" dirty="0">
                <a:latin typeface="Tahoma"/>
                <a:cs typeface="Tahoma"/>
              </a:rPr>
              <a:t>l</a:t>
            </a:r>
            <a:r>
              <a:rPr sz="2100" spc="40" dirty="0">
                <a:latin typeface="Tahoma"/>
                <a:cs typeface="Tahoma"/>
              </a:rPr>
              <a:t>a</a:t>
            </a:r>
            <a:r>
              <a:rPr sz="2100" spc="114" dirty="0">
                <a:latin typeface="Tahoma"/>
                <a:cs typeface="Tahoma"/>
              </a:rPr>
              <a:t>y</a:t>
            </a:r>
            <a:r>
              <a:rPr sz="2100" spc="80" dirty="0">
                <a:latin typeface="Tahoma"/>
                <a:cs typeface="Tahoma"/>
              </a:rPr>
              <a:t>e</a:t>
            </a:r>
            <a:r>
              <a:rPr sz="2100" spc="40" dirty="0">
                <a:latin typeface="Tahoma"/>
                <a:cs typeface="Tahoma"/>
              </a:rPr>
              <a:t>r</a:t>
            </a:r>
            <a:r>
              <a:rPr sz="2100" spc="30" dirty="0">
                <a:latin typeface="Tahoma"/>
                <a:cs typeface="Tahoma"/>
              </a:rPr>
              <a:t> </a:t>
            </a:r>
            <a:r>
              <a:rPr sz="2100" spc="105" dirty="0">
                <a:latin typeface="Tahoma"/>
                <a:cs typeface="Tahoma"/>
              </a:rPr>
              <a:t>s</a:t>
            </a:r>
            <a:r>
              <a:rPr sz="2100" spc="35" dirty="0">
                <a:latin typeface="Tahoma"/>
                <a:cs typeface="Tahoma"/>
              </a:rPr>
              <a:t>h</a:t>
            </a:r>
            <a:r>
              <a:rPr sz="2100" spc="75" dirty="0">
                <a:latin typeface="Tahoma"/>
                <a:cs typeface="Tahoma"/>
              </a:rPr>
              <a:t>ow</a:t>
            </a:r>
            <a:r>
              <a:rPr sz="2100" spc="105" dirty="0">
                <a:latin typeface="Tahoma"/>
                <a:cs typeface="Tahoma"/>
              </a:rPr>
              <a:t>s</a:t>
            </a:r>
            <a:r>
              <a:rPr sz="2100" spc="30" dirty="0">
                <a:latin typeface="Tahoma"/>
                <a:cs typeface="Tahoma"/>
              </a:rPr>
              <a:t> </a:t>
            </a:r>
            <a:r>
              <a:rPr sz="2100" spc="70" dirty="0">
                <a:latin typeface="Tahoma"/>
                <a:cs typeface="Tahoma"/>
              </a:rPr>
              <a:t>on</a:t>
            </a:r>
            <a:r>
              <a:rPr sz="2100" spc="80" dirty="0">
                <a:latin typeface="Tahoma"/>
                <a:cs typeface="Tahoma"/>
              </a:rPr>
              <a:t>e</a:t>
            </a:r>
            <a:r>
              <a:rPr sz="2100" spc="30" dirty="0">
                <a:latin typeface="Tahoma"/>
                <a:cs typeface="Tahoma"/>
              </a:rPr>
              <a:t> </a:t>
            </a:r>
            <a:r>
              <a:rPr sz="2100" spc="105" dirty="0">
                <a:latin typeface="Tahoma"/>
                <a:cs typeface="Tahoma"/>
              </a:rPr>
              <a:t>s</a:t>
            </a:r>
            <a:r>
              <a:rPr sz="2100" spc="5" dirty="0">
                <a:latin typeface="Tahoma"/>
                <a:cs typeface="Tahoma"/>
              </a:rPr>
              <a:t>i</a:t>
            </a:r>
            <a:r>
              <a:rPr sz="2100" spc="75" dirty="0">
                <a:latin typeface="Tahoma"/>
                <a:cs typeface="Tahoma"/>
              </a:rPr>
              <a:t>d</a:t>
            </a:r>
            <a:r>
              <a:rPr sz="2100" spc="80" dirty="0">
                <a:latin typeface="Tahoma"/>
                <a:cs typeface="Tahoma"/>
              </a:rPr>
              <a:t>e</a:t>
            </a:r>
            <a:r>
              <a:rPr sz="2100" spc="30" dirty="0">
                <a:latin typeface="Tahoma"/>
                <a:cs typeface="Tahoma"/>
              </a:rPr>
              <a:t> </a:t>
            </a:r>
            <a:r>
              <a:rPr sz="2100" spc="105" dirty="0">
                <a:latin typeface="Tahoma"/>
                <a:cs typeface="Tahoma"/>
              </a:rPr>
              <a:t>of</a:t>
            </a:r>
            <a:r>
              <a:rPr sz="2100" spc="30" dirty="0">
                <a:latin typeface="Tahoma"/>
                <a:cs typeface="Tahoma"/>
              </a:rPr>
              <a:t> </a:t>
            </a:r>
            <a:r>
              <a:rPr sz="2100" spc="40" dirty="0">
                <a:latin typeface="Tahoma"/>
                <a:cs typeface="Tahoma"/>
              </a:rPr>
              <a:t>a</a:t>
            </a:r>
            <a:r>
              <a:rPr sz="2100" spc="30" dirty="0">
                <a:latin typeface="Tahoma"/>
                <a:cs typeface="Tahoma"/>
              </a:rPr>
              <a:t> </a:t>
            </a:r>
            <a:r>
              <a:rPr sz="2100" spc="140" dirty="0">
                <a:latin typeface="Tahoma"/>
                <a:cs typeface="Tahoma"/>
              </a:rPr>
              <a:t>c</a:t>
            </a:r>
            <a:r>
              <a:rPr sz="2100" spc="50" dirty="0">
                <a:latin typeface="Tahoma"/>
                <a:cs typeface="Tahoma"/>
              </a:rPr>
              <a:t>oi</a:t>
            </a:r>
            <a:r>
              <a:rPr sz="2100" spc="35" dirty="0">
                <a:latin typeface="Tahoma"/>
                <a:cs typeface="Tahoma"/>
              </a:rPr>
              <a:t>n</a:t>
            </a:r>
            <a:r>
              <a:rPr sz="2100" dirty="0">
                <a:latin typeface="Tahoma"/>
                <a:cs typeface="Tahoma"/>
              </a:rPr>
              <a:t>.</a:t>
            </a:r>
          </a:p>
          <a:p>
            <a:pPr marL="12700">
              <a:lnSpc>
                <a:spcPct val="100000"/>
              </a:lnSpc>
              <a:spcBef>
                <a:spcPts val="160"/>
              </a:spcBef>
            </a:pPr>
            <a:r>
              <a:rPr sz="2100" spc="85" dirty="0">
                <a:latin typeface="Tahoma"/>
                <a:cs typeface="Tahoma"/>
              </a:rPr>
              <a:t>T</a:t>
            </a:r>
            <a:r>
              <a:rPr sz="2100" spc="100" dirty="0">
                <a:latin typeface="Tahoma"/>
                <a:cs typeface="Tahoma"/>
              </a:rPr>
              <a:t>o</a:t>
            </a:r>
            <a:r>
              <a:rPr sz="2100" spc="35" dirty="0">
                <a:latin typeface="Tahoma"/>
                <a:cs typeface="Tahoma"/>
              </a:rPr>
              <a:t> </a:t>
            </a:r>
            <a:r>
              <a:rPr sz="2100" spc="60" dirty="0">
                <a:latin typeface="Tahoma"/>
                <a:cs typeface="Tahoma"/>
              </a:rPr>
              <a:t>w</a:t>
            </a:r>
            <a:r>
              <a:rPr sz="2100" spc="5" dirty="0">
                <a:latin typeface="Tahoma"/>
                <a:cs typeface="Tahoma"/>
              </a:rPr>
              <a:t>i</a:t>
            </a:r>
            <a:r>
              <a:rPr sz="2100" spc="35" dirty="0">
                <a:latin typeface="Tahoma"/>
                <a:cs typeface="Tahoma"/>
              </a:rPr>
              <a:t>n</a:t>
            </a:r>
            <a:r>
              <a:rPr sz="2100" dirty="0">
                <a:latin typeface="Tahoma"/>
                <a:cs typeface="Tahoma"/>
              </a:rPr>
              <a:t>,</a:t>
            </a:r>
            <a:r>
              <a:rPr sz="2100" spc="30" dirty="0">
                <a:latin typeface="Tahoma"/>
                <a:cs typeface="Tahoma"/>
              </a:rPr>
              <a:t> </a:t>
            </a:r>
            <a:r>
              <a:rPr sz="2100" spc="70" dirty="0">
                <a:latin typeface="Tahoma"/>
                <a:cs typeface="Tahoma"/>
              </a:rPr>
              <a:t>on</a:t>
            </a:r>
            <a:r>
              <a:rPr sz="2100" spc="80" dirty="0">
                <a:latin typeface="Tahoma"/>
                <a:cs typeface="Tahoma"/>
              </a:rPr>
              <a:t>e</a:t>
            </a:r>
            <a:r>
              <a:rPr sz="2100" spc="30" dirty="0">
                <a:latin typeface="Tahoma"/>
                <a:cs typeface="Tahoma"/>
              </a:rPr>
              <a:t> </a:t>
            </a:r>
            <a:r>
              <a:rPr sz="2100" spc="75" dirty="0">
                <a:latin typeface="Tahoma"/>
                <a:cs typeface="Tahoma"/>
              </a:rPr>
              <a:t>p</a:t>
            </a:r>
            <a:r>
              <a:rPr sz="2100" spc="5" dirty="0">
                <a:latin typeface="Tahoma"/>
                <a:cs typeface="Tahoma"/>
              </a:rPr>
              <a:t>l</a:t>
            </a:r>
            <a:r>
              <a:rPr sz="2100" spc="40" dirty="0">
                <a:latin typeface="Tahoma"/>
                <a:cs typeface="Tahoma"/>
              </a:rPr>
              <a:t>a</a:t>
            </a:r>
            <a:r>
              <a:rPr sz="2100" spc="114" dirty="0">
                <a:latin typeface="Tahoma"/>
                <a:cs typeface="Tahoma"/>
              </a:rPr>
              <a:t>y</a:t>
            </a:r>
            <a:r>
              <a:rPr sz="2100" spc="80" dirty="0">
                <a:latin typeface="Tahoma"/>
                <a:cs typeface="Tahoma"/>
              </a:rPr>
              <a:t>e</a:t>
            </a:r>
            <a:r>
              <a:rPr sz="2100" spc="40" dirty="0">
                <a:latin typeface="Tahoma"/>
                <a:cs typeface="Tahoma"/>
              </a:rPr>
              <a:t>r</a:t>
            </a:r>
            <a:r>
              <a:rPr sz="2100" spc="30" dirty="0">
                <a:latin typeface="Tahoma"/>
                <a:cs typeface="Tahoma"/>
              </a:rPr>
              <a:t> </a:t>
            </a:r>
            <a:r>
              <a:rPr sz="2100" spc="55" dirty="0">
                <a:latin typeface="Tahoma"/>
                <a:cs typeface="Tahoma"/>
              </a:rPr>
              <a:t>mu</a:t>
            </a:r>
            <a:r>
              <a:rPr sz="2100" spc="105" dirty="0">
                <a:latin typeface="Tahoma"/>
                <a:cs typeface="Tahoma"/>
              </a:rPr>
              <a:t>s</a:t>
            </a:r>
            <a:r>
              <a:rPr sz="2100" spc="180" dirty="0">
                <a:latin typeface="Tahoma"/>
                <a:cs typeface="Tahoma"/>
              </a:rPr>
              <a:t>t</a:t>
            </a:r>
            <a:r>
              <a:rPr sz="2100" spc="35" dirty="0">
                <a:latin typeface="Tahoma"/>
                <a:cs typeface="Tahoma"/>
              </a:rPr>
              <a:t> </a:t>
            </a:r>
            <a:r>
              <a:rPr sz="2100" spc="65" dirty="0">
                <a:latin typeface="Tahoma"/>
                <a:cs typeface="Tahoma"/>
              </a:rPr>
              <a:t>ma</a:t>
            </a:r>
            <a:r>
              <a:rPr sz="2100" spc="180" dirty="0">
                <a:latin typeface="Tahoma"/>
                <a:cs typeface="Tahoma"/>
              </a:rPr>
              <a:t>t</a:t>
            </a:r>
            <a:r>
              <a:rPr sz="2100" spc="140" dirty="0">
                <a:latin typeface="Tahoma"/>
                <a:cs typeface="Tahoma"/>
              </a:rPr>
              <a:t>c</a:t>
            </a:r>
            <a:r>
              <a:rPr sz="2100" spc="35" dirty="0">
                <a:latin typeface="Tahoma"/>
                <a:cs typeface="Tahoma"/>
              </a:rPr>
              <a:t>h</a:t>
            </a:r>
            <a:r>
              <a:rPr sz="2100" dirty="0">
                <a:latin typeface="Tahoma"/>
                <a:cs typeface="Tahoma"/>
              </a:rPr>
              <a:t>,</a:t>
            </a:r>
            <a:r>
              <a:rPr sz="2100" spc="30" dirty="0">
                <a:latin typeface="Tahoma"/>
                <a:cs typeface="Tahoma"/>
              </a:rPr>
              <a:t> </a:t>
            </a:r>
            <a:r>
              <a:rPr sz="2100" spc="180" dirty="0">
                <a:latin typeface="Tahoma"/>
                <a:cs typeface="Tahoma"/>
              </a:rPr>
              <a:t>t</a:t>
            </a:r>
            <a:r>
              <a:rPr sz="2100" spc="35" dirty="0">
                <a:latin typeface="Tahoma"/>
                <a:cs typeface="Tahoma"/>
              </a:rPr>
              <a:t>h</a:t>
            </a:r>
            <a:r>
              <a:rPr sz="2100" spc="80" dirty="0">
                <a:latin typeface="Tahoma"/>
                <a:cs typeface="Tahoma"/>
              </a:rPr>
              <a:t>e</a:t>
            </a:r>
            <a:r>
              <a:rPr sz="2100" spc="30" dirty="0">
                <a:latin typeface="Tahoma"/>
                <a:cs typeface="Tahoma"/>
              </a:rPr>
              <a:t> </a:t>
            </a:r>
            <a:r>
              <a:rPr sz="2100" spc="140" dirty="0">
                <a:latin typeface="Tahoma"/>
                <a:cs typeface="Tahoma"/>
              </a:rPr>
              <a:t>ot</a:t>
            </a:r>
            <a:r>
              <a:rPr sz="2100" spc="35" dirty="0">
                <a:latin typeface="Tahoma"/>
                <a:cs typeface="Tahoma"/>
              </a:rPr>
              <a:t>h</a:t>
            </a:r>
            <a:r>
              <a:rPr sz="2100" spc="80" dirty="0">
                <a:latin typeface="Tahoma"/>
                <a:cs typeface="Tahoma"/>
              </a:rPr>
              <a:t>e</a:t>
            </a:r>
            <a:r>
              <a:rPr sz="2100" spc="40" dirty="0">
                <a:latin typeface="Tahoma"/>
                <a:cs typeface="Tahoma"/>
              </a:rPr>
              <a:t>r</a:t>
            </a:r>
            <a:r>
              <a:rPr sz="2100" spc="30" dirty="0">
                <a:latin typeface="Tahoma"/>
                <a:cs typeface="Tahoma"/>
              </a:rPr>
              <a:t> </a:t>
            </a:r>
            <a:r>
              <a:rPr sz="2100" spc="45" dirty="0">
                <a:latin typeface="Tahoma"/>
                <a:cs typeface="Tahoma"/>
              </a:rPr>
              <a:t>mi</a:t>
            </a:r>
            <a:r>
              <a:rPr sz="2100" spc="105" dirty="0">
                <a:latin typeface="Tahoma"/>
                <a:cs typeface="Tahoma"/>
              </a:rPr>
              <a:t>s</a:t>
            </a:r>
            <a:r>
              <a:rPr sz="2100" spc="65" dirty="0">
                <a:latin typeface="Tahoma"/>
                <a:cs typeface="Tahoma"/>
              </a:rPr>
              <a:t>ma</a:t>
            </a:r>
            <a:r>
              <a:rPr sz="2100" spc="180" dirty="0">
                <a:latin typeface="Tahoma"/>
                <a:cs typeface="Tahoma"/>
              </a:rPr>
              <a:t>t</a:t>
            </a:r>
            <a:r>
              <a:rPr sz="2100" spc="140" dirty="0">
                <a:latin typeface="Tahoma"/>
                <a:cs typeface="Tahoma"/>
              </a:rPr>
              <a:t>c</a:t>
            </a:r>
            <a:r>
              <a:rPr sz="2100" spc="35" dirty="0">
                <a:latin typeface="Tahoma"/>
                <a:cs typeface="Tahoma"/>
              </a:rPr>
              <a:t>h</a:t>
            </a:r>
            <a:endParaRPr sz="2100" dirty="0">
              <a:latin typeface="Tahoma"/>
              <a:cs typeface="Tahoma"/>
            </a:endParaRPr>
          </a:p>
          <a:p>
            <a:pPr>
              <a:lnSpc>
                <a:spcPct val="100000"/>
              </a:lnSpc>
            </a:pPr>
            <a:endParaRPr lang="en-US" sz="1700" dirty="0">
              <a:latin typeface="Times New Roman"/>
              <a:cs typeface="Times New Roman"/>
            </a:endParaRPr>
          </a:p>
          <a:p>
            <a:pPr marL="454659">
              <a:lnSpc>
                <a:spcPct val="100000"/>
              </a:lnSpc>
              <a:spcBef>
                <a:spcPts val="1375"/>
              </a:spcBef>
              <a:tabLst>
                <a:tab pos="776605" algn="l"/>
                <a:tab pos="1731010" algn="l"/>
                <a:tab pos="2305050" algn="l"/>
              </a:tabLst>
            </a:pPr>
            <a:r>
              <a:rPr sz="3400" dirty="0">
                <a:latin typeface="Times New Roman"/>
                <a:cs typeface="Times New Roman"/>
              </a:rPr>
              <a:t> 	</a:t>
            </a:r>
            <a:r>
              <a:rPr sz="3400" dirty="0">
                <a:latin typeface="Calibri"/>
                <a:cs typeface="Calibri"/>
              </a:rPr>
              <a:t>H</a:t>
            </a:r>
            <a:r>
              <a:rPr sz="3400" dirty="0">
                <a:latin typeface="Times New Roman"/>
                <a:cs typeface="Times New Roman"/>
              </a:rPr>
              <a:t> 	</a:t>
            </a:r>
            <a:r>
              <a:rPr sz="3400" dirty="0">
                <a:latin typeface="Calibri"/>
                <a:cs typeface="Calibri"/>
              </a:rPr>
              <a:t>T</a:t>
            </a:r>
            <a:r>
              <a:rPr sz="3400" dirty="0">
                <a:latin typeface="Times New Roman"/>
                <a:cs typeface="Times New Roman"/>
              </a:rPr>
              <a:t> 	</a:t>
            </a:r>
          </a:p>
          <a:p>
            <a:pPr marL="109855" indent="-29845">
              <a:lnSpc>
                <a:spcPct val="100000"/>
              </a:lnSpc>
              <a:spcBef>
                <a:spcPts val="920"/>
              </a:spcBef>
            </a:pPr>
            <a:r>
              <a:rPr sz="3400" dirty="0">
                <a:latin typeface="Calibri"/>
                <a:cs typeface="Calibri"/>
              </a:rPr>
              <a:t>H</a:t>
            </a:r>
          </a:p>
          <a:p>
            <a:pPr marL="109855">
              <a:lnSpc>
                <a:spcPct val="100000"/>
              </a:lnSpc>
              <a:spcBef>
                <a:spcPts val="1814"/>
              </a:spcBef>
            </a:pPr>
            <a:r>
              <a:rPr sz="3400" dirty="0">
                <a:latin typeface="Calibri"/>
                <a:cs typeface="Calibri"/>
              </a:rPr>
              <a:t>T</a:t>
            </a:r>
          </a:p>
        </p:txBody>
      </p:sp>
      <p:graphicFrame>
        <p:nvGraphicFramePr>
          <p:cNvPr id="7" name="object 7"/>
          <p:cNvGraphicFramePr>
            <a:graphicFrameLocks noGrp="1"/>
          </p:cNvGraphicFramePr>
          <p:nvPr>
            <p:extLst>
              <p:ext uri="{D42A27DB-BD31-4B8C-83A1-F6EECF244321}">
                <p14:modId xmlns:p14="http://schemas.microsoft.com/office/powerpoint/2010/main" val="4570367"/>
              </p:ext>
            </p:extLst>
          </p:nvPr>
        </p:nvGraphicFramePr>
        <p:xfrm>
          <a:off x="1193164" y="3886200"/>
          <a:ext cx="1850158" cy="1491146"/>
        </p:xfrm>
        <a:graphic>
          <a:graphicData uri="http://schemas.openxmlformats.org/drawingml/2006/table">
            <a:tbl>
              <a:tblPr firstRow="1" bandRow="1">
                <a:tableStyleId>{2D5ABB26-0587-4C30-8999-92F81FD0307C}</a:tableStyleId>
              </a:tblPr>
              <a:tblGrid>
                <a:gridCol w="925079">
                  <a:extLst>
                    <a:ext uri="{9D8B030D-6E8A-4147-A177-3AD203B41FA5}">
                      <a16:colId xmlns:a16="http://schemas.microsoft.com/office/drawing/2014/main" val="20000"/>
                    </a:ext>
                  </a:extLst>
                </a:gridCol>
                <a:gridCol w="925079">
                  <a:extLst>
                    <a:ext uri="{9D8B030D-6E8A-4147-A177-3AD203B41FA5}">
                      <a16:colId xmlns:a16="http://schemas.microsoft.com/office/drawing/2014/main" val="20001"/>
                    </a:ext>
                  </a:extLst>
                </a:gridCol>
              </a:tblGrid>
              <a:tr h="742398">
                <a:tc>
                  <a:txBody>
                    <a:bodyPr/>
                    <a:lstStyle/>
                    <a:p>
                      <a:pPr marR="40005" algn="ctr">
                        <a:lnSpc>
                          <a:spcPct val="100000"/>
                        </a:lnSpc>
                      </a:pPr>
                      <a:r>
                        <a:rPr lang="en-US" sz="1800" dirty="0">
                          <a:latin typeface="Times New Roman"/>
                          <a:cs typeface="Times New Roman"/>
                        </a:rPr>
                        <a:t> </a:t>
                      </a:r>
                      <a:r>
                        <a:rPr sz="1800" dirty="0">
                          <a:latin typeface="Times New Roman"/>
                          <a:cs typeface="Times New Roman"/>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0" indent="0" algn="ctr">
                        <a:lnSpc>
                          <a:spcPct val="100000"/>
                        </a:lnSpc>
                      </a:pPr>
                      <a:r>
                        <a:rPr sz="1800" i="1" spc="-45" dirty="0">
                          <a:latin typeface="Meiryo"/>
                          <a:cs typeface="Meiryo"/>
                        </a:rPr>
                        <a:t>­</a:t>
                      </a:r>
                      <a:r>
                        <a:rPr lang="en-US" sz="1800" i="1" spc="-45" dirty="0">
                          <a:latin typeface="Meiryo"/>
                          <a:cs typeface="Meiryo"/>
                        </a:rPr>
                        <a:t>-</a:t>
                      </a:r>
                      <a:r>
                        <a:rPr sz="1800" dirty="0">
                          <a:latin typeface="Times New Roman"/>
                          <a:cs typeface="Times New Roman"/>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0" indent="0" algn="ctr">
                        <a:lnSpc>
                          <a:spcPct val="100000"/>
                        </a:lnSpc>
                      </a:pPr>
                      <a:r>
                        <a:rPr lang="en-US" sz="1800" dirty="0">
                          <a:latin typeface="Times New Roman"/>
                          <a:cs typeface="Times New Roman"/>
                        </a:rPr>
                        <a:t>-</a:t>
                      </a:r>
                      <a:r>
                        <a:rPr sz="1800" dirty="0">
                          <a:latin typeface="Times New Roman"/>
                          <a:cs typeface="Times New Roman"/>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0" indent="0" algn="ctr">
                        <a:lnSpc>
                          <a:spcPct val="100000"/>
                        </a:lnSpc>
                      </a:pPr>
                      <a:r>
                        <a:rPr sz="1800" dirty="0">
                          <a:latin typeface="Times New Roman"/>
                          <a:cs typeface="Times New Roman"/>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1" name="Slide Number Placeholder 10">
            <a:extLst>
              <a:ext uri="{FF2B5EF4-FFF2-40B4-BE49-F238E27FC236}">
                <a16:creationId xmlns:a16="http://schemas.microsoft.com/office/drawing/2014/main" id="{91EC4DDC-299D-096E-408F-83C18516A8A3}"/>
              </a:ext>
            </a:extLst>
          </p:cNvPr>
          <p:cNvSpPr>
            <a:spLocks noGrp="1"/>
          </p:cNvSpPr>
          <p:nvPr>
            <p:ph type="sldNum" sz="quarter" idx="2"/>
          </p:nvPr>
        </p:nvSpPr>
        <p:spPr/>
        <p:txBody>
          <a:bodyPr/>
          <a:lstStyle/>
          <a:p>
            <a:fld id="{86CB4B4D-7CA3-9044-876B-883B54F8677D}" type="slidenum">
              <a:rPr lang="en-US" smtClean="0"/>
              <a:pPr/>
              <a:t>21</a:t>
            </a:fld>
            <a:r>
              <a:rPr lang="en-US" dirty="0"/>
              <a:t>/33</a:t>
            </a:r>
          </a:p>
        </p:txBody>
      </p:sp>
      <p:sp>
        <p:nvSpPr>
          <p:cNvPr id="12" name="Footer Placeholder 11">
            <a:extLst>
              <a:ext uri="{FF2B5EF4-FFF2-40B4-BE49-F238E27FC236}">
                <a16:creationId xmlns:a16="http://schemas.microsoft.com/office/drawing/2014/main" id="{C98EDBEB-ECF8-295B-7A5B-DED69F659F26}"/>
              </a:ext>
            </a:extLst>
          </p:cNvPr>
          <p:cNvSpPr>
            <a:spLocks noGrp="1"/>
          </p:cNvSpPr>
          <p:nvPr>
            <p:ph type="ftr" sz="quarter" idx="5"/>
          </p:nvPr>
        </p:nvSpPr>
        <p:spPr/>
        <p:txBody>
          <a:bodyPr/>
          <a:lstStyle/>
          <a:p>
            <a:pPr defTabSz="406400" hangingPunct="0">
              <a:defRPr/>
            </a:pPr>
            <a:r>
              <a:rPr lang="en-US" dirty="0"/>
              <a:t>Week-6</a:t>
            </a:r>
          </a:p>
        </p:txBody>
      </p:sp>
      <p:sp>
        <p:nvSpPr>
          <p:cNvPr id="13" name="Rectangle 12">
            <a:extLst>
              <a:ext uri="{FF2B5EF4-FFF2-40B4-BE49-F238E27FC236}">
                <a16:creationId xmlns:a16="http://schemas.microsoft.com/office/drawing/2014/main" id="{B1E9AFAF-050D-8467-38A9-0525714F66B4}"/>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CD48104-7BD8-1A66-D3E2-A7C0C43506AB}"/>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29AB6C8-89E4-2A0A-4577-C6266AE05364}"/>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2068376-DFE3-E3B5-5020-763983C7FE86}"/>
              </a:ext>
            </a:extLst>
          </p:cNvPr>
          <p:cNvSpPr txBox="1"/>
          <p:nvPr/>
        </p:nvSpPr>
        <p:spPr>
          <a:xfrm>
            <a:off x="3886200" y="4170108"/>
            <a:ext cx="2593663" cy="923330"/>
          </a:xfrm>
          <a:prstGeom prst="rect">
            <a:avLst/>
          </a:prstGeom>
          <a:noFill/>
          <a:ln>
            <a:solidFill>
              <a:schemeClr val="tx1"/>
            </a:solidFill>
          </a:ln>
        </p:spPr>
        <p:txBody>
          <a:bodyPr wrap="square">
            <a:spAutoFit/>
          </a:bodyPr>
          <a:lstStyle/>
          <a:p>
            <a:r>
              <a:rPr lang="en-US" dirty="0"/>
              <a:t>The number in each cell represents the payoff for Player 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642D2E12-387D-21E3-8E9D-10DCED5539FB}"/>
              </a:ext>
            </a:extLst>
          </p:cNvPr>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2" name="object 2">
            <a:extLst>
              <a:ext uri="{FF2B5EF4-FFF2-40B4-BE49-F238E27FC236}">
                <a16:creationId xmlns:a16="http://schemas.microsoft.com/office/drawing/2014/main" id="{572603DB-A762-2A2F-E20E-A9AC2ABEBC34}"/>
              </a:ext>
            </a:extLst>
          </p:cNvPr>
          <p:cNvSpPr txBox="1">
            <a:spLocks noGrp="1"/>
          </p:cNvSpPr>
          <p:nvPr>
            <p:ph type="title"/>
          </p:nvPr>
        </p:nvSpPr>
        <p:spPr>
          <a:xfrm>
            <a:off x="461327" y="574571"/>
            <a:ext cx="8221344" cy="431800"/>
          </a:xfrm>
          <a:prstGeom prst="rect">
            <a:avLst/>
          </a:prstGeom>
        </p:spPr>
        <p:txBody>
          <a:bodyPr vert="horz" wrap="square" lIns="0" tIns="0" rIns="0" bIns="0" rtlCol="0">
            <a:spAutoFit/>
          </a:bodyPr>
          <a:lstStyle/>
          <a:p>
            <a:pPr marL="12700">
              <a:lnSpc>
                <a:spcPct val="100000"/>
              </a:lnSpc>
            </a:pPr>
            <a:r>
              <a:rPr dirty="0"/>
              <a:t>Rock-Paper-Scissors</a:t>
            </a:r>
          </a:p>
        </p:txBody>
      </p:sp>
      <p:sp>
        <p:nvSpPr>
          <p:cNvPr id="3" name="object 3">
            <a:extLst>
              <a:ext uri="{FF2B5EF4-FFF2-40B4-BE49-F238E27FC236}">
                <a16:creationId xmlns:a16="http://schemas.microsoft.com/office/drawing/2014/main" id="{1ADEF08F-A90B-6967-138F-969511013121}"/>
              </a:ext>
            </a:extLst>
          </p:cNvPr>
          <p:cNvSpPr txBox="1"/>
          <p:nvPr/>
        </p:nvSpPr>
        <p:spPr>
          <a:xfrm>
            <a:off x="482640" y="1604156"/>
            <a:ext cx="4089360" cy="323165"/>
          </a:xfrm>
          <a:prstGeom prst="rect">
            <a:avLst/>
          </a:prstGeom>
        </p:spPr>
        <p:txBody>
          <a:bodyPr vert="horz" wrap="square" lIns="0" tIns="0" rIns="0" bIns="0" rtlCol="0">
            <a:spAutoFit/>
          </a:bodyPr>
          <a:lstStyle/>
          <a:p>
            <a:pPr marL="12700">
              <a:lnSpc>
                <a:spcPct val="100000"/>
              </a:lnSpc>
            </a:pPr>
            <a:r>
              <a:rPr lang="en-US" sz="2100" spc="90" dirty="0" err="1">
                <a:latin typeface="Tahoma"/>
                <a:cs typeface="Tahoma"/>
              </a:rPr>
              <a:t>G</a:t>
            </a:r>
            <a:r>
              <a:rPr sz="2100" spc="80" dirty="0" err="1">
                <a:latin typeface="Tahoma"/>
                <a:cs typeface="Tahoma"/>
              </a:rPr>
              <a:t>e</a:t>
            </a:r>
            <a:r>
              <a:rPr sz="2100" spc="35" dirty="0" err="1">
                <a:latin typeface="Tahoma"/>
                <a:cs typeface="Tahoma"/>
              </a:rPr>
              <a:t>n</a:t>
            </a:r>
            <a:r>
              <a:rPr sz="2100" spc="80" dirty="0" err="1">
                <a:latin typeface="Tahoma"/>
                <a:cs typeface="Tahoma"/>
              </a:rPr>
              <a:t>e</a:t>
            </a:r>
            <a:r>
              <a:rPr sz="2100" spc="40" dirty="0" err="1">
                <a:latin typeface="Tahoma"/>
                <a:cs typeface="Tahoma"/>
              </a:rPr>
              <a:t>ra</a:t>
            </a:r>
            <a:r>
              <a:rPr sz="2100" spc="5" dirty="0" err="1">
                <a:latin typeface="Tahoma"/>
                <a:cs typeface="Tahoma"/>
              </a:rPr>
              <a:t>li</a:t>
            </a:r>
            <a:r>
              <a:rPr sz="2100" spc="105" dirty="0" err="1">
                <a:latin typeface="Tahoma"/>
                <a:cs typeface="Tahoma"/>
              </a:rPr>
              <a:t>s</a:t>
            </a:r>
            <a:r>
              <a:rPr sz="2100" spc="80" dirty="0" err="1">
                <a:latin typeface="Tahoma"/>
                <a:cs typeface="Tahoma"/>
              </a:rPr>
              <a:t>e</a:t>
            </a:r>
            <a:r>
              <a:rPr sz="2100" spc="75" dirty="0" err="1">
                <a:latin typeface="Tahoma"/>
                <a:cs typeface="Tahoma"/>
              </a:rPr>
              <a:t>d</a:t>
            </a:r>
            <a:r>
              <a:rPr sz="2100" spc="35" dirty="0">
                <a:latin typeface="Tahoma"/>
                <a:cs typeface="Tahoma"/>
              </a:rPr>
              <a:t> </a:t>
            </a:r>
            <a:r>
              <a:rPr sz="2100" spc="65" dirty="0">
                <a:latin typeface="Tahoma"/>
                <a:cs typeface="Tahoma"/>
              </a:rPr>
              <a:t>ma</a:t>
            </a:r>
            <a:r>
              <a:rPr sz="2100" spc="180" dirty="0">
                <a:latin typeface="Tahoma"/>
                <a:cs typeface="Tahoma"/>
              </a:rPr>
              <a:t>t</a:t>
            </a:r>
            <a:r>
              <a:rPr sz="2100" spc="140" dirty="0">
                <a:latin typeface="Tahoma"/>
                <a:cs typeface="Tahoma"/>
              </a:rPr>
              <a:t>c</a:t>
            </a:r>
            <a:r>
              <a:rPr sz="2100" spc="35" dirty="0">
                <a:latin typeface="Tahoma"/>
                <a:cs typeface="Tahoma"/>
              </a:rPr>
              <a:t>h</a:t>
            </a:r>
            <a:r>
              <a:rPr sz="2100" spc="5" dirty="0">
                <a:latin typeface="Tahoma"/>
                <a:cs typeface="Tahoma"/>
              </a:rPr>
              <a:t>i</a:t>
            </a:r>
            <a:r>
              <a:rPr sz="2100" spc="35" dirty="0">
                <a:latin typeface="Tahoma"/>
                <a:cs typeface="Tahoma"/>
              </a:rPr>
              <a:t>n</a:t>
            </a:r>
            <a:r>
              <a:rPr sz="2100" spc="90" dirty="0">
                <a:latin typeface="Tahoma"/>
                <a:cs typeface="Tahoma"/>
              </a:rPr>
              <a:t>g</a:t>
            </a:r>
            <a:r>
              <a:rPr sz="2100" spc="35" dirty="0">
                <a:latin typeface="Tahoma"/>
                <a:cs typeface="Tahoma"/>
              </a:rPr>
              <a:t> </a:t>
            </a:r>
            <a:r>
              <a:rPr sz="2100" spc="75" dirty="0">
                <a:latin typeface="Tahoma"/>
                <a:cs typeface="Tahoma"/>
              </a:rPr>
              <a:t>p</a:t>
            </a:r>
            <a:r>
              <a:rPr sz="2100" spc="80" dirty="0">
                <a:latin typeface="Tahoma"/>
                <a:cs typeface="Tahoma"/>
              </a:rPr>
              <a:t>e</a:t>
            </a:r>
            <a:r>
              <a:rPr sz="2100" spc="35" dirty="0">
                <a:latin typeface="Tahoma"/>
                <a:cs typeface="Tahoma"/>
              </a:rPr>
              <a:t>nn</a:t>
            </a:r>
            <a:r>
              <a:rPr sz="2100" spc="5" dirty="0">
                <a:latin typeface="Tahoma"/>
                <a:cs typeface="Tahoma"/>
              </a:rPr>
              <a:t>i</a:t>
            </a:r>
            <a:r>
              <a:rPr sz="2100" spc="80" dirty="0">
                <a:latin typeface="Tahoma"/>
                <a:cs typeface="Tahoma"/>
              </a:rPr>
              <a:t>e</a:t>
            </a:r>
            <a:r>
              <a:rPr sz="2100" spc="105" dirty="0">
                <a:latin typeface="Tahoma"/>
                <a:cs typeface="Tahoma"/>
              </a:rPr>
              <a:t>s</a:t>
            </a:r>
            <a:endParaRPr sz="2100" dirty="0">
              <a:latin typeface="Tahoma"/>
              <a:cs typeface="Tahoma"/>
            </a:endParaRPr>
          </a:p>
        </p:txBody>
      </p:sp>
      <p:sp>
        <p:nvSpPr>
          <p:cNvPr id="4" name="object 5">
            <a:extLst>
              <a:ext uri="{FF2B5EF4-FFF2-40B4-BE49-F238E27FC236}">
                <a16:creationId xmlns:a16="http://schemas.microsoft.com/office/drawing/2014/main" id="{11817EAA-C28B-9347-B0C3-D59FFCE5BD57}"/>
              </a:ext>
            </a:extLst>
          </p:cNvPr>
          <p:cNvSpPr txBox="1"/>
          <p:nvPr/>
        </p:nvSpPr>
        <p:spPr>
          <a:xfrm>
            <a:off x="4918898" y="1927321"/>
            <a:ext cx="857885" cy="369332"/>
          </a:xfrm>
          <a:prstGeom prst="rect">
            <a:avLst/>
          </a:prstGeom>
        </p:spPr>
        <p:txBody>
          <a:bodyPr vert="horz" wrap="square" lIns="0" tIns="0" rIns="0" bIns="0" rtlCol="0">
            <a:spAutoFit/>
          </a:bodyPr>
          <a:lstStyle/>
          <a:p>
            <a:pPr marL="12700">
              <a:lnSpc>
                <a:spcPct val="100000"/>
              </a:lnSpc>
            </a:pPr>
            <a:r>
              <a:rPr sz="2400" spc="-70" dirty="0">
                <a:latin typeface="Calibri"/>
                <a:cs typeface="Calibri"/>
              </a:rPr>
              <a:t>R</a:t>
            </a:r>
            <a:r>
              <a:rPr sz="2400" dirty="0">
                <a:latin typeface="Calibri"/>
                <a:cs typeface="Calibri"/>
              </a:rPr>
              <a:t>o</a:t>
            </a:r>
            <a:r>
              <a:rPr sz="2400" spc="-20" dirty="0">
                <a:latin typeface="Calibri"/>
                <a:cs typeface="Calibri"/>
              </a:rPr>
              <a:t>ck</a:t>
            </a:r>
            <a:endParaRPr sz="2400">
              <a:latin typeface="Calibri"/>
              <a:cs typeface="Calibri"/>
            </a:endParaRPr>
          </a:p>
        </p:txBody>
      </p:sp>
      <p:sp>
        <p:nvSpPr>
          <p:cNvPr id="6" name="object 6">
            <a:extLst>
              <a:ext uri="{FF2B5EF4-FFF2-40B4-BE49-F238E27FC236}">
                <a16:creationId xmlns:a16="http://schemas.microsoft.com/office/drawing/2014/main" id="{90BA9164-79D8-F8B2-71AB-ADDCDE98A2BE}"/>
              </a:ext>
            </a:extLst>
          </p:cNvPr>
          <p:cNvSpPr txBox="1"/>
          <p:nvPr/>
        </p:nvSpPr>
        <p:spPr>
          <a:xfrm>
            <a:off x="6109523" y="1927321"/>
            <a:ext cx="1038860" cy="369332"/>
          </a:xfrm>
          <a:prstGeom prst="rect">
            <a:avLst/>
          </a:prstGeom>
        </p:spPr>
        <p:txBody>
          <a:bodyPr vert="horz" wrap="square" lIns="0" tIns="0" rIns="0" bIns="0" rtlCol="0">
            <a:spAutoFit/>
          </a:bodyPr>
          <a:lstStyle/>
          <a:p>
            <a:pPr marL="12700">
              <a:lnSpc>
                <a:spcPct val="100000"/>
              </a:lnSpc>
            </a:pPr>
            <a:r>
              <a:rPr sz="2400" spc="-95" dirty="0">
                <a:latin typeface="Calibri"/>
                <a:cs typeface="Calibri"/>
              </a:rPr>
              <a:t>P</a:t>
            </a:r>
            <a:r>
              <a:rPr sz="2400" dirty="0">
                <a:latin typeface="Calibri"/>
                <a:cs typeface="Calibri"/>
              </a:rPr>
              <a:t>ap</a:t>
            </a:r>
            <a:r>
              <a:rPr sz="2400" spc="-15" dirty="0">
                <a:latin typeface="Calibri"/>
                <a:cs typeface="Calibri"/>
              </a:rPr>
              <a:t>er</a:t>
            </a:r>
            <a:endParaRPr sz="2400" dirty="0">
              <a:latin typeface="Calibri"/>
              <a:cs typeface="Calibri"/>
            </a:endParaRPr>
          </a:p>
        </p:txBody>
      </p:sp>
      <p:sp>
        <p:nvSpPr>
          <p:cNvPr id="7" name="object 7">
            <a:extLst>
              <a:ext uri="{FF2B5EF4-FFF2-40B4-BE49-F238E27FC236}">
                <a16:creationId xmlns:a16="http://schemas.microsoft.com/office/drawing/2014/main" id="{D443D1AF-2921-DD11-E2ED-7F37984D9C7A}"/>
              </a:ext>
            </a:extLst>
          </p:cNvPr>
          <p:cNvSpPr txBox="1"/>
          <p:nvPr/>
        </p:nvSpPr>
        <p:spPr>
          <a:xfrm>
            <a:off x="7259888" y="1927321"/>
            <a:ext cx="1383665" cy="369332"/>
          </a:xfrm>
          <a:prstGeom prst="rect">
            <a:avLst/>
          </a:prstGeom>
        </p:spPr>
        <p:txBody>
          <a:bodyPr vert="horz" wrap="square" lIns="0" tIns="0" rIns="0" bIns="0" rtlCol="0">
            <a:spAutoFit/>
          </a:bodyPr>
          <a:lstStyle/>
          <a:p>
            <a:pPr marL="12700">
              <a:lnSpc>
                <a:spcPct val="100000"/>
              </a:lnSpc>
            </a:pPr>
            <a:r>
              <a:rPr sz="2400" dirty="0">
                <a:latin typeface="Calibri"/>
                <a:cs typeface="Calibri"/>
              </a:rPr>
              <a:t>S</a:t>
            </a:r>
            <a:r>
              <a:rPr sz="2400" spc="-5" dirty="0">
                <a:latin typeface="Calibri"/>
                <a:cs typeface="Calibri"/>
              </a:rPr>
              <a:t>c</a:t>
            </a:r>
            <a:r>
              <a:rPr sz="2400" dirty="0">
                <a:latin typeface="Calibri"/>
                <a:cs typeface="Calibri"/>
              </a:rPr>
              <a:t>isso</a:t>
            </a:r>
            <a:r>
              <a:rPr sz="2400" spc="-60" dirty="0">
                <a:latin typeface="Calibri"/>
                <a:cs typeface="Calibri"/>
              </a:rPr>
              <a:t>r</a:t>
            </a:r>
            <a:r>
              <a:rPr sz="2400" dirty="0">
                <a:latin typeface="Calibri"/>
                <a:cs typeface="Calibri"/>
              </a:rPr>
              <a:t>s</a:t>
            </a:r>
          </a:p>
        </p:txBody>
      </p:sp>
      <p:sp>
        <p:nvSpPr>
          <p:cNvPr id="8" name="object 8">
            <a:extLst>
              <a:ext uri="{FF2B5EF4-FFF2-40B4-BE49-F238E27FC236}">
                <a16:creationId xmlns:a16="http://schemas.microsoft.com/office/drawing/2014/main" id="{F085771A-BFD4-EE15-E33E-BBEECED885EB}"/>
              </a:ext>
            </a:extLst>
          </p:cNvPr>
          <p:cNvSpPr txBox="1"/>
          <p:nvPr/>
        </p:nvSpPr>
        <p:spPr>
          <a:xfrm>
            <a:off x="3953529" y="2563483"/>
            <a:ext cx="857885" cy="369332"/>
          </a:xfrm>
          <a:prstGeom prst="rect">
            <a:avLst/>
          </a:prstGeom>
        </p:spPr>
        <p:txBody>
          <a:bodyPr vert="horz" wrap="square" lIns="0" tIns="0" rIns="0" bIns="0" rtlCol="0">
            <a:spAutoFit/>
          </a:bodyPr>
          <a:lstStyle/>
          <a:p>
            <a:pPr marL="12700">
              <a:lnSpc>
                <a:spcPct val="100000"/>
              </a:lnSpc>
            </a:pPr>
            <a:r>
              <a:rPr sz="2400" spc="-70" dirty="0">
                <a:latin typeface="Calibri"/>
                <a:cs typeface="Calibri"/>
              </a:rPr>
              <a:t>R</a:t>
            </a:r>
            <a:r>
              <a:rPr sz="2400" dirty="0">
                <a:latin typeface="Calibri"/>
                <a:cs typeface="Calibri"/>
              </a:rPr>
              <a:t>o</a:t>
            </a:r>
            <a:r>
              <a:rPr sz="2400" spc="-20" dirty="0">
                <a:latin typeface="Calibri"/>
                <a:cs typeface="Calibri"/>
              </a:rPr>
              <a:t>ck</a:t>
            </a:r>
            <a:endParaRPr sz="2400">
              <a:latin typeface="Calibri"/>
              <a:cs typeface="Calibri"/>
            </a:endParaRPr>
          </a:p>
        </p:txBody>
      </p:sp>
      <p:sp>
        <p:nvSpPr>
          <p:cNvPr id="9" name="object 10">
            <a:extLst>
              <a:ext uri="{FF2B5EF4-FFF2-40B4-BE49-F238E27FC236}">
                <a16:creationId xmlns:a16="http://schemas.microsoft.com/office/drawing/2014/main" id="{C15A4896-BFC2-565E-F81F-890311667625}"/>
              </a:ext>
            </a:extLst>
          </p:cNvPr>
          <p:cNvSpPr txBox="1"/>
          <p:nvPr/>
        </p:nvSpPr>
        <p:spPr>
          <a:xfrm>
            <a:off x="3863184" y="3325483"/>
            <a:ext cx="1038860" cy="369332"/>
          </a:xfrm>
          <a:prstGeom prst="rect">
            <a:avLst/>
          </a:prstGeom>
        </p:spPr>
        <p:txBody>
          <a:bodyPr vert="horz" wrap="square" lIns="0" tIns="0" rIns="0" bIns="0" rtlCol="0">
            <a:spAutoFit/>
          </a:bodyPr>
          <a:lstStyle/>
          <a:p>
            <a:pPr marL="12700">
              <a:lnSpc>
                <a:spcPct val="100000"/>
              </a:lnSpc>
            </a:pPr>
            <a:r>
              <a:rPr sz="2400" spc="-95" dirty="0">
                <a:latin typeface="Calibri"/>
                <a:cs typeface="Calibri"/>
              </a:rPr>
              <a:t>P</a:t>
            </a:r>
            <a:r>
              <a:rPr sz="2400" dirty="0">
                <a:latin typeface="Calibri"/>
                <a:cs typeface="Calibri"/>
              </a:rPr>
              <a:t>ap</a:t>
            </a:r>
            <a:r>
              <a:rPr sz="2400" spc="-15" dirty="0">
                <a:latin typeface="Calibri"/>
                <a:cs typeface="Calibri"/>
              </a:rPr>
              <a:t>er</a:t>
            </a:r>
            <a:endParaRPr sz="2400" dirty="0">
              <a:latin typeface="Calibri"/>
              <a:cs typeface="Calibri"/>
            </a:endParaRPr>
          </a:p>
        </p:txBody>
      </p:sp>
      <p:sp>
        <p:nvSpPr>
          <p:cNvPr id="10" name="object 11">
            <a:extLst>
              <a:ext uri="{FF2B5EF4-FFF2-40B4-BE49-F238E27FC236}">
                <a16:creationId xmlns:a16="http://schemas.microsoft.com/office/drawing/2014/main" id="{2242D288-309A-95EF-FBD1-0D1F56D6E088}"/>
              </a:ext>
            </a:extLst>
          </p:cNvPr>
          <p:cNvSpPr txBox="1"/>
          <p:nvPr/>
        </p:nvSpPr>
        <p:spPr>
          <a:xfrm>
            <a:off x="3690823" y="4071992"/>
            <a:ext cx="1383665" cy="369332"/>
          </a:xfrm>
          <a:prstGeom prst="rect">
            <a:avLst/>
          </a:prstGeom>
        </p:spPr>
        <p:txBody>
          <a:bodyPr vert="horz" wrap="square" lIns="0" tIns="0" rIns="0" bIns="0" rtlCol="0">
            <a:spAutoFit/>
          </a:bodyPr>
          <a:lstStyle/>
          <a:p>
            <a:pPr marL="12700">
              <a:lnSpc>
                <a:spcPct val="100000"/>
              </a:lnSpc>
            </a:pPr>
            <a:r>
              <a:rPr sz="2400" dirty="0">
                <a:latin typeface="Calibri"/>
                <a:cs typeface="Calibri"/>
              </a:rPr>
              <a:t>S</a:t>
            </a:r>
            <a:r>
              <a:rPr sz="2400" spc="-5" dirty="0">
                <a:latin typeface="Calibri"/>
                <a:cs typeface="Calibri"/>
              </a:rPr>
              <a:t>c</a:t>
            </a:r>
            <a:r>
              <a:rPr sz="2400" dirty="0">
                <a:latin typeface="Calibri"/>
                <a:cs typeface="Calibri"/>
              </a:rPr>
              <a:t>isso</a:t>
            </a:r>
            <a:r>
              <a:rPr sz="2400" spc="-60" dirty="0">
                <a:latin typeface="Calibri"/>
                <a:cs typeface="Calibri"/>
              </a:rPr>
              <a:t>r</a:t>
            </a:r>
            <a:r>
              <a:rPr sz="2400" dirty="0">
                <a:latin typeface="Calibri"/>
                <a:cs typeface="Calibri"/>
              </a:rPr>
              <a:t>s</a:t>
            </a:r>
          </a:p>
        </p:txBody>
      </p:sp>
      <p:graphicFrame>
        <p:nvGraphicFramePr>
          <p:cNvPr id="11" name="object 9">
            <a:extLst>
              <a:ext uri="{FF2B5EF4-FFF2-40B4-BE49-F238E27FC236}">
                <a16:creationId xmlns:a16="http://schemas.microsoft.com/office/drawing/2014/main" id="{F31A860C-47AD-C4D2-4022-EDDC4D9ECE72}"/>
              </a:ext>
            </a:extLst>
          </p:cNvPr>
          <p:cNvGraphicFramePr>
            <a:graphicFrameLocks noGrp="1"/>
          </p:cNvGraphicFramePr>
          <p:nvPr>
            <p:extLst>
              <p:ext uri="{D42A27DB-BD31-4B8C-83A1-F6EECF244321}">
                <p14:modId xmlns:p14="http://schemas.microsoft.com/office/powerpoint/2010/main" val="138153089"/>
              </p:ext>
            </p:extLst>
          </p:nvPr>
        </p:nvGraphicFramePr>
        <p:xfrm>
          <a:off x="4709983" y="2372098"/>
          <a:ext cx="3567111" cy="2368289"/>
        </p:xfrm>
        <a:graphic>
          <a:graphicData uri="http://schemas.openxmlformats.org/drawingml/2006/table">
            <a:tbl>
              <a:tblPr firstRow="1" bandRow="1">
                <a:tableStyleId>{2D5ABB26-0587-4C30-8999-92F81FD0307C}</a:tableStyleId>
              </a:tblPr>
              <a:tblGrid>
                <a:gridCol w="1189037">
                  <a:extLst>
                    <a:ext uri="{9D8B030D-6E8A-4147-A177-3AD203B41FA5}">
                      <a16:colId xmlns:a16="http://schemas.microsoft.com/office/drawing/2014/main" val="20000"/>
                    </a:ext>
                  </a:extLst>
                </a:gridCol>
                <a:gridCol w="1189037">
                  <a:extLst>
                    <a:ext uri="{9D8B030D-6E8A-4147-A177-3AD203B41FA5}">
                      <a16:colId xmlns:a16="http://schemas.microsoft.com/office/drawing/2014/main" val="20001"/>
                    </a:ext>
                  </a:extLst>
                </a:gridCol>
                <a:gridCol w="1189037">
                  <a:extLst>
                    <a:ext uri="{9D8B030D-6E8A-4147-A177-3AD203B41FA5}">
                      <a16:colId xmlns:a16="http://schemas.microsoft.com/office/drawing/2014/main" val="20002"/>
                    </a:ext>
                  </a:extLst>
                </a:gridCol>
              </a:tblGrid>
              <a:tr h="730021">
                <a:tc>
                  <a:txBody>
                    <a:bodyPr/>
                    <a:lstStyle/>
                    <a:p>
                      <a:pPr marR="38735" algn="ctr">
                        <a:lnSpc>
                          <a:spcPct val="100000"/>
                        </a:lnSpc>
                      </a:pPr>
                      <a:r>
                        <a:rPr sz="2400" dirty="0">
                          <a:latin typeface="Times New Roman"/>
                          <a:cs typeface="Times New Roman"/>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R="34290" algn="ctr">
                        <a:lnSpc>
                          <a:spcPct val="100000"/>
                        </a:lnSpc>
                      </a:pPr>
                      <a:r>
                        <a:rPr lang="en-US" sz="2400" i="1" spc="-45" dirty="0">
                          <a:latin typeface="Meiryo"/>
                          <a:cs typeface="Meiryo"/>
                        </a:rPr>
                        <a:t>-</a:t>
                      </a:r>
                      <a:r>
                        <a:rPr sz="2400" i="1" spc="-45" dirty="0">
                          <a:latin typeface="Meiryo"/>
                          <a:cs typeface="Meiryo"/>
                        </a:rPr>
                        <a:t>­</a:t>
                      </a:r>
                      <a:r>
                        <a:rPr sz="2400" dirty="0">
                          <a:latin typeface="Times New Roman"/>
                          <a:cs typeface="Times New Roman"/>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R="40005" algn="ctr">
                        <a:lnSpc>
                          <a:spcPct val="100000"/>
                        </a:lnSpc>
                      </a:pPr>
                      <a:r>
                        <a:rPr sz="2400" dirty="0">
                          <a:latin typeface="Times New Roman"/>
                          <a:cs typeface="Times New Roman"/>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813623">
                <a:tc>
                  <a:txBody>
                    <a:bodyPr/>
                    <a:lstStyle/>
                    <a:p>
                      <a:pPr marR="38735" algn="ctr">
                        <a:lnSpc>
                          <a:spcPct val="100000"/>
                        </a:lnSpc>
                      </a:pPr>
                      <a:r>
                        <a:rPr sz="2400" dirty="0">
                          <a:latin typeface="Times New Roman"/>
                          <a:cs typeface="Times New Roman"/>
                        </a:rPr>
                        <a:t>1</a:t>
                      </a:r>
                      <a:endParaRPr sz="240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R="38735" algn="ctr">
                        <a:lnSpc>
                          <a:spcPct val="100000"/>
                        </a:lnSpc>
                      </a:pPr>
                      <a:r>
                        <a:rPr sz="2400" dirty="0">
                          <a:latin typeface="Times New Roman"/>
                          <a:cs typeface="Times New Roman"/>
                        </a:rPr>
                        <a:t>0</a:t>
                      </a:r>
                      <a:endParaRPr sz="2400">
                        <a:latin typeface="Times New Roman"/>
                        <a:cs typeface="Times New Roman"/>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0" indent="0" algn="ctr">
                        <a:lnSpc>
                          <a:spcPct val="100000"/>
                        </a:lnSpc>
                      </a:pPr>
                      <a:r>
                        <a:rPr sz="2400" i="1" spc="-45" dirty="0">
                          <a:latin typeface="Meiryo"/>
                          <a:cs typeface="Meiryo"/>
                        </a:rPr>
                        <a:t>­</a:t>
                      </a:r>
                      <a:r>
                        <a:rPr lang="en-US" sz="2400" i="1" spc="-45" dirty="0">
                          <a:latin typeface="Meiryo"/>
                          <a:cs typeface="Meiryo"/>
                        </a:rPr>
                        <a:t>-</a:t>
                      </a:r>
                      <a:r>
                        <a:rPr sz="2400" dirty="0">
                          <a:latin typeface="Times New Roman"/>
                          <a:cs typeface="Times New Roman"/>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r h="824645">
                <a:tc>
                  <a:txBody>
                    <a:bodyPr/>
                    <a:lstStyle/>
                    <a:p>
                      <a:pPr marR="33020" algn="ctr">
                        <a:lnSpc>
                          <a:spcPct val="100000"/>
                        </a:lnSpc>
                      </a:pPr>
                      <a:r>
                        <a:rPr lang="en-US" sz="2400" i="1" spc="-45" dirty="0">
                          <a:latin typeface="Meiryo"/>
                          <a:cs typeface="Meiryo"/>
                        </a:rPr>
                        <a:t>-</a:t>
                      </a:r>
                      <a:r>
                        <a:rPr sz="2400" i="1" spc="-45" dirty="0">
                          <a:latin typeface="Meiryo"/>
                          <a:cs typeface="Meiryo"/>
                        </a:rPr>
                        <a:t>­</a:t>
                      </a:r>
                      <a:r>
                        <a:rPr sz="2400" dirty="0">
                          <a:latin typeface="Times New Roman"/>
                          <a:cs typeface="Times New Roman"/>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R="38735" algn="ctr">
                        <a:lnSpc>
                          <a:spcPct val="100000"/>
                        </a:lnSpc>
                      </a:pPr>
                      <a:r>
                        <a:rPr sz="2400" dirty="0">
                          <a:latin typeface="Times New Roman"/>
                          <a:cs typeface="Times New Roman"/>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0" marR="508634" indent="0" algn="ctr">
                        <a:lnSpc>
                          <a:spcPct val="100000"/>
                        </a:lnSpc>
                      </a:pPr>
                      <a:r>
                        <a:rPr lang="en-US" sz="2400" dirty="0">
                          <a:latin typeface="Times New Roman"/>
                          <a:cs typeface="Times New Roman"/>
                        </a:rPr>
                        <a:t>      </a:t>
                      </a:r>
                      <a:r>
                        <a:rPr sz="2400" dirty="0">
                          <a:latin typeface="Times New Roman"/>
                          <a:cs typeface="Times New Roman"/>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2"/>
                  </a:ext>
                </a:extLst>
              </a:tr>
            </a:tbl>
          </a:graphicData>
        </a:graphic>
      </p:graphicFrame>
      <p:sp>
        <p:nvSpPr>
          <p:cNvPr id="14" name="Slide Number Placeholder 13">
            <a:extLst>
              <a:ext uri="{FF2B5EF4-FFF2-40B4-BE49-F238E27FC236}">
                <a16:creationId xmlns:a16="http://schemas.microsoft.com/office/drawing/2014/main" id="{573CF5F1-3FEF-87D7-8BB5-A8182EF5E4AD}"/>
              </a:ext>
            </a:extLst>
          </p:cNvPr>
          <p:cNvSpPr>
            <a:spLocks noGrp="1"/>
          </p:cNvSpPr>
          <p:nvPr>
            <p:ph type="sldNum" sz="quarter" idx="2"/>
          </p:nvPr>
        </p:nvSpPr>
        <p:spPr/>
        <p:txBody>
          <a:bodyPr/>
          <a:lstStyle/>
          <a:p>
            <a:fld id="{86CB4B4D-7CA3-9044-876B-883B54F8677D}" type="slidenum">
              <a:rPr lang="en-US" smtClean="0"/>
              <a:pPr/>
              <a:t>22</a:t>
            </a:fld>
            <a:r>
              <a:rPr lang="en-US" dirty="0"/>
              <a:t>/33</a:t>
            </a:r>
          </a:p>
        </p:txBody>
      </p:sp>
      <p:sp>
        <p:nvSpPr>
          <p:cNvPr id="15" name="Footer Placeholder 14">
            <a:extLst>
              <a:ext uri="{FF2B5EF4-FFF2-40B4-BE49-F238E27FC236}">
                <a16:creationId xmlns:a16="http://schemas.microsoft.com/office/drawing/2014/main" id="{86A08F29-ED6B-C54C-D5B5-96912EB70B6A}"/>
              </a:ext>
            </a:extLst>
          </p:cNvPr>
          <p:cNvSpPr>
            <a:spLocks noGrp="1"/>
          </p:cNvSpPr>
          <p:nvPr>
            <p:ph type="ftr" sz="quarter" idx="5"/>
          </p:nvPr>
        </p:nvSpPr>
        <p:spPr/>
        <p:txBody>
          <a:bodyPr/>
          <a:lstStyle/>
          <a:p>
            <a:pPr defTabSz="406400" hangingPunct="0">
              <a:defRPr/>
            </a:pPr>
            <a:r>
              <a:rPr lang="en-US" dirty="0"/>
              <a:t>Week-6</a:t>
            </a:r>
          </a:p>
        </p:txBody>
      </p:sp>
      <p:sp>
        <p:nvSpPr>
          <p:cNvPr id="16" name="Rectangle 15">
            <a:extLst>
              <a:ext uri="{FF2B5EF4-FFF2-40B4-BE49-F238E27FC236}">
                <a16:creationId xmlns:a16="http://schemas.microsoft.com/office/drawing/2014/main" id="{AAC092C6-FB3F-E615-E3C4-D77087659D53}"/>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9B80C46-FD0D-4DBE-3D7C-892865C7B817}"/>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75D8A61-C15D-169E-F1E3-C22495C8701F}"/>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7ACDF7D-6379-2CAC-26D6-7DA14E522B3C}"/>
              </a:ext>
            </a:extLst>
          </p:cNvPr>
          <p:cNvSpPr txBox="1"/>
          <p:nvPr/>
        </p:nvSpPr>
        <p:spPr>
          <a:xfrm>
            <a:off x="515297" y="4923596"/>
            <a:ext cx="8124694" cy="1015663"/>
          </a:xfrm>
          <a:prstGeom prst="rect">
            <a:avLst/>
          </a:prstGeom>
          <a:noFill/>
        </p:spPr>
        <p:txBody>
          <a:bodyPr wrap="square">
            <a:spAutoFit/>
          </a:bodyPr>
          <a:lstStyle/>
          <a:p>
            <a:pPr marL="342900" indent="-342900" algn="l">
              <a:buFont typeface="Arial" panose="020B0604020202020204" pitchFamily="34" charset="0"/>
              <a:buChar char="•"/>
            </a:pPr>
            <a:r>
              <a:rPr lang="en-US" sz="2000" b="0" i="0" dirty="0">
                <a:effectLst/>
                <a:latin typeface="Söhne"/>
              </a:rPr>
              <a:t>Rock beats scissors (rock crushes scissors).</a:t>
            </a:r>
          </a:p>
          <a:p>
            <a:pPr marL="342900" indent="-342900" algn="l">
              <a:buFont typeface="Arial" panose="020B0604020202020204" pitchFamily="34" charset="0"/>
              <a:buChar char="•"/>
            </a:pPr>
            <a:r>
              <a:rPr lang="en-US" sz="2000" b="0" i="0" dirty="0">
                <a:effectLst/>
                <a:latin typeface="Söhne"/>
              </a:rPr>
              <a:t>Scissors beats paper (scissors cut paper).</a:t>
            </a:r>
          </a:p>
          <a:p>
            <a:pPr marL="342900" indent="-342900" algn="l">
              <a:buFont typeface="Arial" panose="020B0604020202020204" pitchFamily="34" charset="0"/>
              <a:buChar char="•"/>
            </a:pPr>
            <a:r>
              <a:rPr lang="en-US" sz="2000" b="0" i="0" dirty="0">
                <a:effectLst/>
                <a:latin typeface="Söhne"/>
              </a:rPr>
              <a:t>Paper beats rock (paper covers rock).</a:t>
            </a:r>
          </a:p>
        </p:txBody>
      </p:sp>
      <p:sp>
        <p:nvSpPr>
          <p:cNvPr id="20" name="TextBox 19">
            <a:extLst>
              <a:ext uri="{FF2B5EF4-FFF2-40B4-BE49-F238E27FC236}">
                <a16:creationId xmlns:a16="http://schemas.microsoft.com/office/drawing/2014/main" id="{98AB0CF9-62E2-992F-042E-EA7AEA35D55E}"/>
              </a:ext>
            </a:extLst>
          </p:cNvPr>
          <p:cNvSpPr txBox="1"/>
          <p:nvPr/>
        </p:nvSpPr>
        <p:spPr>
          <a:xfrm>
            <a:off x="846121" y="3029493"/>
            <a:ext cx="2593663" cy="923330"/>
          </a:xfrm>
          <a:prstGeom prst="rect">
            <a:avLst/>
          </a:prstGeom>
          <a:noFill/>
          <a:ln>
            <a:solidFill>
              <a:schemeClr val="tx1"/>
            </a:solidFill>
          </a:ln>
        </p:spPr>
        <p:txBody>
          <a:bodyPr wrap="square">
            <a:spAutoFit/>
          </a:bodyPr>
          <a:lstStyle/>
          <a:p>
            <a:r>
              <a:rPr lang="en-US" dirty="0"/>
              <a:t>The number in each cell represents the payoff for Player 1.</a:t>
            </a:r>
          </a:p>
        </p:txBody>
      </p:sp>
    </p:spTree>
    <p:extLst>
      <p:ext uri="{BB962C8B-B14F-4D97-AF65-F5344CB8AC3E}">
        <p14:creationId xmlns:p14="http://schemas.microsoft.com/office/powerpoint/2010/main" val="28100741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836920"/>
          </a:xfrm>
          <a:custGeom>
            <a:avLst/>
            <a:gdLst/>
            <a:ahLst/>
            <a:cxnLst/>
            <a:rect l="l" t="t" r="r" b="b"/>
            <a:pathLst>
              <a:path w="9144000" h="5836920">
                <a:moveTo>
                  <a:pt x="0" y="5836819"/>
                </a:moveTo>
                <a:lnTo>
                  <a:pt x="9144000" y="5836819"/>
                </a:lnTo>
                <a:lnTo>
                  <a:pt x="9144000" y="0"/>
                </a:lnTo>
                <a:lnTo>
                  <a:pt x="0" y="0"/>
                </a:lnTo>
                <a:lnTo>
                  <a:pt x="0" y="5836819"/>
                </a:lnTo>
                <a:close/>
              </a:path>
            </a:pathLst>
          </a:custGeom>
          <a:solidFill>
            <a:srgbClr val="E7E7E7"/>
          </a:solidFill>
        </p:spPr>
        <p:txBody>
          <a:bodyPr wrap="square" lIns="0" tIns="0" rIns="0" bIns="0" rtlCol="0"/>
          <a:lstStyle/>
          <a:p>
            <a:endParaRPr/>
          </a:p>
        </p:txBody>
      </p:sp>
      <p:sp>
        <p:nvSpPr>
          <p:cNvPr id="3" name="object 3"/>
          <p:cNvSpPr/>
          <p:nvPr/>
        </p:nvSpPr>
        <p:spPr>
          <a:xfrm>
            <a:off x="3177162" y="4185993"/>
            <a:ext cx="5967095" cy="2672080"/>
          </a:xfrm>
          <a:custGeom>
            <a:avLst/>
            <a:gdLst/>
            <a:ahLst/>
            <a:cxnLst/>
            <a:rect l="l" t="t" r="r" b="b"/>
            <a:pathLst>
              <a:path w="5967095" h="2672079">
                <a:moveTo>
                  <a:pt x="5966837" y="0"/>
                </a:moveTo>
                <a:lnTo>
                  <a:pt x="447098" y="0"/>
                </a:lnTo>
                <a:lnTo>
                  <a:pt x="410429" y="1482"/>
                </a:lnTo>
                <a:lnTo>
                  <a:pt x="339655" y="12993"/>
                </a:lnTo>
                <a:lnTo>
                  <a:pt x="273067" y="35135"/>
                </a:lnTo>
                <a:lnTo>
                  <a:pt x="211586" y="66985"/>
                </a:lnTo>
                <a:lnTo>
                  <a:pt x="156131" y="107624"/>
                </a:lnTo>
                <a:lnTo>
                  <a:pt x="107624" y="156132"/>
                </a:lnTo>
                <a:lnTo>
                  <a:pt x="66985" y="211586"/>
                </a:lnTo>
                <a:lnTo>
                  <a:pt x="35135" y="273068"/>
                </a:lnTo>
                <a:lnTo>
                  <a:pt x="12993" y="339656"/>
                </a:lnTo>
                <a:lnTo>
                  <a:pt x="1482" y="410430"/>
                </a:lnTo>
                <a:lnTo>
                  <a:pt x="0" y="447099"/>
                </a:lnTo>
                <a:lnTo>
                  <a:pt x="0" y="2235493"/>
                </a:lnTo>
                <a:lnTo>
                  <a:pt x="5851" y="2308015"/>
                </a:lnTo>
                <a:lnTo>
                  <a:pt x="22793" y="2376811"/>
                </a:lnTo>
                <a:lnTo>
                  <a:pt x="49904" y="2440961"/>
                </a:lnTo>
                <a:lnTo>
                  <a:pt x="86264" y="2499544"/>
                </a:lnTo>
                <a:lnTo>
                  <a:pt x="130952" y="2551640"/>
                </a:lnTo>
                <a:lnTo>
                  <a:pt x="183048" y="2596328"/>
                </a:lnTo>
                <a:lnTo>
                  <a:pt x="241631" y="2632687"/>
                </a:lnTo>
                <a:lnTo>
                  <a:pt x="305781" y="2659798"/>
                </a:lnTo>
                <a:lnTo>
                  <a:pt x="351429" y="2672006"/>
                </a:lnTo>
                <a:lnTo>
                  <a:pt x="5966837" y="2672006"/>
                </a:lnTo>
                <a:lnTo>
                  <a:pt x="5966837" y="0"/>
                </a:lnTo>
                <a:close/>
              </a:path>
            </a:pathLst>
          </a:custGeom>
          <a:solidFill>
            <a:srgbClr val="E7E7E7"/>
          </a:solidFill>
        </p:spPr>
        <p:txBody>
          <a:bodyPr wrap="square" lIns="0" tIns="0" rIns="0" bIns="0" rtlCol="0"/>
          <a:lstStyle/>
          <a:p>
            <a:endParaRPr/>
          </a:p>
        </p:txBody>
      </p:sp>
      <p:sp>
        <p:nvSpPr>
          <p:cNvPr id="4" name="object 4"/>
          <p:cNvSpPr/>
          <p:nvPr/>
        </p:nvSpPr>
        <p:spPr>
          <a:xfrm>
            <a:off x="0" y="1503401"/>
            <a:ext cx="4307205" cy="5354955"/>
          </a:xfrm>
          <a:custGeom>
            <a:avLst/>
            <a:gdLst/>
            <a:ahLst/>
            <a:cxnLst/>
            <a:rect l="l" t="t" r="r" b="b"/>
            <a:pathLst>
              <a:path w="4307205" h="5354955">
                <a:moveTo>
                  <a:pt x="0" y="5354598"/>
                </a:moveTo>
                <a:lnTo>
                  <a:pt x="4306917" y="5354598"/>
                </a:lnTo>
                <a:lnTo>
                  <a:pt x="4306917" y="0"/>
                </a:lnTo>
                <a:lnTo>
                  <a:pt x="0" y="0"/>
                </a:lnTo>
                <a:lnTo>
                  <a:pt x="0" y="5354598"/>
                </a:lnTo>
              </a:path>
            </a:pathLst>
          </a:custGeom>
          <a:solidFill>
            <a:srgbClr val="E7E7E7"/>
          </a:solidFill>
        </p:spPr>
        <p:txBody>
          <a:bodyPr wrap="square" lIns="0" tIns="0" rIns="0" bIns="0" rtlCol="0"/>
          <a:lstStyle/>
          <a:p>
            <a:endParaRPr/>
          </a:p>
        </p:txBody>
      </p:sp>
      <p:sp>
        <p:nvSpPr>
          <p:cNvPr id="5" name="object 5"/>
          <p:cNvSpPr txBox="1"/>
          <p:nvPr/>
        </p:nvSpPr>
        <p:spPr>
          <a:xfrm>
            <a:off x="152399" y="4417132"/>
            <a:ext cx="8530271" cy="1841500"/>
          </a:xfrm>
          <a:prstGeom prst="rect">
            <a:avLst/>
          </a:prstGeom>
        </p:spPr>
        <p:txBody>
          <a:bodyPr vert="horz" wrap="square" lIns="0" tIns="0" rIns="0" bIns="0" rtlCol="0">
            <a:spAutoFit/>
          </a:bodyPr>
          <a:lstStyle/>
          <a:p>
            <a:pPr marL="12700">
              <a:lnSpc>
                <a:spcPct val="100000"/>
              </a:lnSpc>
            </a:pPr>
            <a:r>
              <a:rPr sz="1800" spc="20" dirty="0">
                <a:latin typeface="Tahoma"/>
                <a:cs typeface="Tahoma"/>
              </a:rPr>
              <a:t>E</a:t>
            </a:r>
            <a:r>
              <a:rPr sz="1800" spc="45" dirty="0">
                <a:latin typeface="Tahoma"/>
                <a:cs typeface="Tahoma"/>
              </a:rPr>
              <a:t>a</a:t>
            </a:r>
            <a:r>
              <a:rPr sz="1800" spc="145" dirty="0">
                <a:latin typeface="Tahoma"/>
                <a:cs typeface="Tahoma"/>
              </a:rPr>
              <a:t>c</a:t>
            </a:r>
            <a:r>
              <a:rPr sz="1800" spc="40" dirty="0">
                <a:latin typeface="Tahoma"/>
                <a:cs typeface="Tahoma"/>
              </a:rPr>
              <a:t>h</a:t>
            </a:r>
            <a:r>
              <a:rPr sz="1800" spc="35" dirty="0">
                <a:latin typeface="Tahoma"/>
                <a:cs typeface="Tahoma"/>
              </a:rPr>
              <a:t> </a:t>
            </a:r>
            <a:r>
              <a:rPr sz="1800" spc="4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35" dirty="0">
                <a:latin typeface="Tahoma"/>
                <a:cs typeface="Tahoma"/>
              </a:rPr>
              <a:t> </a:t>
            </a:r>
            <a:r>
              <a:rPr sz="1800" spc="40" dirty="0">
                <a:latin typeface="Tahoma"/>
                <a:cs typeface="Tahoma"/>
              </a:rPr>
              <a:t>h</a:t>
            </a:r>
            <a:r>
              <a:rPr sz="1800" spc="5" dirty="0">
                <a:latin typeface="Tahoma"/>
                <a:cs typeface="Tahoma"/>
              </a:rPr>
              <a:t>i</a:t>
            </a:r>
            <a:r>
              <a:rPr sz="1800" spc="75" dirty="0">
                <a:latin typeface="Tahoma"/>
                <a:cs typeface="Tahoma"/>
              </a:rPr>
              <a:t>d</a:t>
            </a:r>
            <a:r>
              <a:rPr sz="1800" spc="85" dirty="0">
                <a:latin typeface="Tahoma"/>
                <a:cs typeface="Tahoma"/>
              </a:rPr>
              <a:t>e</a:t>
            </a:r>
            <a:r>
              <a:rPr sz="1800" spc="110" dirty="0">
                <a:latin typeface="Tahoma"/>
                <a:cs typeface="Tahoma"/>
              </a:rPr>
              <a:t>s</a:t>
            </a:r>
            <a:r>
              <a:rPr sz="1800" spc="35" dirty="0">
                <a:latin typeface="Tahoma"/>
                <a:cs typeface="Tahoma"/>
              </a:rPr>
              <a:t> </a:t>
            </a:r>
            <a:r>
              <a:rPr sz="1800" spc="75" dirty="0">
                <a:latin typeface="Tahoma"/>
                <a:cs typeface="Tahoma"/>
              </a:rPr>
              <a:t>on</a:t>
            </a:r>
            <a:r>
              <a:rPr sz="1800" spc="85" dirty="0">
                <a:latin typeface="Tahoma"/>
                <a:cs typeface="Tahoma"/>
              </a:rPr>
              <a:t>e</a:t>
            </a:r>
            <a:r>
              <a:rPr sz="1800" spc="35" dirty="0">
                <a:latin typeface="Tahoma"/>
                <a:cs typeface="Tahoma"/>
              </a:rPr>
              <a:t> </a:t>
            </a:r>
            <a:r>
              <a:rPr sz="1800" spc="70" dirty="0">
                <a:latin typeface="Tahoma"/>
                <a:cs typeface="Tahoma"/>
              </a:rPr>
              <a:t>or</a:t>
            </a:r>
            <a:r>
              <a:rPr sz="1800" spc="35" dirty="0">
                <a:latin typeface="Tahoma"/>
                <a:cs typeface="Tahoma"/>
              </a:rPr>
              <a:t> </a:t>
            </a:r>
            <a:r>
              <a:rPr sz="1800" spc="190" dirty="0">
                <a:latin typeface="Tahoma"/>
                <a:cs typeface="Tahoma"/>
              </a:rPr>
              <a:t>t</a:t>
            </a:r>
            <a:r>
              <a:rPr sz="1800" spc="65" dirty="0">
                <a:latin typeface="Tahoma"/>
                <a:cs typeface="Tahoma"/>
              </a:rPr>
              <a:t>w</a:t>
            </a:r>
            <a:r>
              <a:rPr sz="1800" spc="105" dirty="0">
                <a:latin typeface="Tahoma"/>
                <a:cs typeface="Tahoma"/>
              </a:rPr>
              <a:t>o</a:t>
            </a:r>
            <a:r>
              <a:rPr sz="1800" spc="35" dirty="0">
                <a:latin typeface="Tahoma"/>
                <a:cs typeface="Tahoma"/>
              </a:rPr>
              <a:t> </a:t>
            </a:r>
            <a:r>
              <a:rPr sz="1800" spc="145" dirty="0">
                <a:latin typeface="Tahoma"/>
                <a:cs typeface="Tahoma"/>
              </a:rPr>
              <a:t>c</a:t>
            </a:r>
            <a:r>
              <a:rPr sz="1800" spc="55" dirty="0">
                <a:latin typeface="Tahoma"/>
                <a:cs typeface="Tahoma"/>
              </a:rPr>
              <a:t>oi</a:t>
            </a:r>
            <a:r>
              <a:rPr sz="1800" spc="40" dirty="0">
                <a:latin typeface="Tahoma"/>
                <a:cs typeface="Tahoma"/>
              </a:rPr>
              <a:t>n</a:t>
            </a:r>
            <a:r>
              <a:rPr sz="1800" spc="110" dirty="0">
                <a:latin typeface="Tahoma"/>
                <a:cs typeface="Tahoma"/>
              </a:rPr>
              <a:t>s</a:t>
            </a:r>
            <a:r>
              <a:rPr sz="1800" dirty="0">
                <a:latin typeface="Tahoma"/>
                <a:cs typeface="Tahoma"/>
              </a:rPr>
              <a:t>.</a:t>
            </a:r>
          </a:p>
          <a:p>
            <a:pPr marL="749300" indent="-228600">
              <a:lnSpc>
                <a:spcPct val="100000"/>
              </a:lnSpc>
              <a:spcBef>
                <a:spcPts val="340"/>
              </a:spcBef>
              <a:buFont typeface="Tahoma"/>
              <a:buChar char="•"/>
              <a:tabLst>
                <a:tab pos="749300" algn="l"/>
              </a:tabLst>
            </a:pPr>
            <a:r>
              <a:rPr lang="en-US" sz="1800" spc="85" dirty="0">
                <a:latin typeface="Tahoma"/>
                <a:cs typeface="Tahoma"/>
              </a:rPr>
              <a:t>Each</a:t>
            </a:r>
            <a:r>
              <a:rPr sz="1800" spc="35" dirty="0">
                <a:latin typeface="Tahoma"/>
                <a:cs typeface="Tahoma"/>
              </a:rPr>
              <a:t> </a:t>
            </a:r>
            <a:r>
              <a:rPr sz="1800" spc="7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35" dirty="0">
                <a:latin typeface="Tahoma"/>
                <a:cs typeface="Tahoma"/>
              </a:rPr>
              <a:t> </a:t>
            </a:r>
            <a:r>
              <a:rPr sz="1800" spc="95" dirty="0">
                <a:latin typeface="Tahoma"/>
                <a:cs typeface="Tahoma"/>
              </a:rPr>
              <a:t>g</a:t>
            </a:r>
            <a:r>
              <a:rPr sz="1800" spc="40" dirty="0">
                <a:latin typeface="Tahoma"/>
                <a:cs typeface="Tahoma"/>
              </a:rPr>
              <a:t>u</a:t>
            </a:r>
            <a:r>
              <a:rPr sz="1800" spc="85" dirty="0">
                <a:latin typeface="Tahoma"/>
                <a:cs typeface="Tahoma"/>
              </a:rPr>
              <a:t>e</a:t>
            </a:r>
            <a:r>
              <a:rPr sz="1800" spc="110" dirty="0">
                <a:latin typeface="Tahoma"/>
                <a:cs typeface="Tahoma"/>
              </a:rPr>
              <a:t>ss</a:t>
            </a:r>
            <a:r>
              <a:rPr sz="1800" spc="85" dirty="0">
                <a:latin typeface="Tahoma"/>
                <a:cs typeface="Tahoma"/>
              </a:rPr>
              <a:t>e</a:t>
            </a:r>
            <a:r>
              <a:rPr sz="1800" spc="110" dirty="0">
                <a:latin typeface="Tahoma"/>
                <a:cs typeface="Tahoma"/>
              </a:rPr>
              <a:t>s</a:t>
            </a:r>
            <a:r>
              <a:rPr sz="1800" spc="35" dirty="0">
                <a:latin typeface="Tahoma"/>
                <a:cs typeface="Tahoma"/>
              </a:rPr>
              <a:t> </a:t>
            </a:r>
            <a:r>
              <a:rPr sz="1800" spc="40" dirty="0">
                <a:latin typeface="Tahoma"/>
                <a:cs typeface="Tahoma"/>
              </a:rPr>
              <a:t>h</a:t>
            </a:r>
            <a:r>
              <a:rPr sz="1800" spc="80" dirty="0">
                <a:latin typeface="Tahoma"/>
                <a:cs typeface="Tahoma"/>
              </a:rPr>
              <a:t>ow</a:t>
            </a:r>
            <a:r>
              <a:rPr sz="1800" spc="35" dirty="0">
                <a:latin typeface="Tahoma"/>
                <a:cs typeface="Tahoma"/>
              </a:rPr>
              <a:t> </a:t>
            </a:r>
            <a:r>
              <a:rPr sz="1800" spc="70" dirty="0">
                <a:latin typeface="Tahoma"/>
                <a:cs typeface="Tahoma"/>
              </a:rPr>
              <a:t>ma</a:t>
            </a:r>
            <a:r>
              <a:rPr sz="1800" spc="40" dirty="0">
                <a:latin typeface="Tahoma"/>
                <a:cs typeface="Tahoma"/>
              </a:rPr>
              <a:t>n</a:t>
            </a:r>
            <a:r>
              <a:rPr sz="1800" spc="125" dirty="0">
                <a:latin typeface="Tahoma"/>
                <a:cs typeface="Tahoma"/>
              </a:rPr>
              <a:t>y</a:t>
            </a:r>
            <a:r>
              <a:rPr sz="1800" spc="35" dirty="0">
                <a:latin typeface="Tahoma"/>
                <a:cs typeface="Tahoma"/>
              </a:rPr>
              <a:t> </a:t>
            </a:r>
            <a:r>
              <a:rPr sz="1800" spc="145" dirty="0">
                <a:latin typeface="Tahoma"/>
                <a:cs typeface="Tahoma"/>
              </a:rPr>
              <a:t>c</a:t>
            </a:r>
            <a:r>
              <a:rPr sz="1800" spc="55" dirty="0">
                <a:latin typeface="Tahoma"/>
                <a:cs typeface="Tahoma"/>
              </a:rPr>
              <a:t>oi</a:t>
            </a:r>
            <a:r>
              <a:rPr sz="1800" spc="40" dirty="0">
                <a:latin typeface="Tahoma"/>
                <a:cs typeface="Tahoma"/>
              </a:rPr>
              <a:t>n</a:t>
            </a:r>
            <a:r>
              <a:rPr sz="1800" spc="110" dirty="0">
                <a:latin typeface="Tahoma"/>
                <a:cs typeface="Tahoma"/>
              </a:rPr>
              <a:t>s</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95" dirty="0">
                <a:latin typeface="Tahoma"/>
                <a:cs typeface="Tahoma"/>
              </a:rPr>
              <a:t>op</a:t>
            </a:r>
            <a:r>
              <a:rPr sz="1800" spc="75" dirty="0">
                <a:latin typeface="Tahoma"/>
                <a:cs typeface="Tahoma"/>
              </a:rPr>
              <a:t>pon</a:t>
            </a:r>
            <a:r>
              <a:rPr sz="1800" spc="85" dirty="0">
                <a:latin typeface="Tahoma"/>
                <a:cs typeface="Tahoma"/>
              </a:rPr>
              <a:t>e</a:t>
            </a:r>
            <a:r>
              <a:rPr sz="1800" spc="40" dirty="0">
                <a:latin typeface="Tahoma"/>
                <a:cs typeface="Tahoma"/>
              </a:rPr>
              <a:t>n</a:t>
            </a:r>
            <a:r>
              <a:rPr sz="1800" spc="190" dirty="0">
                <a:latin typeface="Tahoma"/>
                <a:cs typeface="Tahoma"/>
              </a:rPr>
              <a:t>t</a:t>
            </a:r>
            <a:r>
              <a:rPr sz="1800" spc="35" dirty="0">
                <a:latin typeface="Tahoma"/>
                <a:cs typeface="Tahoma"/>
              </a:rPr>
              <a:t> </a:t>
            </a:r>
            <a:r>
              <a:rPr sz="1800" spc="40" dirty="0">
                <a:latin typeface="Tahoma"/>
                <a:cs typeface="Tahoma"/>
              </a:rPr>
              <a:t>h</a:t>
            </a:r>
            <a:r>
              <a:rPr sz="1800" spc="45" dirty="0">
                <a:latin typeface="Tahoma"/>
                <a:cs typeface="Tahoma"/>
              </a:rPr>
              <a:t>a</a:t>
            </a:r>
            <a:r>
              <a:rPr sz="1800" spc="110" dirty="0">
                <a:latin typeface="Tahoma"/>
                <a:cs typeface="Tahoma"/>
              </a:rPr>
              <a:t>s</a:t>
            </a:r>
            <a:r>
              <a:rPr sz="1800" spc="35" dirty="0">
                <a:latin typeface="Tahoma"/>
                <a:cs typeface="Tahoma"/>
              </a:rPr>
              <a:t> </a:t>
            </a:r>
            <a:r>
              <a:rPr sz="1800" spc="40" dirty="0">
                <a:latin typeface="Tahoma"/>
                <a:cs typeface="Tahoma"/>
              </a:rPr>
              <a:t>h</a:t>
            </a:r>
            <a:r>
              <a:rPr sz="1800" spc="5" dirty="0">
                <a:latin typeface="Tahoma"/>
                <a:cs typeface="Tahoma"/>
              </a:rPr>
              <a:t>i</a:t>
            </a:r>
            <a:r>
              <a:rPr sz="1800" spc="75" dirty="0">
                <a:latin typeface="Tahoma"/>
                <a:cs typeface="Tahoma"/>
              </a:rPr>
              <a:t>dd</a:t>
            </a:r>
            <a:r>
              <a:rPr sz="1800" spc="85" dirty="0">
                <a:latin typeface="Tahoma"/>
                <a:cs typeface="Tahoma"/>
              </a:rPr>
              <a:t>e</a:t>
            </a:r>
            <a:r>
              <a:rPr sz="1800" spc="40" dirty="0">
                <a:latin typeface="Tahoma"/>
                <a:cs typeface="Tahoma"/>
              </a:rPr>
              <a:t>n</a:t>
            </a:r>
            <a:r>
              <a:rPr sz="1800" dirty="0">
                <a:latin typeface="Tahoma"/>
                <a:cs typeface="Tahoma"/>
              </a:rPr>
              <a:t>.</a:t>
            </a:r>
          </a:p>
          <a:p>
            <a:pPr marL="749300" marR="684530" indent="-228600">
              <a:lnSpc>
                <a:spcPct val="115700"/>
              </a:lnSpc>
              <a:buFont typeface="Tahoma"/>
              <a:buChar char="•"/>
              <a:tabLst>
                <a:tab pos="749300" algn="l"/>
              </a:tabLst>
            </a:pPr>
            <a:r>
              <a:rPr sz="1800" spc="90" dirty="0">
                <a:latin typeface="Tahoma"/>
                <a:cs typeface="Tahoma"/>
              </a:rPr>
              <a:t>T</a:t>
            </a:r>
            <a:r>
              <a:rPr sz="1800" spc="40" dirty="0">
                <a:latin typeface="Tahoma"/>
                <a:cs typeface="Tahoma"/>
              </a:rPr>
              <a:t>h</a:t>
            </a:r>
            <a:r>
              <a:rPr sz="1800" spc="85" dirty="0">
                <a:latin typeface="Tahoma"/>
                <a:cs typeface="Tahoma"/>
              </a:rPr>
              <a:t>e</a:t>
            </a:r>
            <a:r>
              <a:rPr sz="1800" spc="45" dirty="0">
                <a:latin typeface="Tahoma"/>
                <a:cs typeface="Tahoma"/>
              </a:rPr>
              <a:t>r</a:t>
            </a:r>
            <a:r>
              <a:rPr sz="1800" spc="85" dirty="0">
                <a:latin typeface="Tahoma"/>
                <a:cs typeface="Tahoma"/>
              </a:rPr>
              <a:t>e</a:t>
            </a:r>
            <a:r>
              <a:rPr sz="1800" spc="35" dirty="0">
                <a:latin typeface="Tahoma"/>
                <a:cs typeface="Tahoma"/>
              </a:rPr>
              <a:t> </a:t>
            </a:r>
            <a:r>
              <a:rPr sz="1800" spc="5" dirty="0">
                <a:latin typeface="Tahoma"/>
                <a:cs typeface="Tahoma"/>
              </a:rPr>
              <a:t>i</a:t>
            </a:r>
            <a:r>
              <a:rPr sz="1800" spc="110" dirty="0">
                <a:latin typeface="Tahoma"/>
                <a:cs typeface="Tahoma"/>
              </a:rPr>
              <a:t>s</a:t>
            </a:r>
            <a:r>
              <a:rPr sz="1800" spc="35" dirty="0">
                <a:latin typeface="Tahoma"/>
                <a:cs typeface="Tahoma"/>
              </a:rPr>
              <a:t> </a:t>
            </a:r>
            <a:r>
              <a:rPr sz="1800" spc="45" dirty="0">
                <a:latin typeface="Tahoma"/>
                <a:cs typeface="Tahoma"/>
              </a:rPr>
              <a:t>a</a:t>
            </a:r>
            <a:r>
              <a:rPr sz="1800" spc="35" dirty="0">
                <a:latin typeface="Tahoma"/>
                <a:cs typeface="Tahoma"/>
              </a:rPr>
              <a:t> </a:t>
            </a:r>
            <a:r>
              <a:rPr sz="1800" spc="65" dirty="0">
                <a:latin typeface="Tahoma"/>
                <a:cs typeface="Tahoma"/>
              </a:rPr>
              <a:t>w</a:t>
            </a:r>
            <a:r>
              <a:rPr sz="1800" spc="5" dirty="0">
                <a:latin typeface="Tahoma"/>
                <a:cs typeface="Tahoma"/>
              </a:rPr>
              <a:t>i</a:t>
            </a:r>
            <a:r>
              <a:rPr sz="1800" spc="40" dirty="0">
                <a:latin typeface="Tahoma"/>
                <a:cs typeface="Tahoma"/>
              </a:rPr>
              <a:t>n</a:t>
            </a:r>
            <a:r>
              <a:rPr sz="1800" spc="35" dirty="0">
                <a:latin typeface="Tahoma"/>
                <a:cs typeface="Tahoma"/>
              </a:rPr>
              <a:t> </a:t>
            </a:r>
            <a:r>
              <a:rPr sz="1800" spc="5" dirty="0">
                <a:latin typeface="Tahoma"/>
                <a:cs typeface="Tahoma"/>
              </a:rPr>
              <a:t>i</a:t>
            </a:r>
            <a:r>
              <a:rPr sz="1800" spc="125" dirty="0">
                <a:latin typeface="Tahoma"/>
                <a:cs typeface="Tahoma"/>
              </a:rPr>
              <a:t>f</a:t>
            </a:r>
            <a:r>
              <a:rPr sz="1800" spc="35" dirty="0">
                <a:latin typeface="Tahoma"/>
                <a:cs typeface="Tahoma"/>
              </a:rPr>
              <a:t> </a:t>
            </a:r>
            <a:r>
              <a:rPr sz="1800" spc="45" dirty="0">
                <a:latin typeface="Tahoma"/>
                <a:cs typeface="Tahoma"/>
              </a:rPr>
              <a:t>a</a:t>
            </a:r>
            <a:r>
              <a:rPr sz="1800" spc="40" dirty="0">
                <a:latin typeface="Tahoma"/>
                <a:cs typeface="Tahoma"/>
              </a:rPr>
              <a:t>n</a:t>
            </a:r>
            <a:r>
              <a:rPr sz="1800" spc="75" dirty="0">
                <a:latin typeface="Tahoma"/>
                <a:cs typeface="Tahoma"/>
              </a:rPr>
              <a:t>d</a:t>
            </a:r>
            <a:r>
              <a:rPr sz="1800" spc="35" dirty="0">
                <a:latin typeface="Tahoma"/>
                <a:cs typeface="Tahoma"/>
              </a:rPr>
              <a:t> </a:t>
            </a:r>
            <a:r>
              <a:rPr sz="1800" spc="75" dirty="0">
                <a:latin typeface="Tahoma"/>
                <a:cs typeface="Tahoma"/>
              </a:rPr>
              <a:t>on</a:t>
            </a:r>
            <a:r>
              <a:rPr sz="1800" spc="5" dirty="0">
                <a:latin typeface="Tahoma"/>
                <a:cs typeface="Tahoma"/>
              </a:rPr>
              <a:t>l</a:t>
            </a:r>
            <a:r>
              <a:rPr sz="1800" spc="125" dirty="0">
                <a:latin typeface="Tahoma"/>
                <a:cs typeface="Tahoma"/>
              </a:rPr>
              <a:t>y</a:t>
            </a:r>
            <a:r>
              <a:rPr sz="1800" spc="35" dirty="0">
                <a:latin typeface="Tahoma"/>
                <a:cs typeface="Tahoma"/>
              </a:rPr>
              <a:t> </a:t>
            </a:r>
            <a:r>
              <a:rPr sz="1800" spc="5" dirty="0">
                <a:latin typeface="Tahoma"/>
                <a:cs typeface="Tahoma"/>
              </a:rPr>
              <a:t>i</a:t>
            </a:r>
            <a:r>
              <a:rPr sz="1800" spc="125" dirty="0">
                <a:latin typeface="Tahoma"/>
                <a:cs typeface="Tahoma"/>
              </a:rPr>
              <a:t>f</a:t>
            </a:r>
            <a:r>
              <a:rPr sz="1800" spc="35" dirty="0">
                <a:latin typeface="Tahoma"/>
                <a:cs typeface="Tahoma"/>
              </a:rPr>
              <a:t> </a:t>
            </a:r>
            <a:r>
              <a:rPr sz="1800" spc="75" dirty="0">
                <a:latin typeface="Tahoma"/>
                <a:cs typeface="Tahoma"/>
              </a:rPr>
              <a:t>on</a:t>
            </a:r>
            <a:r>
              <a:rPr sz="1800" spc="85" dirty="0">
                <a:latin typeface="Tahoma"/>
                <a:cs typeface="Tahoma"/>
              </a:rPr>
              <a:t>e</a:t>
            </a:r>
            <a:r>
              <a:rPr sz="1800" spc="35" dirty="0">
                <a:latin typeface="Tahoma"/>
                <a:cs typeface="Tahoma"/>
              </a:rPr>
              <a:t> </a:t>
            </a:r>
            <a:r>
              <a:rPr sz="1800" spc="7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35" dirty="0">
                <a:latin typeface="Tahoma"/>
                <a:cs typeface="Tahoma"/>
              </a:rPr>
              <a:t> </a:t>
            </a:r>
            <a:r>
              <a:rPr sz="1800" spc="95" dirty="0">
                <a:latin typeface="Tahoma"/>
                <a:cs typeface="Tahoma"/>
              </a:rPr>
              <a:t>g</a:t>
            </a:r>
            <a:r>
              <a:rPr sz="1800" spc="40" dirty="0">
                <a:latin typeface="Tahoma"/>
                <a:cs typeface="Tahoma"/>
              </a:rPr>
              <a:t>u</a:t>
            </a:r>
            <a:r>
              <a:rPr sz="1800" spc="85" dirty="0">
                <a:latin typeface="Tahoma"/>
                <a:cs typeface="Tahoma"/>
              </a:rPr>
              <a:t>e</a:t>
            </a:r>
            <a:r>
              <a:rPr sz="1800" spc="110" dirty="0">
                <a:latin typeface="Tahoma"/>
                <a:cs typeface="Tahoma"/>
              </a:rPr>
              <a:t>ss</a:t>
            </a:r>
            <a:r>
              <a:rPr sz="1800" spc="85" dirty="0">
                <a:latin typeface="Tahoma"/>
                <a:cs typeface="Tahoma"/>
              </a:rPr>
              <a:t>e</a:t>
            </a:r>
            <a:r>
              <a:rPr sz="1800" spc="110" dirty="0">
                <a:latin typeface="Tahoma"/>
                <a:cs typeface="Tahoma"/>
              </a:rPr>
              <a:t>s</a:t>
            </a:r>
            <a:r>
              <a:rPr sz="1800" spc="35" dirty="0">
                <a:latin typeface="Tahoma"/>
                <a:cs typeface="Tahoma"/>
              </a:rPr>
              <a:t> </a:t>
            </a:r>
            <a:r>
              <a:rPr sz="1800" spc="145" dirty="0">
                <a:latin typeface="Tahoma"/>
                <a:cs typeface="Tahoma"/>
              </a:rPr>
              <a:t>c</a:t>
            </a:r>
            <a:r>
              <a:rPr sz="1800" spc="70" dirty="0">
                <a:latin typeface="Tahoma"/>
                <a:cs typeface="Tahoma"/>
              </a:rPr>
              <a:t>or</a:t>
            </a:r>
            <a:r>
              <a:rPr sz="1800" spc="45" dirty="0">
                <a:latin typeface="Tahoma"/>
                <a:cs typeface="Tahoma"/>
              </a:rPr>
              <a:t>r</a:t>
            </a:r>
            <a:r>
              <a:rPr sz="1800" spc="85" dirty="0">
                <a:latin typeface="Tahoma"/>
                <a:cs typeface="Tahoma"/>
              </a:rPr>
              <a:t>e</a:t>
            </a:r>
            <a:r>
              <a:rPr sz="1800" spc="145" dirty="0">
                <a:latin typeface="Tahoma"/>
                <a:cs typeface="Tahoma"/>
              </a:rPr>
              <a:t>c</a:t>
            </a:r>
            <a:r>
              <a:rPr sz="1800" spc="190" dirty="0">
                <a:latin typeface="Tahoma"/>
                <a:cs typeface="Tahoma"/>
              </a:rPr>
              <a:t>t</a:t>
            </a:r>
            <a:r>
              <a:rPr sz="1800" spc="5" dirty="0">
                <a:latin typeface="Tahoma"/>
                <a:cs typeface="Tahoma"/>
              </a:rPr>
              <a:t>l</a:t>
            </a:r>
            <a:r>
              <a:rPr sz="1800" spc="125" dirty="0">
                <a:latin typeface="Tahoma"/>
                <a:cs typeface="Tahoma"/>
              </a:rPr>
              <a:t>y</a:t>
            </a:r>
            <a:r>
              <a:rPr lang="en-US" sz="1800" spc="125" dirty="0">
                <a:latin typeface="Tahoma"/>
                <a:cs typeface="Tahoma"/>
              </a:rPr>
              <a:t>,</a:t>
            </a:r>
            <a:r>
              <a:rPr sz="1800"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150" dirty="0">
                <a:latin typeface="Tahoma"/>
                <a:cs typeface="Tahoma"/>
              </a:rPr>
              <a:t>ot</a:t>
            </a:r>
            <a:r>
              <a:rPr sz="1800" spc="40" dirty="0">
                <a:latin typeface="Tahoma"/>
                <a:cs typeface="Tahoma"/>
              </a:rPr>
              <a:t>h</a:t>
            </a:r>
            <a:r>
              <a:rPr sz="1800" spc="85" dirty="0">
                <a:latin typeface="Tahoma"/>
                <a:cs typeface="Tahoma"/>
              </a:rPr>
              <a:t>e</a:t>
            </a:r>
            <a:r>
              <a:rPr sz="1800" spc="45" dirty="0">
                <a:latin typeface="Tahoma"/>
                <a:cs typeface="Tahoma"/>
              </a:rPr>
              <a:t>r</a:t>
            </a:r>
            <a:r>
              <a:rPr sz="1800" spc="35" dirty="0">
                <a:latin typeface="Tahoma"/>
                <a:cs typeface="Tahoma"/>
              </a:rPr>
              <a:t> </a:t>
            </a:r>
            <a:r>
              <a:rPr sz="1800" spc="75" dirty="0">
                <a:latin typeface="Tahoma"/>
                <a:cs typeface="Tahoma"/>
              </a:rPr>
              <a:t>on</a:t>
            </a:r>
            <a:r>
              <a:rPr sz="1800" spc="85" dirty="0">
                <a:latin typeface="Tahoma"/>
                <a:cs typeface="Tahoma"/>
              </a:rPr>
              <a:t>e</a:t>
            </a:r>
            <a:r>
              <a:rPr sz="1800" spc="35" dirty="0">
                <a:latin typeface="Tahoma"/>
                <a:cs typeface="Tahoma"/>
              </a:rPr>
              <a:t> </a:t>
            </a:r>
            <a:r>
              <a:rPr sz="1800" spc="5" dirty="0">
                <a:latin typeface="Tahoma"/>
                <a:cs typeface="Tahoma"/>
              </a:rPr>
              <a:t>i</a:t>
            </a:r>
            <a:r>
              <a:rPr sz="1800" spc="40" dirty="0">
                <a:latin typeface="Tahoma"/>
                <a:cs typeface="Tahoma"/>
              </a:rPr>
              <a:t>n</a:t>
            </a:r>
            <a:r>
              <a:rPr sz="1800" spc="145" dirty="0">
                <a:latin typeface="Tahoma"/>
                <a:cs typeface="Tahoma"/>
              </a:rPr>
              <a:t>c</a:t>
            </a:r>
            <a:r>
              <a:rPr sz="1800" spc="70" dirty="0">
                <a:latin typeface="Tahoma"/>
                <a:cs typeface="Tahoma"/>
              </a:rPr>
              <a:t>or</a:t>
            </a:r>
            <a:r>
              <a:rPr sz="1800" spc="45" dirty="0">
                <a:latin typeface="Tahoma"/>
                <a:cs typeface="Tahoma"/>
              </a:rPr>
              <a:t>r</a:t>
            </a:r>
            <a:r>
              <a:rPr sz="1800" spc="85" dirty="0">
                <a:latin typeface="Tahoma"/>
                <a:cs typeface="Tahoma"/>
              </a:rPr>
              <a:t>e</a:t>
            </a:r>
            <a:r>
              <a:rPr sz="1800" spc="145" dirty="0">
                <a:latin typeface="Tahoma"/>
                <a:cs typeface="Tahoma"/>
              </a:rPr>
              <a:t>c</a:t>
            </a:r>
            <a:r>
              <a:rPr sz="1800" spc="190" dirty="0">
                <a:latin typeface="Tahoma"/>
                <a:cs typeface="Tahoma"/>
              </a:rPr>
              <a:t>t</a:t>
            </a:r>
            <a:r>
              <a:rPr sz="1800" spc="5" dirty="0">
                <a:latin typeface="Tahoma"/>
                <a:cs typeface="Tahoma"/>
              </a:rPr>
              <a:t>l</a:t>
            </a:r>
            <a:r>
              <a:rPr sz="1800" spc="125" dirty="0">
                <a:latin typeface="Tahoma"/>
                <a:cs typeface="Tahoma"/>
              </a:rPr>
              <a:t>y</a:t>
            </a:r>
            <a:r>
              <a:rPr sz="1800" dirty="0">
                <a:latin typeface="Tahoma"/>
                <a:cs typeface="Tahoma"/>
              </a:rPr>
              <a:t>.</a:t>
            </a:r>
          </a:p>
          <a:p>
            <a:pPr marL="749300" marR="775970" indent="-228600">
              <a:lnSpc>
                <a:spcPct val="115700"/>
              </a:lnSpc>
              <a:buFont typeface="Tahoma"/>
              <a:buChar char="•"/>
              <a:tabLst>
                <a:tab pos="749300" algn="l"/>
              </a:tabLst>
            </a:pPr>
            <a:r>
              <a:rPr lang="en-US" sz="1800" spc="35" dirty="0">
                <a:latin typeface="Tahoma"/>
                <a:cs typeface="Tahoma"/>
              </a:rPr>
              <a:t>In </a:t>
            </a:r>
            <a:r>
              <a:rPr sz="1800" spc="145" dirty="0">
                <a:latin typeface="Tahoma"/>
                <a:cs typeface="Tahoma"/>
              </a:rPr>
              <a:t>c</a:t>
            </a:r>
            <a:r>
              <a:rPr sz="1800" spc="45" dirty="0">
                <a:latin typeface="Tahoma"/>
                <a:cs typeface="Tahoma"/>
              </a:rPr>
              <a:t>a</a:t>
            </a:r>
            <a:r>
              <a:rPr sz="1800" spc="110" dirty="0">
                <a:latin typeface="Tahoma"/>
                <a:cs typeface="Tahoma"/>
              </a:rPr>
              <a:t>s</a:t>
            </a:r>
            <a:r>
              <a:rPr sz="1800" spc="85" dirty="0">
                <a:latin typeface="Tahoma"/>
                <a:cs typeface="Tahoma"/>
              </a:rPr>
              <a:t>e</a:t>
            </a:r>
            <a:r>
              <a:rPr sz="1800" spc="35" dirty="0">
                <a:latin typeface="Tahoma"/>
                <a:cs typeface="Tahoma"/>
              </a:rPr>
              <a:t> </a:t>
            </a:r>
            <a:r>
              <a:rPr sz="1800" spc="114" dirty="0">
                <a:latin typeface="Tahoma"/>
                <a:cs typeface="Tahoma"/>
              </a:rPr>
              <a:t>of</a:t>
            </a:r>
            <a:r>
              <a:rPr sz="1800" spc="35" dirty="0">
                <a:latin typeface="Tahoma"/>
                <a:cs typeface="Tahoma"/>
              </a:rPr>
              <a:t> </a:t>
            </a:r>
            <a:r>
              <a:rPr sz="1800" spc="45" dirty="0">
                <a:latin typeface="Tahoma"/>
                <a:cs typeface="Tahoma"/>
              </a:rPr>
              <a:t>a</a:t>
            </a:r>
            <a:r>
              <a:rPr sz="1800" spc="35" dirty="0">
                <a:latin typeface="Tahoma"/>
                <a:cs typeface="Tahoma"/>
              </a:rPr>
              <a:t> </a:t>
            </a:r>
            <a:r>
              <a:rPr sz="1800" spc="65" dirty="0">
                <a:latin typeface="Tahoma"/>
                <a:cs typeface="Tahoma"/>
              </a:rPr>
              <a:t>w</a:t>
            </a:r>
            <a:r>
              <a:rPr sz="1800" spc="5" dirty="0">
                <a:latin typeface="Tahoma"/>
                <a:cs typeface="Tahoma"/>
              </a:rPr>
              <a:t>i</a:t>
            </a:r>
            <a:r>
              <a:rPr sz="1800" spc="40" dirty="0">
                <a:latin typeface="Tahoma"/>
                <a:cs typeface="Tahoma"/>
              </a:rPr>
              <a:t>n</a:t>
            </a:r>
            <a:r>
              <a:rPr lang="en-US" sz="1800" spc="40" dirty="0">
                <a:latin typeface="Tahoma"/>
                <a:cs typeface="Tahoma"/>
              </a:rPr>
              <a:t>,</a:t>
            </a:r>
            <a:r>
              <a:rPr sz="1800" spc="35" dirty="0">
                <a:latin typeface="Tahoma"/>
                <a:cs typeface="Tahoma"/>
              </a:rPr>
              <a:t> </a:t>
            </a:r>
            <a:r>
              <a:rPr sz="1800" spc="45" dirty="0">
                <a:latin typeface="Tahoma"/>
                <a:cs typeface="Tahoma"/>
              </a:rPr>
              <a:t>a</a:t>
            </a:r>
            <a:r>
              <a:rPr sz="1800" spc="40" dirty="0">
                <a:latin typeface="Tahoma"/>
                <a:cs typeface="Tahoma"/>
              </a:rPr>
              <a:t>n</a:t>
            </a:r>
            <a:r>
              <a:rPr sz="1800" spc="35" dirty="0">
                <a:latin typeface="Tahoma"/>
                <a:cs typeface="Tahoma"/>
              </a:rPr>
              <a:t> </a:t>
            </a:r>
            <a:r>
              <a:rPr sz="1800" spc="45" dirty="0">
                <a:latin typeface="Tahoma"/>
                <a:cs typeface="Tahoma"/>
              </a:rPr>
              <a:t>a</a:t>
            </a:r>
            <a:r>
              <a:rPr sz="1800" spc="80" dirty="0">
                <a:latin typeface="Tahoma"/>
                <a:cs typeface="Tahoma"/>
              </a:rPr>
              <a:t>mou</a:t>
            </a:r>
            <a:r>
              <a:rPr sz="1800" spc="40" dirty="0">
                <a:latin typeface="Tahoma"/>
                <a:cs typeface="Tahoma"/>
              </a:rPr>
              <a:t>n</a:t>
            </a:r>
            <a:r>
              <a:rPr sz="1800" spc="190" dirty="0">
                <a:latin typeface="Tahoma"/>
                <a:cs typeface="Tahoma"/>
              </a:rPr>
              <a:t>t</a:t>
            </a:r>
            <a:r>
              <a:rPr sz="1800" spc="35" dirty="0">
                <a:latin typeface="Tahoma"/>
                <a:cs typeface="Tahoma"/>
              </a:rPr>
              <a:t> </a:t>
            </a:r>
            <a:r>
              <a:rPr sz="1800" spc="85" dirty="0">
                <a:latin typeface="Tahoma"/>
                <a:cs typeface="Tahoma"/>
              </a:rPr>
              <a:t>e</a:t>
            </a:r>
            <a:r>
              <a:rPr sz="1800" spc="75" dirty="0">
                <a:latin typeface="Tahoma"/>
                <a:cs typeface="Tahoma"/>
              </a:rPr>
              <a:t>q</a:t>
            </a:r>
            <a:r>
              <a:rPr sz="1800" spc="40" dirty="0">
                <a:latin typeface="Tahoma"/>
                <a:cs typeface="Tahoma"/>
              </a:rPr>
              <a:t>u</a:t>
            </a:r>
            <a:r>
              <a:rPr sz="1800" spc="45" dirty="0">
                <a:latin typeface="Tahoma"/>
                <a:cs typeface="Tahoma"/>
              </a:rPr>
              <a:t>a</a:t>
            </a:r>
            <a:r>
              <a:rPr sz="1800" spc="5" dirty="0">
                <a:latin typeface="Tahoma"/>
                <a:cs typeface="Tahoma"/>
              </a:rPr>
              <a:t>l</a:t>
            </a:r>
            <a:r>
              <a:rPr sz="1800" spc="35" dirty="0">
                <a:latin typeface="Tahoma"/>
                <a:cs typeface="Tahoma"/>
              </a:rPr>
              <a:t> </a:t>
            </a:r>
            <a:r>
              <a:rPr sz="1800" spc="190" dirty="0">
                <a:latin typeface="Tahoma"/>
                <a:cs typeface="Tahoma"/>
              </a:rPr>
              <a:t>t</a:t>
            </a:r>
            <a:r>
              <a:rPr sz="1800" spc="105" dirty="0">
                <a:latin typeface="Tahoma"/>
                <a:cs typeface="Tahoma"/>
              </a:rPr>
              <a:t>o</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190" dirty="0">
                <a:latin typeface="Tahoma"/>
                <a:cs typeface="Tahoma"/>
              </a:rPr>
              <a:t>t</a:t>
            </a:r>
            <a:r>
              <a:rPr sz="1800" spc="150" dirty="0">
                <a:latin typeface="Tahoma"/>
                <a:cs typeface="Tahoma"/>
              </a:rPr>
              <a:t>ot</a:t>
            </a:r>
            <a:r>
              <a:rPr sz="1800" spc="45" dirty="0">
                <a:latin typeface="Tahoma"/>
                <a:cs typeface="Tahoma"/>
              </a:rPr>
              <a:t>a</a:t>
            </a:r>
            <a:r>
              <a:rPr sz="1800" spc="5" dirty="0">
                <a:latin typeface="Tahoma"/>
                <a:cs typeface="Tahoma"/>
              </a:rPr>
              <a:t>l</a:t>
            </a:r>
            <a:r>
              <a:rPr sz="1800" spc="35" dirty="0">
                <a:latin typeface="Tahoma"/>
                <a:cs typeface="Tahoma"/>
              </a:rPr>
              <a:t> </a:t>
            </a:r>
            <a:r>
              <a:rPr sz="1800" spc="40" dirty="0">
                <a:latin typeface="Tahoma"/>
                <a:cs typeface="Tahoma"/>
              </a:rPr>
              <a:t>nu</a:t>
            </a:r>
            <a:r>
              <a:rPr sz="1800" spc="85" dirty="0">
                <a:latin typeface="Tahoma"/>
                <a:cs typeface="Tahoma"/>
              </a:rPr>
              <a:t>mbe</a:t>
            </a:r>
            <a:r>
              <a:rPr sz="1800" spc="45" dirty="0">
                <a:latin typeface="Tahoma"/>
                <a:cs typeface="Tahoma"/>
              </a:rPr>
              <a:t>r</a:t>
            </a:r>
            <a:r>
              <a:rPr sz="1800" spc="35" dirty="0">
                <a:latin typeface="Tahoma"/>
                <a:cs typeface="Tahoma"/>
              </a:rPr>
              <a:t> </a:t>
            </a:r>
            <a:r>
              <a:rPr sz="1800" spc="114" dirty="0">
                <a:latin typeface="Tahoma"/>
                <a:cs typeface="Tahoma"/>
              </a:rPr>
              <a:t>of</a:t>
            </a:r>
            <a:r>
              <a:rPr sz="1800" spc="80" dirty="0">
                <a:latin typeface="Tahoma"/>
                <a:cs typeface="Tahoma"/>
              </a:rPr>
              <a:t> </a:t>
            </a:r>
            <a:r>
              <a:rPr sz="1800" spc="40" dirty="0">
                <a:latin typeface="Tahoma"/>
                <a:cs typeface="Tahoma"/>
              </a:rPr>
              <a:t>h</a:t>
            </a:r>
            <a:r>
              <a:rPr sz="1800" spc="5" dirty="0">
                <a:latin typeface="Tahoma"/>
                <a:cs typeface="Tahoma"/>
              </a:rPr>
              <a:t>i</a:t>
            </a:r>
            <a:r>
              <a:rPr sz="1800" spc="75" dirty="0">
                <a:latin typeface="Tahoma"/>
                <a:cs typeface="Tahoma"/>
              </a:rPr>
              <a:t>dd</a:t>
            </a:r>
            <a:r>
              <a:rPr sz="1800" spc="85" dirty="0">
                <a:latin typeface="Tahoma"/>
                <a:cs typeface="Tahoma"/>
              </a:rPr>
              <a:t>e</a:t>
            </a:r>
            <a:r>
              <a:rPr sz="1800" spc="40" dirty="0">
                <a:latin typeface="Tahoma"/>
                <a:cs typeface="Tahoma"/>
              </a:rPr>
              <a:t>n</a:t>
            </a:r>
            <a:r>
              <a:rPr sz="1800" spc="35" dirty="0">
                <a:latin typeface="Tahoma"/>
                <a:cs typeface="Tahoma"/>
              </a:rPr>
              <a:t> </a:t>
            </a:r>
            <a:r>
              <a:rPr sz="1800" spc="145" dirty="0">
                <a:latin typeface="Tahoma"/>
                <a:cs typeface="Tahoma"/>
              </a:rPr>
              <a:t>c</a:t>
            </a:r>
            <a:r>
              <a:rPr sz="1800" spc="55" dirty="0">
                <a:latin typeface="Tahoma"/>
                <a:cs typeface="Tahoma"/>
              </a:rPr>
              <a:t>oi</a:t>
            </a:r>
            <a:r>
              <a:rPr sz="1800" spc="40" dirty="0">
                <a:latin typeface="Tahoma"/>
                <a:cs typeface="Tahoma"/>
              </a:rPr>
              <a:t>n</a:t>
            </a:r>
            <a:r>
              <a:rPr sz="1800" spc="110" dirty="0">
                <a:latin typeface="Tahoma"/>
                <a:cs typeface="Tahoma"/>
              </a:rPr>
              <a:t>s</a:t>
            </a:r>
            <a:r>
              <a:rPr sz="1800" spc="35" dirty="0">
                <a:latin typeface="Tahoma"/>
                <a:cs typeface="Tahoma"/>
              </a:rPr>
              <a:t> </a:t>
            </a:r>
            <a:r>
              <a:rPr lang="en-US" sz="1800" spc="45" dirty="0">
                <a:latin typeface="Tahoma"/>
                <a:cs typeface="Tahoma"/>
              </a:rPr>
              <a:t>is</a:t>
            </a:r>
            <a:r>
              <a:rPr sz="1800" spc="35" dirty="0">
                <a:latin typeface="Tahoma"/>
                <a:cs typeface="Tahoma"/>
              </a:rPr>
              <a:t> </a:t>
            </a:r>
            <a:r>
              <a:rPr sz="1800" spc="75" dirty="0">
                <a:latin typeface="Tahoma"/>
                <a:cs typeface="Tahoma"/>
              </a:rPr>
              <a:t>p</a:t>
            </a:r>
            <a:r>
              <a:rPr sz="1800" spc="45" dirty="0">
                <a:latin typeface="Tahoma"/>
                <a:cs typeface="Tahoma"/>
              </a:rPr>
              <a:t>a</a:t>
            </a:r>
            <a:r>
              <a:rPr sz="1800" spc="5" dirty="0">
                <a:latin typeface="Tahoma"/>
                <a:cs typeface="Tahoma"/>
              </a:rPr>
              <a:t>i</a:t>
            </a:r>
            <a:r>
              <a:rPr sz="1800" spc="75" dirty="0">
                <a:latin typeface="Tahoma"/>
                <a:cs typeface="Tahoma"/>
              </a:rPr>
              <a:t>d</a:t>
            </a:r>
            <a:r>
              <a:rPr sz="1800" spc="35" dirty="0">
                <a:latin typeface="Tahoma"/>
                <a:cs typeface="Tahoma"/>
              </a:rPr>
              <a:t> </a:t>
            </a:r>
            <a:r>
              <a:rPr sz="1800" spc="190" dirty="0">
                <a:latin typeface="Tahoma"/>
                <a:cs typeface="Tahoma"/>
              </a:rPr>
              <a:t>t</a:t>
            </a:r>
            <a:r>
              <a:rPr sz="1800" spc="105" dirty="0">
                <a:latin typeface="Tahoma"/>
                <a:cs typeface="Tahoma"/>
              </a:rPr>
              <a:t>o</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65" dirty="0">
                <a:latin typeface="Tahoma"/>
                <a:cs typeface="Tahoma"/>
              </a:rPr>
              <a:t>w</a:t>
            </a:r>
            <a:r>
              <a:rPr sz="1800" spc="5" dirty="0">
                <a:latin typeface="Tahoma"/>
                <a:cs typeface="Tahoma"/>
              </a:rPr>
              <a:t>i</a:t>
            </a:r>
            <a:r>
              <a:rPr sz="1800" spc="40" dirty="0">
                <a:latin typeface="Tahoma"/>
                <a:cs typeface="Tahoma"/>
              </a:rPr>
              <a:t>nn</a:t>
            </a:r>
            <a:r>
              <a:rPr sz="1800" spc="85" dirty="0">
                <a:latin typeface="Tahoma"/>
                <a:cs typeface="Tahoma"/>
              </a:rPr>
              <a:t>e</a:t>
            </a:r>
            <a:r>
              <a:rPr sz="1800" spc="45" dirty="0">
                <a:latin typeface="Tahoma"/>
                <a:cs typeface="Tahoma"/>
              </a:rPr>
              <a:t>r</a:t>
            </a:r>
            <a:r>
              <a:rPr sz="1800" dirty="0">
                <a:latin typeface="Tahoma"/>
                <a:cs typeface="Tahoma"/>
              </a:rPr>
              <a:t>.</a:t>
            </a:r>
          </a:p>
        </p:txBody>
      </p:sp>
      <p:sp>
        <p:nvSpPr>
          <p:cNvPr id="6" name="object 6"/>
          <p:cNvSpPr/>
          <p:nvPr/>
        </p:nvSpPr>
        <p:spPr>
          <a:xfrm>
            <a:off x="2128729" y="0"/>
            <a:ext cx="7015270" cy="4109793"/>
          </a:xfrm>
          <a:prstGeom prst="rect">
            <a:avLst/>
          </a:prstGeom>
          <a:blipFill>
            <a:blip r:embed="rId3" cstate="print"/>
            <a:stretch>
              <a:fillRect/>
            </a:stretch>
          </a:blipFill>
        </p:spPr>
        <p:txBody>
          <a:bodyPr wrap="square" lIns="0" tIns="0" rIns="0" bIns="0" rtlCol="0"/>
          <a:lstStyle/>
          <a:p>
            <a:endParaRPr/>
          </a:p>
        </p:txBody>
      </p:sp>
      <p:sp>
        <p:nvSpPr>
          <p:cNvPr id="7" name="object 7"/>
          <p:cNvSpPr/>
          <p:nvPr/>
        </p:nvSpPr>
        <p:spPr>
          <a:xfrm>
            <a:off x="2438399" y="1"/>
            <a:ext cx="6705599" cy="4267200"/>
          </a:xfrm>
          <a:prstGeom prst="rect">
            <a:avLst/>
          </a:prstGeom>
          <a:blipFill>
            <a:blip r:embed="rId4" cstate="print"/>
            <a:stretch>
              <a:fillRect/>
            </a:stretch>
          </a:blipFill>
        </p:spPr>
        <p:txBody>
          <a:bodyPr wrap="square" lIns="0" tIns="0" rIns="0" bIns="0" rtlCol="0"/>
          <a:lstStyle/>
          <a:p>
            <a:endParaRPr/>
          </a:p>
        </p:txBody>
      </p:sp>
      <p:sp>
        <p:nvSpPr>
          <p:cNvPr id="8" name="object 8"/>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Morra</a:t>
            </a:r>
          </a:p>
        </p:txBody>
      </p:sp>
      <p:sp>
        <p:nvSpPr>
          <p:cNvPr id="11" name="Slide Number Placeholder 10">
            <a:extLst>
              <a:ext uri="{FF2B5EF4-FFF2-40B4-BE49-F238E27FC236}">
                <a16:creationId xmlns:a16="http://schemas.microsoft.com/office/drawing/2014/main" id="{F2DD98DD-F451-936B-980A-2B7C46F83809}"/>
              </a:ext>
            </a:extLst>
          </p:cNvPr>
          <p:cNvSpPr>
            <a:spLocks noGrp="1"/>
          </p:cNvSpPr>
          <p:nvPr>
            <p:ph type="sldNum" sz="quarter" idx="2"/>
          </p:nvPr>
        </p:nvSpPr>
        <p:spPr/>
        <p:txBody>
          <a:bodyPr/>
          <a:lstStyle/>
          <a:p>
            <a:fld id="{86CB4B4D-7CA3-9044-876B-883B54F8677D}" type="slidenum">
              <a:rPr lang="en-US" smtClean="0"/>
              <a:pPr/>
              <a:t>23</a:t>
            </a:fld>
            <a:r>
              <a:rPr lang="en-US" dirty="0"/>
              <a:t>/33</a:t>
            </a:r>
          </a:p>
        </p:txBody>
      </p:sp>
      <p:sp>
        <p:nvSpPr>
          <p:cNvPr id="12" name="Footer Placeholder 11">
            <a:extLst>
              <a:ext uri="{FF2B5EF4-FFF2-40B4-BE49-F238E27FC236}">
                <a16:creationId xmlns:a16="http://schemas.microsoft.com/office/drawing/2014/main" id="{ECD6F625-453E-9746-FB0C-6E6CC88D6DA1}"/>
              </a:ext>
            </a:extLst>
          </p:cNvPr>
          <p:cNvSpPr>
            <a:spLocks noGrp="1"/>
          </p:cNvSpPr>
          <p:nvPr>
            <p:ph type="ftr" sz="quarter" idx="5"/>
          </p:nvPr>
        </p:nvSpPr>
        <p:spPr/>
        <p:txBody>
          <a:bodyPr/>
          <a:lstStyle/>
          <a:p>
            <a:pPr defTabSz="406400" hangingPunct="0">
              <a:defRPr/>
            </a:pPr>
            <a:r>
              <a:rPr lang="en-US" dirty="0"/>
              <a:t>Week-6</a:t>
            </a:r>
          </a:p>
        </p:txBody>
      </p:sp>
      <p:sp>
        <p:nvSpPr>
          <p:cNvPr id="13" name="Rectangle 12">
            <a:extLst>
              <a:ext uri="{FF2B5EF4-FFF2-40B4-BE49-F238E27FC236}">
                <a16:creationId xmlns:a16="http://schemas.microsoft.com/office/drawing/2014/main" id="{E1A6789B-2473-95B2-CB90-B635C3064A3B}"/>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rPr>
              <a:t>   FIT5226-S2-2024</a:t>
            </a:r>
            <a:endParaRPr lang="en-US" b="1" dirty="0">
              <a:solidFill>
                <a:schemeClr val="tx1"/>
              </a:solidFill>
            </a:endParaRPr>
          </a:p>
        </p:txBody>
      </p:sp>
      <p:sp>
        <p:nvSpPr>
          <p:cNvPr id="14" name="Rectangle 13">
            <a:extLst>
              <a:ext uri="{FF2B5EF4-FFF2-40B4-BE49-F238E27FC236}">
                <a16:creationId xmlns:a16="http://schemas.microsoft.com/office/drawing/2014/main" id="{344EF6A4-8656-0A78-67D4-F562E2AA24F2}"/>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0FFDE9-0F4F-DD0F-E6FE-90236355E58F}"/>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5">
            <a:extLst>
              <a:ext uri="{FF2B5EF4-FFF2-40B4-BE49-F238E27FC236}">
                <a16:creationId xmlns:a16="http://schemas.microsoft.com/office/drawing/2014/main" id="{475FE197-2362-0A22-A07F-6F148545145D}"/>
              </a:ext>
            </a:extLst>
          </p:cNvPr>
          <p:cNvSpPr txBox="1"/>
          <p:nvPr/>
        </p:nvSpPr>
        <p:spPr>
          <a:xfrm>
            <a:off x="277910" y="222465"/>
            <a:ext cx="3493135" cy="424180"/>
          </a:xfrm>
          <a:prstGeom prst="rect">
            <a:avLst/>
          </a:prstGeom>
        </p:spPr>
        <p:txBody>
          <a:bodyPr vert="horz" wrap="square" lIns="0" tIns="0" rIns="0" bIns="0" rtlCol="0">
            <a:spAutoFit/>
          </a:bodyPr>
          <a:lstStyle/>
          <a:p>
            <a:pPr marL="12700">
              <a:lnSpc>
                <a:spcPct val="100000"/>
              </a:lnSpc>
            </a:pPr>
            <a:r>
              <a:rPr sz="3100" spc="15" dirty="0">
                <a:latin typeface="Arial"/>
                <a:cs typeface="Arial"/>
              </a:rPr>
              <a:t>Morra</a:t>
            </a:r>
            <a:r>
              <a:rPr sz="3100" spc="5" dirty="0">
                <a:latin typeface="Arial"/>
                <a:cs typeface="Arial"/>
              </a:rPr>
              <a:t> </a:t>
            </a:r>
            <a:r>
              <a:rPr sz="3100" spc="15" dirty="0">
                <a:latin typeface="Arial"/>
                <a:cs typeface="Arial"/>
              </a:rPr>
              <a:t>Payo</a:t>
            </a:r>
            <a:r>
              <a:rPr sz="3100" spc="-55" dirty="0">
                <a:latin typeface="Arial"/>
                <a:cs typeface="Arial"/>
              </a:rPr>
              <a:t>f</a:t>
            </a:r>
            <a:r>
              <a:rPr sz="3100" spc="5" dirty="0">
                <a:latin typeface="Arial"/>
                <a:cs typeface="Arial"/>
              </a:rPr>
              <a:t>f </a:t>
            </a:r>
            <a:r>
              <a:rPr sz="3100" spc="20" dirty="0">
                <a:latin typeface="Arial"/>
                <a:cs typeface="Arial"/>
              </a:rPr>
              <a:t>Ma</a:t>
            </a:r>
            <a:r>
              <a:rPr sz="3100" dirty="0">
                <a:latin typeface="Arial"/>
                <a:cs typeface="Arial"/>
              </a:rPr>
              <a:t>t</a:t>
            </a:r>
            <a:r>
              <a:rPr sz="3100" spc="10" dirty="0">
                <a:latin typeface="Arial"/>
                <a:cs typeface="Arial"/>
              </a:rPr>
              <a:t>rix</a:t>
            </a:r>
            <a:endParaRPr sz="3100" dirty="0">
              <a:latin typeface="Arial"/>
              <a:cs typeface="Arial"/>
            </a:endParaRPr>
          </a:p>
        </p:txBody>
      </p:sp>
      <p:sp>
        <p:nvSpPr>
          <p:cNvPr id="4" name="object 6">
            <a:extLst>
              <a:ext uri="{FF2B5EF4-FFF2-40B4-BE49-F238E27FC236}">
                <a16:creationId xmlns:a16="http://schemas.microsoft.com/office/drawing/2014/main" id="{7801B8CA-DE8C-CD48-5492-C1E0733E15DC}"/>
              </a:ext>
            </a:extLst>
          </p:cNvPr>
          <p:cNvSpPr txBox="1"/>
          <p:nvPr/>
        </p:nvSpPr>
        <p:spPr>
          <a:xfrm>
            <a:off x="269467" y="3886200"/>
            <a:ext cx="7792720" cy="2496966"/>
          </a:xfrm>
          <a:prstGeom prst="rect">
            <a:avLst/>
          </a:prstGeom>
        </p:spPr>
        <p:txBody>
          <a:bodyPr vert="horz" wrap="square" lIns="0" tIns="0" rIns="0" bIns="0" rtlCol="0">
            <a:spAutoFit/>
          </a:bodyPr>
          <a:lstStyle/>
          <a:p>
            <a:pPr marL="12700" marR="5080">
              <a:lnSpc>
                <a:spcPct val="115700"/>
              </a:lnSpc>
            </a:pPr>
            <a:r>
              <a:rPr sz="1800" spc="225" dirty="0">
                <a:latin typeface="Tahoma"/>
                <a:cs typeface="Tahoma"/>
              </a:rPr>
              <a:t>A</a:t>
            </a:r>
            <a:r>
              <a:rPr sz="1800" spc="110" dirty="0">
                <a:latin typeface="Tahoma"/>
                <a:cs typeface="Tahoma"/>
              </a:rPr>
              <a:t>s</a:t>
            </a:r>
            <a:r>
              <a:rPr sz="1800" spc="35" dirty="0">
                <a:latin typeface="Tahoma"/>
                <a:cs typeface="Tahoma"/>
              </a:rPr>
              <a:t> </a:t>
            </a:r>
            <a:r>
              <a:rPr sz="1800" spc="190" dirty="0">
                <a:latin typeface="Tahoma"/>
                <a:cs typeface="Tahoma"/>
              </a:rPr>
              <a:t>t</a:t>
            </a:r>
            <a:r>
              <a:rPr sz="1800" spc="40" dirty="0">
                <a:latin typeface="Tahoma"/>
                <a:cs typeface="Tahoma"/>
              </a:rPr>
              <a:t>h</a:t>
            </a:r>
            <a:r>
              <a:rPr sz="1800" spc="5" dirty="0">
                <a:latin typeface="Tahoma"/>
                <a:cs typeface="Tahoma"/>
              </a:rPr>
              <a:t>i</a:t>
            </a:r>
            <a:r>
              <a:rPr sz="1800" spc="110" dirty="0">
                <a:latin typeface="Tahoma"/>
                <a:cs typeface="Tahoma"/>
              </a:rPr>
              <a:t>s</a:t>
            </a:r>
            <a:r>
              <a:rPr sz="1800" spc="35" dirty="0">
                <a:latin typeface="Tahoma"/>
                <a:cs typeface="Tahoma"/>
              </a:rPr>
              <a:t> </a:t>
            </a:r>
            <a:r>
              <a:rPr sz="1800" spc="5" dirty="0">
                <a:latin typeface="Tahoma"/>
                <a:cs typeface="Tahoma"/>
              </a:rPr>
              <a:t>i</a:t>
            </a:r>
            <a:r>
              <a:rPr sz="1800" spc="110" dirty="0">
                <a:latin typeface="Tahoma"/>
                <a:cs typeface="Tahoma"/>
              </a:rPr>
              <a:t>s</a:t>
            </a:r>
            <a:r>
              <a:rPr sz="1800" spc="35" dirty="0">
                <a:latin typeface="Tahoma"/>
                <a:cs typeface="Tahoma"/>
              </a:rPr>
              <a:t> </a:t>
            </a:r>
            <a:r>
              <a:rPr sz="1800" spc="190" dirty="0">
                <a:latin typeface="Tahoma"/>
                <a:cs typeface="Tahoma"/>
              </a:rPr>
              <a:t>z</a:t>
            </a:r>
            <a:r>
              <a:rPr sz="1800" spc="85" dirty="0">
                <a:latin typeface="Tahoma"/>
                <a:cs typeface="Tahoma"/>
              </a:rPr>
              <a:t>e</a:t>
            </a:r>
            <a:r>
              <a:rPr sz="1800" spc="45" dirty="0">
                <a:latin typeface="Tahoma"/>
                <a:cs typeface="Tahoma"/>
              </a:rPr>
              <a:t>r</a:t>
            </a:r>
            <a:r>
              <a:rPr sz="1800" spc="65" dirty="0">
                <a:latin typeface="Tahoma"/>
                <a:cs typeface="Tahoma"/>
              </a:rPr>
              <a:t>o-</a:t>
            </a:r>
            <a:r>
              <a:rPr sz="1800" spc="110" dirty="0">
                <a:latin typeface="Tahoma"/>
                <a:cs typeface="Tahoma"/>
              </a:rPr>
              <a:t>s</a:t>
            </a:r>
            <a:r>
              <a:rPr sz="1800" spc="40" dirty="0">
                <a:latin typeface="Tahoma"/>
                <a:cs typeface="Tahoma"/>
              </a:rPr>
              <a:t>um,</a:t>
            </a:r>
            <a:r>
              <a:rPr sz="1800" spc="35" dirty="0">
                <a:latin typeface="Tahoma"/>
                <a:cs typeface="Tahoma"/>
              </a:rPr>
              <a:t> </a:t>
            </a:r>
            <a:r>
              <a:rPr sz="1800" spc="45" dirty="0">
                <a:latin typeface="Tahoma"/>
                <a:cs typeface="Tahoma"/>
              </a:rPr>
              <a:t>a</a:t>
            </a:r>
            <a:r>
              <a:rPr sz="1800" spc="35" dirty="0">
                <a:latin typeface="Tahoma"/>
                <a:cs typeface="Tahoma"/>
              </a:rPr>
              <a:t> </a:t>
            </a:r>
            <a:r>
              <a:rPr sz="1800" spc="110" dirty="0">
                <a:latin typeface="Tahoma"/>
                <a:cs typeface="Tahoma"/>
              </a:rPr>
              <a:t>s</a:t>
            </a:r>
            <a:r>
              <a:rPr sz="1800" spc="5" dirty="0">
                <a:latin typeface="Tahoma"/>
                <a:cs typeface="Tahoma"/>
              </a:rPr>
              <a:t>i</a:t>
            </a:r>
            <a:r>
              <a:rPr sz="1800" spc="40" dirty="0">
                <a:latin typeface="Tahoma"/>
                <a:cs typeface="Tahoma"/>
              </a:rPr>
              <a:t>n</a:t>
            </a:r>
            <a:r>
              <a:rPr sz="1800" spc="95" dirty="0">
                <a:latin typeface="Tahoma"/>
                <a:cs typeface="Tahoma"/>
              </a:rPr>
              <a:t>g</a:t>
            </a:r>
            <a:r>
              <a:rPr sz="1800" spc="5" dirty="0">
                <a:latin typeface="Tahoma"/>
                <a:cs typeface="Tahoma"/>
              </a:rPr>
              <a:t>l</a:t>
            </a:r>
            <a:r>
              <a:rPr sz="1800" spc="85" dirty="0">
                <a:latin typeface="Tahoma"/>
                <a:cs typeface="Tahoma"/>
              </a:rPr>
              <a:t>e</a:t>
            </a:r>
            <a:r>
              <a:rPr sz="1800" spc="35" dirty="0">
                <a:latin typeface="Tahoma"/>
                <a:cs typeface="Tahoma"/>
              </a:rPr>
              <a:t> </a:t>
            </a:r>
            <a:r>
              <a:rPr sz="1800" spc="70" dirty="0">
                <a:latin typeface="Tahoma"/>
                <a:cs typeface="Tahoma"/>
              </a:rPr>
              <a:t>ma</a:t>
            </a:r>
            <a:r>
              <a:rPr sz="1800" spc="190" dirty="0">
                <a:latin typeface="Tahoma"/>
                <a:cs typeface="Tahoma"/>
              </a:rPr>
              <a:t>t</a:t>
            </a:r>
            <a:r>
              <a:rPr sz="1800" spc="45" dirty="0">
                <a:latin typeface="Tahoma"/>
                <a:cs typeface="Tahoma"/>
              </a:rPr>
              <a:t>r</a:t>
            </a:r>
            <a:r>
              <a:rPr sz="1800" spc="5" dirty="0">
                <a:latin typeface="Tahoma"/>
                <a:cs typeface="Tahoma"/>
              </a:rPr>
              <a:t>i</a:t>
            </a:r>
            <a:r>
              <a:rPr sz="1800" spc="60" dirty="0">
                <a:latin typeface="Tahoma"/>
                <a:cs typeface="Tahoma"/>
              </a:rPr>
              <a:t>x</a:t>
            </a:r>
            <a:r>
              <a:rPr sz="1800" spc="35" dirty="0">
                <a:latin typeface="Tahoma"/>
                <a:cs typeface="Tahoma"/>
              </a:rPr>
              <a:t> </a:t>
            </a:r>
            <a:r>
              <a:rPr sz="1800" spc="5" dirty="0">
                <a:latin typeface="Tahoma"/>
                <a:cs typeface="Tahoma"/>
              </a:rPr>
              <a:t>i</a:t>
            </a:r>
            <a:r>
              <a:rPr sz="1800" spc="110" dirty="0">
                <a:latin typeface="Tahoma"/>
                <a:cs typeface="Tahoma"/>
              </a:rPr>
              <a:t>s</a:t>
            </a:r>
            <a:r>
              <a:rPr sz="1800" spc="35" dirty="0">
                <a:latin typeface="Tahoma"/>
                <a:cs typeface="Tahoma"/>
              </a:rPr>
              <a:t> </a:t>
            </a:r>
            <a:r>
              <a:rPr sz="1800" spc="85" dirty="0">
                <a:latin typeface="Tahoma"/>
                <a:cs typeface="Tahoma"/>
              </a:rPr>
              <a:t>e</a:t>
            </a:r>
            <a:r>
              <a:rPr sz="1800" spc="40" dirty="0">
                <a:latin typeface="Tahoma"/>
                <a:cs typeface="Tahoma"/>
              </a:rPr>
              <a:t>n</a:t>
            </a:r>
            <a:r>
              <a:rPr sz="1800" spc="75" dirty="0">
                <a:latin typeface="Tahoma"/>
                <a:cs typeface="Tahoma"/>
              </a:rPr>
              <a:t>ou</a:t>
            </a:r>
            <a:r>
              <a:rPr sz="1800" spc="95" dirty="0">
                <a:latin typeface="Tahoma"/>
                <a:cs typeface="Tahoma"/>
              </a:rPr>
              <a:t>g</a:t>
            </a:r>
            <a:r>
              <a:rPr sz="1800" spc="40" dirty="0">
                <a:latin typeface="Tahoma"/>
                <a:cs typeface="Tahoma"/>
              </a:rPr>
              <a:t>h</a:t>
            </a:r>
            <a:r>
              <a:rPr sz="1800" spc="35" dirty="0">
                <a:latin typeface="Tahoma"/>
                <a:cs typeface="Tahoma"/>
              </a:rPr>
              <a:t> </a:t>
            </a:r>
            <a:r>
              <a:rPr sz="1800" spc="190" dirty="0">
                <a:latin typeface="Tahoma"/>
                <a:cs typeface="Tahoma"/>
              </a:rPr>
              <a:t>t</a:t>
            </a:r>
            <a:r>
              <a:rPr sz="1800" spc="105" dirty="0">
                <a:latin typeface="Tahoma"/>
                <a:cs typeface="Tahoma"/>
              </a:rPr>
              <a:t>o</a:t>
            </a:r>
            <a:r>
              <a:rPr sz="1800" spc="35" dirty="0">
                <a:latin typeface="Tahoma"/>
                <a:cs typeface="Tahoma"/>
              </a:rPr>
              <a:t> </a:t>
            </a:r>
            <a:r>
              <a:rPr sz="1800" spc="75" dirty="0">
                <a:latin typeface="Tahoma"/>
                <a:cs typeface="Tahoma"/>
              </a:rPr>
              <a:t>d</a:t>
            </a:r>
            <a:r>
              <a:rPr sz="1800" spc="85" dirty="0">
                <a:latin typeface="Tahoma"/>
                <a:cs typeface="Tahoma"/>
              </a:rPr>
              <a:t>e</a:t>
            </a:r>
            <a:r>
              <a:rPr sz="1800" spc="40" dirty="0">
                <a:latin typeface="Tahoma"/>
                <a:cs typeface="Tahoma"/>
              </a:rPr>
              <a:t>n</a:t>
            </a:r>
            <a:r>
              <a:rPr sz="1800" spc="150" dirty="0">
                <a:latin typeface="Tahoma"/>
                <a:cs typeface="Tahoma"/>
              </a:rPr>
              <a:t>ot</a:t>
            </a:r>
            <a:r>
              <a:rPr sz="1800" spc="85" dirty="0">
                <a:latin typeface="Tahoma"/>
                <a:cs typeface="Tahoma"/>
              </a:rPr>
              <a:t>e</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75" dirty="0">
                <a:latin typeface="Tahoma"/>
                <a:cs typeface="Tahoma"/>
              </a:rPr>
              <a:t>ou</a:t>
            </a:r>
            <a:r>
              <a:rPr sz="1800" spc="190" dirty="0">
                <a:latin typeface="Tahoma"/>
                <a:cs typeface="Tahoma"/>
              </a:rPr>
              <a:t>t</a:t>
            </a:r>
            <a:r>
              <a:rPr sz="1800" spc="145" dirty="0">
                <a:latin typeface="Tahoma"/>
                <a:cs typeface="Tahoma"/>
              </a:rPr>
              <a:t>c</a:t>
            </a:r>
            <a:r>
              <a:rPr sz="1800" spc="95" dirty="0">
                <a:latin typeface="Tahoma"/>
                <a:cs typeface="Tahoma"/>
              </a:rPr>
              <a:t>om</a:t>
            </a:r>
            <a:r>
              <a:rPr sz="1800" spc="70" dirty="0">
                <a:latin typeface="Tahoma"/>
                <a:cs typeface="Tahoma"/>
              </a:rPr>
              <a:t>e</a:t>
            </a:r>
            <a:r>
              <a:rPr sz="1800" spc="110" dirty="0">
                <a:latin typeface="Tahoma"/>
                <a:cs typeface="Tahoma"/>
              </a:rPr>
              <a:t>s</a:t>
            </a:r>
            <a:r>
              <a:rPr sz="1800" spc="75" dirty="0">
                <a:latin typeface="Tahoma"/>
                <a:cs typeface="Tahoma"/>
              </a:rPr>
              <a:t> </a:t>
            </a:r>
            <a:r>
              <a:rPr sz="1800" spc="110" dirty="0">
                <a:latin typeface="Tahoma"/>
                <a:cs typeface="Tahoma"/>
              </a:rPr>
              <a:t>(</a:t>
            </a:r>
            <a:r>
              <a:rPr sz="1800" spc="5" dirty="0">
                <a:latin typeface="Tahoma"/>
                <a:cs typeface="Tahoma"/>
              </a:rPr>
              <a:t>i</a:t>
            </a:r>
            <a:r>
              <a:rPr sz="1800" spc="40" dirty="0">
                <a:latin typeface="Tahoma"/>
                <a:cs typeface="Tahoma"/>
              </a:rPr>
              <a:t>n</a:t>
            </a:r>
            <a:r>
              <a:rPr sz="1800" spc="110" dirty="0">
                <a:latin typeface="Tahoma"/>
                <a:cs typeface="Tahoma"/>
              </a:rPr>
              <a:t>s</a:t>
            </a:r>
            <a:r>
              <a:rPr sz="1800" spc="190" dirty="0">
                <a:latin typeface="Tahoma"/>
                <a:cs typeface="Tahoma"/>
              </a:rPr>
              <a:t>t</a:t>
            </a:r>
            <a:r>
              <a:rPr sz="1800" spc="85" dirty="0">
                <a:latin typeface="Tahoma"/>
                <a:cs typeface="Tahoma"/>
              </a:rPr>
              <a:t>e</a:t>
            </a:r>
            <a:r>
              <a:rPr sz="1800" spc="45" dirty="0">
                <a:latin typeface="Tahoma"/>
                <a:cs typeface="Tahoma"/>
              </a:rPr>
              <a:t>a</a:t>
            </a:r>
            <a:r>
              <a:rPr sz="1800" spc="75" dirty="0">
                <a:latin typeface="Tahoma"/>
                <a:cs typeface="Tahoma"/>
              </a:rPr>
              <a:t>d</a:t>
            </a:r>
            <a:r>
              <a:rPr sz="1800" spc="35" dirty="0">
                <a:latin typeface="Tahoma"/>
                <a:cs typeface="Tahoma"/>
              </a:rPr>
              <a:t> </a:t>
            </a:r>
            <a:r>
              <a:rPr sz="1800" spc="114" dirty="0">
                <a:latin typeface="Tahoma"/>
                <a:cs typeface="Tahoma"/>
              </a:rPr>
              <a:t>of</a:t>
            </a:r>
            <a:r>
              <a:rPr sz="1800" spc="35" dirty="0">
                <a:latin typeface="Tahoma"/>
                <a:cs typeface="Tahoma"/>
              </a:rPr>
              <a:t> </a:t>
            </a:r>
            <a:r>
              <a:rPr sz="1800" spc="45" dirty="0">
                <a:latin typeface="Tahoma"/>
                <a:cs typeface="Tahoma"/>
              </a:rPr>
              <a:t>a</a:t>
            </a:r>
            <a:r>
              <a:rPr sz="1800" spc="35" dirty="0">
                <a:latin typeface="Tahoma"/>
                <a:cs typeface="Tahoma"/>
              </a:rPr>
              <a:t> </a:t>
            </a:r>
            <a:r>
              <a:rPr sz="1800" spc="95" dirty="0">
                <a:latin typeface="Tahoma"/>
                <a:cs typeface="Tahoma"/>
              </a:rPr>
              <a:t>b</a:t>
            </a:r>
            <a:r>
              <a:rPr sz="1800" spc="5" dirty="0">
                <a:latin typeface="Tahoma"/>
                <a:cs typeface="Tahoma"/>
              </a:rPr>
              <a:t>i</a:t>
            </a:r>
            <a:r>
              <a:rPr sz="1800" spc="25" dirty="0">
                <a:latin typeface="Tahoma"/>
                <a:cs typeface="Tahoma"/>
              </a:rPr>
              <a:t>-</a:t>
            </a:r>
            <a:r>
              <a:rPr sz="1800" spc="70" dirty="0">
                <a:latin typeface="Tahoma"/>
                <a:cs typeface="Tahoma"/>
              </a:rPr>
              <a:t>ma</a:t>
            </a:r>
            <a:r>
              <a:rPr sz="1800" spc="190" dirty="0">
                <a:latin typeface="Tahoma"/>
                <a:cs typeface="Tahoma"/>
              </a:rPr>
              <a:t>t</a:t>
            </a:r>
            <a:r>
              <a:rPr sz="1800" spc="45" dirty="0">
                <a:latin typeface="Tahoma"/>
                <a:cs typeface="Tahoma"/>
              </a:rPr>
              <a:t>r</a:t>
            </a:r>
            <a:r>
              <a:rPr sz="1800" spc="5" dirty="0">
                <a:latin typeface="Tahoma"/>
                <a:cs typeface="Tahoma"/>
              </a:rPr>
              <a:t>i</a:t>
            </a:r>
            <a:r>
              <a:rPr sz="1800" spc="60" dirty="0">
                <a:latin typeface="Tahoma"/>
                <a:cs typeface="Tahoma"/>
              </a:rPr>
              <a:t>x</a:t>
            </a:r>
            <a:r>
              <a:rPr sz="1800" spc="35" dirty="0">
                <a:latin typeface="Tahoma"/>
                <a:cs typeface="Tahoma"/>
              </a:rPr>
              <a:t> </a:t>
            </a:r>
            <a:r>
              <a:rPr sz="1800" spc="40" dirty="0">
                <a:latin typeface="Tahoma"/>
                <a:cs typeface="Tahoma"/>
              </a:rPr>
              <a:t>n</a:t>
            </a:r>
            <a:r>
              <a:rPr sz="1800" spc="150" dirty="0">
                <a:latin typeface="Tahoma"/>
                <a:cs typeface="Tahoma"/>
              </a:rPr>
              <a:t>ot</a:t>
            </a:r>
            <a:r>
              <a:rPr sz="1800" spc="45" dirty="0">
                <a:latin typeface="Tahoma"/>
                <a:cs typeface="Tahoma"/>
              </a:rPr>
              <a:t>a</a:t>
            </a:r>
            <a:r>
              <a:rPr sz="1800" spc="190" dirty="0">
                <a:latin typeface="Tahoma"/>
                <a:cs typeface="Tahoma"/>
              </a:rPr>
              <a:t>t</a:t>
            </a:r>
            <a:r>
              <a:rPr sz="1800" spc="5" dirty="0">
                <a:latin typeface="Tahoma"/>
                <a:cs typeface="Tahoma"/>
              </a:rPr>
              <a:t>i</a:t>
            </a:r>
            <a:r>
              <a:rPr sz="1800" spc="75" dirty="0">
                <a:latin typeface="Tahoma"/>
                <a:cs typeface="Tahoma"/>
              </a:rPr>
              <a:t>on</a:t>
            </a:r>
            <a:r>
              <a:rPr lang="en-US" sz="1800" spc="75" dirty="0">
                <a:latin typeface="Tahoma"/>
                <a:cs typeface="Tahoma"/>
              </a:rPr>
              <a:t>, i.e. (m, n)</a:t>
            </a:r>
            <a:r>
              <a:rPr sz="1800" spc="110" dirty="0">
                <a:latin typeface="Tahoma"/>
                <a:cs typeface="Tahoma"/>
              </a:rPr>
              <a:t>)</a:t>
            </a:r>
            <a:endParaRPr sz="1800" dirty="0">
              <a:latin typeface="Tahoma"/>
              <a:cs typeface="Tahoma"/>
            </a:endParaRPr>
          </a:p>
          <a:p>
            <a:pPr>
              <a:lnSpc>
                <a:spcPct val="100000"/>
              </a:lnSpc>
            </a:pPr>
            <a:endParaRPr sz="1800" dirty="0">
              <a:latin typeface="Times New Roman"/>
              <a:cs typeface="Times New Roman"/>
            </a:endParaRPr>
          </a:p>
          <a:p>
            <a:pPr>
              <a:lnSpc>
                <a:spcPct val="100000"/>
              </a:lnSpc>
              <a:spcBef>
                <a:spcPts val="9"/>
              </a:spcBef>
            </a:pPr>
            <a:endParaRPr sz="2300" dirty="0">
              <a:latin typeface="Times New Roman"/>
              <a:cs typeface="Times New Roman"/>
            </a:endParaRPr>
          </a:p>
          <a:p>
            <a:pPr marL="12700">
              <a:lnSpc>
                <a:spcPct val="100000"/>
              </a:lnSpc>
            </a:pPr>
            <a:r>
              <a:rPr sz="1800" spc="65" dirty="0">
                <a:latin typeface="Tahoma"/>
                <a:cs typeface="Tahoma"/>
              </a:rPr>
              <a:t>W</a:t>
            </a:r>
            <a:r>
              <a:rPr sz="1800" spc="85" dirty="0">
                <a:latin typeface="Tahoma"/>
                <a:cs typeface="Tahoma"/>
              </a:rPr>
              <a:t>e</a:t>
            </a:r>
            <a:r>
              <a:rPr sz="1800" spc="35" dirty="0">
                <a:latin typeface="Tahoma"/>
                <a:cs typeface="Tahoma"/>
              </a:rPr>
              <a:t> </a:t>
            </a:r>
            <a:r>
              <a:rPr sz="1800" spc="110" dirty="0">
                <a:latin typeface="Tahoma"/>
                <a:cs typeface="Tahoma"/>
              </a:rPr>
              <a:t>s</a:t>
            </a:r>
            <a:r>
              <a:rPr sz="1800" spc="75" dirty="0">
                <a:latin typeface="Tahoma"/>
                <a:cs typeface="Tahoma"/>
              </a:rPr>
              <a:t>p</a:t>
            </a:r>
            <a:r>
              <a:rPr sz="1800" spc="85" dirty="0">
                <a:latin typeface="Tahoma"/>
                <a:cs typeface="Tahoma"/>
              </a:rPr>
              <a:t>e</a:t>
            </a:r>
            <a:r>
              <a:rPr sz="1800" spc="45" dirty="0">
                <a:latin typeface="Tahoma"/>
                <a:cs typeface="Tahoma"/>
              </a:rPr>
              <a:t>a</a:t>
            </a:r>
            <a:r>
              <a:rPr sz="1800" spc="70" dirty="0">
                <a:latin typeface="Tahoma"/>
                <a:cs typeface="Tahoma"/>
              </a:rPr>
              <a:t>k</a:t>
            </a:r>
            <a:r>
              <a:rPr sz="1800" spc="35" dirty="0">
                <a:latin typeface="Tahoma"/>
                <a:cs typeface="Tahoma"/>
              </a:rPr>
              <a:t> </a:t>
            </a:r>
            <a:r>
              <a:rPr sz="1800" spc="114" dirty="0">
                <a:latin typeface="Tahoma"/>
                <a:cs typeface="Tahoma"/>
              </a:rPr>
              <a:t>of</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155" dirty="0">
                <a:latin typeface="Tahoma"/>
                <a:cs typeface="Tahoma"/>
              </a:rPr>
              <a:t>“</a:t>
            </a:r>
            <a:r>
              <a:rPr sz="1800" spc="145" dirty="0">
                <a:latin typeface="Tahoma"/>
                <a:cs typeface="Tahoma"/>
              </a:rPr>
              <a:t>c</a:t>
            </a:r>
            <a:r>
              <a:rPr sz="1800" spc="55" dirty="0">
                <a:latin typeface="Tahoma"/>
                <a:cs typeface="Tahoma"/>
              </a:rPr>
              <a:t>ol</a:t>
            </a:r>
            <a:r>
              <a:rPr sz="1800" spc="40" dirty="0">
                <a:latin typeface="Tahoma"/>
                <a:cs typeface="Tahoma"/>
              </a:rPr>
              <a:t>u</a:t>
            </a:r>
            <a:r>
              <a:rPr sz="1800" spc="60" dirty="0">
                <a:latin typeface="Tahoma"/>
                <a:cs typeface="Tahoma"/>
              </a:rPr>
              <a:t>mn</a:t>
            </a:r>
            <a:r>
              <a:rPr sz="1800" spc="35" dirty="0">
                <a:latin typeface="Tahoma"/>
                <a:cs typeface="Tahoma"/>
              </a:rPr>
              <a:t> </a:t>
            </a:r>
            <a:r>
              <a:rPr sz="1800" spc="7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155" dirty="0">
                <a:latin typeface="Tahoma"/>
                <a:cs typeface="Tahoma"/>
              </a:rPr>
              <a:t>”</a:t>
            </a:r>
            <a:r>
              <a:rPr sz="1800" spc="35" dirty="0">
                <a:latin typeface="Tahoma"/>
                <a:cs typeface="Tahoma"/>
              </a:rPr>
              <a:t> </a:t>
            </a:r>
            <a:r>
              <a:rPr sz="1800" spc="45" dirty="0">
                <a:latin typeface="Tahoma"/>
                <a:cs typeface="Tahoma"/>
              </a:rPr>
              <a:t>a</a:t>
            </a:r>
            <a:r>
              <a:rPr sz="1800" spc="40" dirty="0">
                <a:latin typeface="Tahoma"/>
                <a:cs typeface="Tahoma"/>
              </a:rPr>
              <a:t>n</a:t>
            </a:r>
            <a:r>
              <a:rPr sz="1800" spc="75" dirty="0">
                <a:latin typeface="Tahoma"/>
                <a:cs typeface="Tahoma"/>
              </a:rPr>
              <a:t>d</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155" dirty="0">
                <a:latin typeface="Tahoma"/>
                <a:cs typeface="Tahoma"/>
              </a:rPr>
              <a:t>“</a:t>
            </a:r>
            <a:r>
              <a:rPr sz="1800" spc="65" dirty="0">
                <a:latin typeface="Tahoma"/>
                <a:cs typeface="Tahoma"/>
              </a:rPr>
              <a:t>row</a:t>
            </a:r>
            <a:r>
              <a:rPr sz="1800" spc="35" dirty="0">
                <a:latin typeface="Tahoma"/>
                <a:cs typeface="Tahoma"/>
              </a:rPr>
              <a:t> </a:t>
            </a:r>
            <a:r>
              <a:rPr sz="1800" spc="7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155" dirty="0">
                <a:latin typeface="Tahoma"/>
                <a:cs typeface="Tahoma"/>
              </a:rPr>
              <a:t>”</a:t>
            </a:r>
            <a:r>
              <a:rPr sz="1800" dirty="0">
                <a:latin typeface="Tahoma"/>
                <a:cs typeface="Tahoma"/>
              </a:rPr>
              <a:t>.</a:t>
            </a:r>
          </a:p>
          <a:p>
            <a:pPr marL="698500" indent="-228600">
              <a:lnSpc>
                <a:spcPct val="100000"/>
              </a:lnSpc>
              <a:spcBef>
                <a:spcPts val="340"/>
              </a:spcBef>
              <a:buFont typeface="Tahoma"/>
              <a:buChar char="•"/>
              <a:tabLst>
                <a:tab pos="698500" algn="l"/>
              </a:tabLst>
            </a:pP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75" dirty="0">
                <a:latin typeface="Tahoma"/>
                <a:cs typeface="Tahoma"/>
              </a:rPr>
              <a:t>p</a:t>
            </a:r>
            <a:r>
              <a:rPr sz="1800" spc="45" dirty="0">
                <a:latin typeface="Tahoma"/>
                <a:cs typeface="Tahoma"/>
              </a:rPr>
              <a:t>a</a:t>
            </a:r>
            <a:r>
              <a:rPr sz="1800" spc="125" dirty="0">
                <a:latin typeface="Tahoma"/>
                <a:cs typeface="Tahoma"/>
              </a:rPr>
              <a:t>y</a:t>
            </a:r>
            <a:r>
              <a:rPr sz="1800" spc="25" dirty="0">
                <a:latin typeface="Tahoma"/>
                <a:cs typeface="Tahoma"/>
              </a:rPr>
              <a:t>-</a:t>
            </a:r>
            <a:r>
              <a:rPr sz="1800" spc="114" dirty="0">
                <a:latin typeface="Tahoma"/>
                <a:cs typeface="Tahoma"/>
              </a:rPr>
              <a:t>of</a:t>
            </a:r>
            <a:r>
              <a:rPr sz="1800" spc="125" dirty="0">
                <a:latin typeface="Tahoma"/>
                <a:cs typeface="Tahoma"/>
              </a:rPr>
              <a:t>f</a:t>
            </a:r>
            <a:r>
              <a:rPr sz="1800" spc="35" dirty="0">
                <a:latin typeface="Tahoma"/>
                <a:cs typeface="Tahoma"/>
              </a:rPr>
              <a:t> </a:t>
            </a:r>
            <a:r>
              <a:rPr sz="1800" spc="5" dirty="0">
                <a:latin typeface="Tahoma"/>
                <a:cs typeface="Tahoma"/>
              </a:rPr>
              <a:t>i</a:t>
            </a:r>
            <a:r>
              <a:rPr sz="1800" spc="110" dirty="0">
                <a:latin typeface="Tahoma"/>
                <a:cs typeface="Tahoma"/>
              </a:rPr>
              <a:t>s</a:t>
            </a:r>
            <a:r>
              <a:rPr sz="1800" spc="35" dirty="0">
                <a:latin typeface="Tahoma"/>
                <a:cs typeface="Tahoma"/>
              </a:rPr>
              <a:t> </a:t>
            </a:r>
            <a:r>
              <a:rPr sz="1800" spc="95" dirty="0">
                <a:latin typeface="Tahoma"/>
                <a:cs typeface="Tahoma"/>
              </a:rPr>
              <a:t>g</a:t>
            </a:r>
            <a:r>
              <a:rPr sz="1800" spc="5" dirty="0">
                <a:latin typeface="Tahoma"/>
                <a:cs typeface="Tahoma"/>
              </a:rPr>
              <a:t>i</a:t>
            </a:r>
            <a:r>
              <a:rPr sz="1800" spc="114" dirty="0">
                <a:latin typeface="Tahoma"/>
                <a:cs typeface="Tahoma"/>
              </a:rPr>
              <a:t>v</a:t>
            </a:r>
            <a:r>
              <a:rPr sz="1800" spc="85" dirty="0">
                <a:latin typeface="Tahoma"/>
                <a:cs typeface="Tahoma"/>
              </a:rPr>
              <a:t>e</a:t>
            </a:r>
            <a:r>
              <a:rPr sz="1800" spc="40" dirty="0">
                <a:latin typeface="Tahoma"/>
                <a:cs typeface="Tahoma"/>
              </a:rPr>
              <a:t>n</a:t>
            </a:r>
            <a:r>
              <a:rPr sz="1800" spc="35" dirty="0">
                <a:latin typeface="Tahoma"/>
                <a:cs typeface="Tahoma"/>
              </a:rPr>
              <a:t> </a:t>
            </a:r>
            <a:r>
              <a:rPr sz="1800" spc="125" dirty="0">
                <a:latin typeface="Tahoma"/>
                <a:cs typeface="Tahoma"/>
              </a:rPr>
              <a:t>f</a:t>
            </a:r>
            <a:r>
              <a:rPr sz="1800" spc="70" dirty="0">
                <a:latin typeface="Tahoma"/>
                <a:cs typeface="Tahoma"/>
              </a:rPr>
              <a:t>or</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65" dirty="0">
                <a:latin typeface="Tahoma"/>
                <a:cs typeface="Tahoma"/>
              </a:rPr>
              <a:t>row</a:t>
            </a:r>
            <a:r>
              <a:rPr sz="1800" spc="35" dirty="0">
                <a:latin typeface="Tahoma"/>
                <a:cs typeface="Tahoma"/>
              </a:rPr>
              <a:t> </a:t>
            </a:r>
            <a:r>
              <a:rPr sz="1800" spc="7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35" dirty="0">
                <a:latin typeface="Tahoma"/>
                <a:cs typeface="Tahoma"/>
              </a:rPr>
              <a:t> </a:t>
            </a:r>
            <a:r>
              <a:rPr sz="1800" spc="110" dirty="0">
                <a:latin typeface="Tahoma"/>
                <a:cs typeface="Tahoma"/>
              </a:rPr>
              <a:t>(</a:t>
            </a:r>
            <a:r>
              <a:rPr sz="1800" spc="95" dirty="0">
                <a:latin typeface="Tahoma"/>
                <a:cs typeface="Tahoma"/>
              </a:rPr>
              <a:t>b</a:t>
            </a:r>
            <a:r>
              <a:rPr sz="1800" spc="125" dirty="0">
                <a:latin typeface="Tahoma"/>
                <a:cs typeface="Tahoma"/>
              </a:rPr>
              <a:t>y</a:t>
            </a:r>
            <a:r>
              <a:rPr sz="1800" spc="35" dirty="0">
                <a:latin typeface="Tahoma"/>
                <a:cs typeface="Tahoma"/>
              </a:rPr>
              <a:t> </a:t>
            </a:r>
            <a:r>
              <a:rPr sz="1800" spc="145" dirty="0">
                <a:latin typeface="Tahoma"/>
                <a:cs typeface="Tahoma"/>
              </a:rPr>
              <a:t>c</a:t>
            </a:r>
            <a:r>
              <a:rPr sz="1800" spc="75" dirty="0">
                <a:latin typeface="Tahoma"/>
                <a:cs typeface="Tahoma"/>
              </a:rPr>
              <a:t>on</a:t>
            </a:r>
            <a:r>
              <a:rPr sz="1800" spc="114" dirty="0">
                <a:latin typeface="Tahoma"/>
                <a:cs typeface="Tahoma"/>
              </a:rPr>
              <a:t>v</a:t>
            </a:r>
            <a:r>
              <a:rPr sz="1800" spc="85" dirty="0">
                <a:latin typeface="Tahoma"/>
                <a:cs typeface="Tahoma"/>
              </a:rPr>
              <a:t>e</a:t>
            </a:r>
            <a:r>
              <a:rPr sz="1800" spc="40" dirty="0">
                <a:latin typeface="Tahoma"/>
                <a:cs typeface="Tahoma"/>
              </a:rPr>
              <a:t>n</a:t>
            </a:r>
            <a:r>
              <a:rPr sz="1800" spc="190" dirty="0">
                <a:latin typeface="Tahoma"/>
                <a:cs typeface="Tahoma"/>
              </a:rPr>
              <a:t>t</a:t>
            </a:r>
            <a:r>
              <a:rPr sz="1800" spc="5" dirty="0">
                <a:latin typeface="Tahoma"/>
                <a:cs typeface="Tahoma"/>
              </a:rPr>
              <a:t>i</a:t>
            </a:r>
            <a:r>
              <a:rPr sz="1800" spc="75" dirty="0">
                <a:latin typeface="Tahoma"/>
                <a:cs typeface="Tahoma"/>
              </a:rPr>
              <a:t>on</a:t>
            </a:r>
            <a:r>
              <a:rPr sz="1800" spc="110" dirty="0">
                <a:latin typeface="Tahoma"/>
                <a:cs typeface="Tahoma"/>
              </a:rPr>
              <a:t>)</a:t>
            </a:r>
            <a:endParaRPr sz="1800" dirty="0">
              <a:latin typeface="Tahoma"/>
              <a:cs typeface="Tahoma"/>
            </a:endParaRPr>
          </a:p>
          <a:p>
            <a:pPr marL="698500" indent="-228600">
              <a:lnSpc>
                <a:spcPct val="100000"/>
              </a:lnSpc>
              <a:spcBef>
                <a:spcPts val="340"/>
              </a:spcBef>
              <a:buFont typeface="Tahoma"/>
              <a:buChar char="•"/>
              <a:tabLst>
                <a:tab pos="698500" algn="l"/>
              </a:tabLst>
            </a:pP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65" dirty="0">
                <a:latin typeface="Tahoma"/>
                <a:cs typeface="Tahoma"/>
              </a:rPr>
              <a:t>row</a:t>
            </a:r>
            <a:r>
              <a:rPr sz="1800" spc="35" dirty="0">
                <a:latin typeface="Tahoma"/>
                <a:cs typeface="Tahoma"/>
              </a:rPr>
              <a:t> </a:t>
            </a:r>
            <a:r>
              <a:rPr sz="1800" spc="7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35" dirty="0">
                <a:latin typeface="Tahoma"/>
                <a:cs typeface="Tahoma"/>
              </a:rPr>
              <a:t> </a:t>
            </a:r>
            <a:r>
              <a:rPr sz="1800" spc="190" dirty="0">
                <a:latin typeface="Tahoma"/>
                <a:cs typeface="Tahoma"/>
              </a:rPr>
              <a:t>t</a:t>
            </a:r>
            <a:r>
              <a:rPr sz="1800" spc="45" dirty="0">
                <a:latin typeface="Tahoma"/>
                <a:cs typeface="Tahoma"/>
              </a:rPr>
              <a:t>r</a:t>
            </a:r>
            <a:r>
              <a:rPr sz="1800" spc="5" dirty="0">
                <a:latin typeface="Tahoma"/>
                <a:cs typeface="Tahoma"/>
              </a:rPr>
              <a:t>i</a:t>
            </a:r>
            <a:r>
              <a:rPr sz="1800" spc="85" dirty="0">
                <a:latin typeface="Tahoma"/>
                <a:cs typeface="Tahoma"/>
              </a:rPr>
              <a:t>e</a:t>
            </a:r>
            <a:r>
              <a:rPr sz="1800" spc="110" dirty="0">
                <a:latin typeface="Tahoma"/>
                <a:cs typeface="Tahoma"/>
              </a:rPr>
              <a:t>s</a:t>
            </a:r>
            <a:r>
              <a:rPr sz="1800" spc="35" dirty="0">
                <a:latin typeface="Tahoma"/>
                <a:cs typeface="Tahoma"/>
              </a:rPr>
              <a:t> </a:t>
            </a:r>
            <a:r>
              <a:rPr sz="1800" spc="190" dirty="0">
                <a:latin typeface="Tahoma"/>
                <a:cs typeface="Tahoma"/>
              </a:rPr>
              <a:t>t</a:t>
            </a:r>
            <a:r>
              <a:rPr sz="1800" spc="105" dirty="0">
                <a:latin typeface="Tahoma"/>
                <a:cs typeface="Tahoma"/>
              </a:rPr>
              <a:t>o</a:t>
            </a:r>
            <a:r>
              <a:rPr sz="1800" spc="35" dirty="0">
                <a:latin typeface="Tahoma"/>
                <a:cs typeface="Tahoma"/>
              </a:rPr>
              <a:t> </a:t>
            </a:r>
            <a:r>
              <a:rPr sz="1800" spc="70" dirty="0">
                <a:latin typeface="Tahoma"/>
                <a:cs typeface="Tahoma"/>
              </a:rPr>
              <a:t>ma</a:t>
            </a:r>
            <a:r>
              <a:rPr sz="1800" spc="60" dirty="0">
                <a:latin typeface="Tahoma"/>
                <a:cs typeface="Tahoma"/>
              </a:rPr>
              <a:t>x</a:t>
            </a:r>
            <a:r>
              <a:rPr sz="1800" spc="5" dirty="0">
                <a:latin typeface="Tahoma"/>
                <a:cs typeface="Tahoma"/>
              </a:rPr>
              <a:t>i</a:t>
            </a:r>
            <a:r>
              <a:rPr sz="1800" spc="45" dirty="0">
                <a:latin typeface="Tahoma"/>
                <a:cs typeface="Tahoma"/>
              </a:rPr>
              <a:t>mi</a:t>
            </a:r>
            <a:r>
              <a:rPr sz="1800" spc="190" dirty="0">
                <a:latin typeface="Tahoma"/>
                <a:cs typeface="Tahoma"/>
              </a:rPr>
              <a:t>z</a:t>
            </a:r>
            <a:r>
              <a:rPr sz="1800" spc="85" dirty="0">
                <a:latin typeface="Tahoma"/>
                <a:cs typeface="Tahoma"/>
              </a:rPr>
              <a:t>e</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75" dirty="0">
                <a:latin typeface="Tahoma"/>
                <a:cs typeface="Tahoma"/>
              </a:rPr>
              <a:t>ou</a:t>
            </a:r>
            <a:r>
              <a:rPr sz="1800" spc="190" dirty="0">
                <a:latin typeface="Tahoma"/>
                <a:cs typeface="Tahoma"/>
              </a:rPr>
              <a:t>t</a:t>
            </a:r>
            <a:r>
              <a:rPr sz="1800" spc="145" dirty="0">
                <a:latin typeface="Tahoma"/>
                <a:cs typeface="Tahoma"/>
              </a:rPr>
              <a:t>c</a:t>
            </a:r>
            <a:r>
              <a:rPr sz="1800" spc="90" dirty="0">
                <a:latin typeface="Tahoma"/>
                <a:cs typeface="Tahoma"/>
              </a:rPr>
              <a:t>ome</a:t>
            </a:r>
            <a:endParaRPr sz="1800" dirty="0">
              <a:latin typeface="Tahoma"/>
              <a:cs typeface="Tahoma"/>
            </a:endParaRPr>
          </a:p>
          <a:p>
            <a:pPr marL="698500" indent="-228600">
              <a:lnSpc>
                <a:spcPct val="100000"/>
              </a:lnSpc>
              <a:spcBef>
                <a:spcPts val="340"/>
              </a:spcBef>
              <a:buFont typeface="Tahoma"/>
              <a:buChar char="•"/>
              <a:tabLst>
                <a:tab pos="698500" algn="l"/>
              </a:tabLst>
            </a:pPr>
            <a:r>
              <a:rPr sz="1800" spc="145" dirty="0">
                <a:latin typeface="Tahoma"/>
                <a:cs typeface="Tahoma"/>
              </a:rPr>
              <a:t>c</a:t>
            </a:r>
            <a:r>
              <a:rPr sz="1800" spc="55" dirty="0">
                <a:latin typeface="Tahoma"/>
                <a:cs typeface="Tahoma"/>
              </a:rPr>
              <a:t>ol</a:t>
            </a:r>
            <a:r>
              <a:rPr sz="1800" spc="40" dirty="0">
                <a:latin typeface="Tahoma"/>
                <a:cs typeface="Tahoma"/>
              </a:rPr>
              <a:t>u</a:t>
            </a:r>
            <a:r>
              <a:rPr sz="1800" spc="60" dirty="0">
                <a:latin typeface="Tahoma"/>
                <a:cs typeface="Tahoma"/>
              </a:rPr>
              <a:t>mn</a:t>
            </a:r>
            <a:r>
              <a:rPr sz="1800" spc="35" dirty="0">
                <a:latin typeface="Tahoma"/>
                <a:cs typeface="Tahoma"/>
              </a:rPr>
              <a:t> </a:t>
            </a:r>
            <a:r>
              <a:rPr sz="1800" spc="7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35" dirty="0">
                <a:latin typeface="Tahoma"/>
                <a:cs typeface="Tahoma"/>
              </a:rPr>
              <a:t> </a:t>
            </a:r>
            <a:r>
              <a:rPr sz="1800" spc="190" dirty="0">
                <a:latin typeface="Tahoma"/>
                <a:cs typeface="Tahoma"/>
              </a:rPr>
              <a:t>t</a:t>
            </a:r>
            <a:r>
              <a:rPr sz="1800" spc="45" dirty="0">
                <a:latin typeface="Tahoma"/>
                <a:cs typeface="Tahoma"/>
              </a:rPr>
              <a:t>r</a:t>
            </a:r>
            <a:r>
              <a:rPr sz="1800" spc="5" dirty="0">
                <a:latin typeface="Tahoma"/>
                <a:cs typeface="Tahoma"/>
              </a:rPr>
              <a:t>i</a:t>
            </a:r>
            <a:r>
              <a:rPr sz="1800" spc="85" dirty="0">
                <a:latin typeface="Tahoma"/>
                <a:cs typeface="Tahoma"/>
              </a:rPr>
              <a:t>e</a:t>
            </a:r>
            <a:r>
              <a:rPr sz="1800" spc="110" dirty="0">
                <a:latin typeface="Tahoma"/>
                <a:cs typeface="Tahoma"/>
              </a:rPr>
              <a:t>s</a:t>
            </a:r>
            <a:r>
              <a:rPr sz="1800" spc="35" dirty="0">
                <a:latin typeface="Tahoma"/>
                <a:cs typeface="Tahoma"/>
              </a:rPr>
              <a:t> </a:t>
            </a:r>
            <a:r>
              <a:rPr sz="1800" spc="190" dirty="0">
                <a:latin typeface="Tahoma"/>
                <a:cs typeface="Tahoma"/>
              </a:rPr>
              <a:t>t</a:t>
            </a:r>
            <a:r>
              <a:rPr sz="1800" spc="105" dirty="0">
                <a:latin typeface="Tahoma"/>
                <a:cs typeface="Tahoma"/>
              </a:rPr>
              <a:t>o</a:t>
            </a:r>
            <a:r>
              <a:rPr sz="1800" spc="35" dirty="0">
                <a:latin typeface="Tahoma"/>
                <a:cs typeface="Tahoma"/>
              </a:rPr>
              <a:t> </a:t>
            </a:r>
            <a:r>
              <a:rPr sz="1800" spc="45" dirty="0">
                <a:latin typeface="Tahoma"/>
                <a:cs typeface="Tahoma"/>
              </a:rPr>
              <a:t>mi</a:t>
            </a:r>
            <a:r>
              <a:rPr sz="1800" spc="40" dirty="0">
                <a:latin typeface="Tahoma"/>
                <a:cs typeface="Tahoma"/>
              </a:rPr>
              <a:t>n</a:t>
            </a:r>
            <a:r>
              <a:rPr sz="1800" spc="5" dirty="0">
                <a:latin typeface="Tahoma"/>
                <a:cs typeface="Tahoma"/>
              </a:rPr>
              <a:t>i</a:t>
            </a:r>
            <a:r>
              <a:rPr sz="1800" spc="45" dirty="0">
                <a:latin typeface="Tahoma"/>
                <a:cs typeface="Tahoma"/>
              </a:rPr>
              <a:t>mi</a:t>
            </a:r>
            <a:r>
              <a:rPr sz="1800" spc="190" dirty="0">
                <a:latin typeface="Tahoma"/>
                <a:cs typeface="Tahoma"/>
              </a:rPr>
              <a:t>z</a:t>
            </a:r>
            <a:r>
              <a:rPr sz="1800" spc="85" dirty="0">
                <a:latin typeface="Tahoma"/>
                <a:cs typeface="Tahoma"/>
              </a:rPr>
              <a:t>e</a:t>
            </a:r>
            <a:r>
              <a:rPr sz="1800" spc="35" dirty="0">
                <a:latin typeface="Tahoma"/>
                <a:cs typeface="Tahoma"/>
              </a:rPr>
              <a:t> </a:t>
            </a:r>
            <a:r>
              <a:rPr sz="1800" spc="190" dirty="0">
                <a:latin typeface="Tahoma"/>
                <a:cs typeface="Tahoma"/>
              </a:rPr>
              <a:t>t</a:t>
            </a:r>
            <a:r>
              <a:rPr sz="1800" spc="40" dirty="0">
                <a:latin typeface="Tahoma"/>
                <a:cs typeface="Tahoma"/>
              </a:rPr>
              <a:t>h</a:t>
            </a:r>
            <a:r>
              <a:rPr sz="1800" spc="85" dirty="0">
                <a:latin typeface="Tahoma"/>
                <a:cs typeface="Tahoma"/>
              </a:rPr>
              <a:t>e</a:t>
            </a:r>
            <a:r>
              <a:rPr sz="1800" spc="35" dirty="0">
                <a:latin typeface="Tahoma"/>
                <a:cs typeface="Tahoma"/>
              </a:rPr>
              <a:t> </a:t>
            </a:r>
            <a:r>
              <a:rPr sz="1800" spc="75" dirty="0">
                <a:latin typeface="Tahoma"/>
                <a:cs typeface="Tahoma"/>
              </a:rPr>
              <a:t>ou</a:t>
            </a:r>
            <a:r>
              <a:rPr sz="1800" spc="190" dirty="0">
                <a:latin typeface="Tahoma"/>
                <a:cs typeface="Tahoma"/>
              </a:rPr>
              <a:t>t</a:t>
            </a:r>
            <a:r>
              <a:rPr sz="1800" spc="145" dirty="0">
                <a:latin typeface="Tahoma"/>
                <a:cs typeface="Tahoma"/>
              </a:rPr>
              <a:t>c</a:t>
            </a:r>
            <a:r>
              <a:rPr sz="1800" spc="90" dirty="0">
                <a:latin typeface="Tahoma"/>
                <a:cs typeface="Tahoma"/>
              </a:rPr>
              <a:t>ome</a:t>
            </a:r>
            <a:endParaRPr sz="1800" dirty="0">
              <a:latin typeface="Tahoma"/>
              <a:cs typeface="Tahoma"/>
            </a:endParaRPr>
          </a:p>
        </p:txBody>
      </p:sp>
      <p:sp>
        <p:nvSpPr>
          <p:cNvPr id="5" name="object 8">
            <a:extLst>
              <a:ext uri="{FF2B5EF4-FFF2-40B4-BE49-F238E27FC236}">
                <a16:creationId xmlns:a16="http://schemas.microsoft.com/office/drawing/2014/main" id="{CD112351-EF5E-0684-5F80-2634D337D772}"/>
              </a:ext>
            </a:extLst>
          </p:cNvPr>
          <p:cNvSpPr txBox="1"/>
          <p:nvPr/>
        </p:nvSpPr>
        <p:spPr>
          <a:xfrm>
            <a:off x="241833" y="1397320"/>
            <a:ext cx="3065780" cy="254000"/>
          </a:xfrm>
          <a:prstGeom prst="rect">
            <a:avLst/>
          </a:prstGeom>
        </p:spPr>
        <p:txBody>
          <a:bodyPr vert="horz" wrap="square" lIns="0" tIns="0" rIns="0" bIns="0" rtlCol="0">
            <a:spAutoFit/>
          </a:bodyPr>
          <a:lstStyle/>
          <a:p>
            <a:pPr marL="12700">
              <a:lnSpc>
                <a:spcPct val="100000"/>
              </a:lnSpc>
            </a:pPr>
            <a:r>
              <a:rPr sz="1800" u="heavy" spc="135" dirty="0">
                <a:latin typeface="Tahoma"/>
                <a:cs typeface="Tahoma"/>
              </a:rPr>
              <a:t>St</a:t>
            </a:r>
            <a:r>
              <a:rPr sz="1800" u="heavy" spc="45" dirty="0">
                <a:latin typeface="Tahoma"/>
                <a:cs typeface="Tahoma"/>
              </a:rPr>
              <a:t>ra</a:t>
            </a:r>
            <a:r>
              <a:rPr sz="1800" u="heavy" spc="190" dirty="0">
                <a:latin typeface="Tahoma"/>
                <a:cs typeface="Tahoma"/>
              </a:rPr>
              <a:t>t</a:t>
            </a:r>
            <a:r>
              <a:rPr sz="1800" u="heavy" spc="85" dirty="0">
                <a:latin typeface="Tahoma"/>
                <a:cs typeface="Tahoma"/>
              </a:rPr>
              <a:t>e</a:t>
            </a:r>
            <a:r>
              <a:rPr sz="1800" u="heavy" spc="95" dirty="0">
                <a:latin typeface="Tahoma"/>
                <a:cs typeface="Tahoma"/>
              </a:rPr>
              <a:t>g</a:t>
            </a:r>
            <a:r>
              <a:rPr sz="1800" u="heavy" spc="5" dirty="0">
                <a:latin typeface="Tahoma"/>
                <a:cs typeface="Tahoma"/>
              </a:rPr>
              <a:t>i</a:t>
            </a:r>
            <a:r>
              <a:rPr sz="1800" u="heavy" spc="85" dirty="0">
                <a:latin typeface="Tahoma"/>
                <a:cs typeface="Tahoma"/>
              </a:rPr>
              <a:t>e</a:t>
            </a:r>
            <a:r>
              <a:rPr sz="1800" u="heavy" spc="110" dirty="0">
                <a:latin typeface="Tahoma"/>
                <a:cs typeface="Tahoma"/>
              </a:rPr>
              <a:t>s</a:t>
            </a:r>
            <a:r>
              <a:rPr sz="1800" spc="35" dirty="0">
                <a:latin typeface="Tahoma"/>
                <a:cs typeface="Tahoma"/>
              </a:rPr>
              <a:t> </a:t>
            </a:r>
            <a:r>
              <a:rPr sz="1800" spc="125" dirty="0">
                <a:latin typeface="Tahoma"/>
                <a:cs typeface="Tahoma"/>
              </a:rPr>
              <a:t>f</a:t>
            </a:r>
            <a:r>
              <a:rPr sz="1800" spc="70" dirty="0">
                <a:latin typeface="Tahoma"/>
                <a:cs typeface="Tahoma"/>
              </a:rPr>
              <a:t>or</a:t>
            </a:r>
            <a:r>
              <a:rPr sz="1800" spc="35" dirty="0">
                <a:latin typeface="Tahoma"/>
                <a:cs typeface="Tahoma"/>
              </a:rPr>
              <a:t> </a:t>
            </a:r>
            <a:r>
              <a:rPr sz="1800" spc="95" dirty="0">
                <a:latin typeface="Tahoma"/>
                <a:cs typeface="Tahoma"/>
              </a:rPr>
              <a:t>b</a:t>
            </a:r>
            <a:r>
              <a:rPr sz="1800" spc="150" dirty="0">
                <a:latin typeface="Tahoma"/>
                <a:cs typeface="Tahoma"/>
              </a:rPr>
              <a:t>ot</a:t>
            </a:r>
            <a:r>
              <a:rPr sz="1800" spc="40" dirty="0">
                <a:latin typeface="Tahoma"/>
                <a:cs typeface="Tahoma"/>
              </a:rPr>
              <a:t>h</a:t>
            </a:r>
            <a:r>
              <a:rPr sz="1800" spc="35" dirty="0">
                <a:latin typeface="Tahoma"/>
                <a:cs typeface="Tahoma"/>
              </a:rPr>
              <a:t> </a:t>
            </a:r>
            <a:r>
              <a:rPr sz="1800" spc="75" dirty="0">
                <a:latin typeface="Tahoma"/>
                <a:cs typeface="Tahoma"/>
              </a:rPr>
              <a:t>p</a:t>
            </a:r>
            <a:r>
              <a:rPr sz="1800" spc="5" dirty="0">
                <a:latin typeface="Tahoma"/>
                <a:cs typeface="Tahoma"/>
              </a:rPr>
              <a:t>l</a:t>
            </a:r>
            <a:r>
              <a:rPr sz="1800" spc="45" dirty="0">
                <a:latin typeface="Tahoma"/>
                <a:cs typeface="Tahoma"/>
              </a:rPr>
              <a:t>a</a:t>
            </a:r>
            <a:r>
              <a:rPr sz="1800" spc="125" dirty="0">
                <a:latin typeface="Tahoma"/>
                <a:cs typeface="Tahoma"/>
              </a:rPr>
              <a:t>y</a:t>
            </a:r>
            <a:r>
              <a:rPr sz="1800" spc="85" dirty="0">
                <a:latin typeface="Tahoma"/>
                <a:cs typeface="Tahoma"/>
              </a:rPr>
              <a:t>e</a:t>
            </a:r>
            <a:r>
              <a:rPr sz="1800" spc="45" dirty="0">
                <a:latin typeface="Tahoma"/>
                <a:cs typeface="Tahoma"/>
              </a:rPr>
              <a:t>r</a:t>
            </a:r>
            <a:r>
              <a:rPr sz="1800" spc="110" dirty="0">
                <a:latin typeface="Tahoma"/>
                <a:cs typeface="Tahoma"/>
              </a:rPr>
              <a:t>s</a:t>
            </a:r>
            <a:r>
              <a:rPr sz="1800" spc="-100" dirty="0">
                <a:latin typeface="Tahoma"/>
                <a:cs typeface="Tahoma"/>
              </a:rPr>
              <a:t>:</a:t>
            </a:r>
            <a:endParaRPr sz="1800" dirty="0">
              <a:latin typeface="Tahoma"/>
              <a:cs typeface="Tahoma"/>
            </a:endParaRPr>
          </a:p>
        </p:txBody>
      </p:sp>
      <p:graphicFrame>
        <p:nvGraphicFramePr>
          <p:cNvPr id="6" name="object 7">
            <a:extLst>
              <a:ext uri="{FF2B5EF4-FFF2-40B4-BE49-F238E27FC236}">
                <a16:creationId xmlns:a16="http://schemas.microsoft.com/office/drawing/2014/main" id="{2F8C35AA-2922-C20C-30D1-D86A473C0174}"/>
              </a:ext>
            </a:extLst>
          </p:cNvPr>
          <p:cNvGraphicFramePr>
            <a:graphicFrameLocks noGrp="1"/>
          </p:cNvGraphicFramePr>
          <p:nvPr/>
        </p:nvGraphicFramePr>
        <p:xfrm>
          <a:off x="219608" y="1664020"/>
          <a:ext cx="8548582" cy="1626647"/>
        </p:xfrm>
        <a:graphic>
          <a:graphicData uri="http://schemas.openxmlformats.org/drawingml/2006/table">
            <a:tbl>
              <a:tblPr firstRow="1" bandRow="1">
                <a:tableStyleId>{2D5ABB26-0587-4C30-8999-92F81FD0307C}</a:tableStyleId>
              </a:tblPr>
              <a:tblGrid>
                <a:gridCol w="808139">
                  <a:extLst>
                    <a:ext uri="{9D8B030D-6E8A-4147-A177-3AD203B41FA5}">
                      <a16:colId xmlns:a16="http://schemas.microsoft.com/office/drawing/2014/main" val="20000"/>
                    </a:ext>
                  </a:extLst>
                </a:gridCol>
                <a:gridCol w="4574791">
                  <a:extLst>
                    <a:ext uri="{9D8B030D-6E8A-4147-A177-3AD203B41FA5}">
                      <a16:colId xmlns:a16="http://schemas.microsoft.com/office/drawing/2014/main" val="20001"/>
                    </a:ext>
                  </a:extLst>
                </a:gridCol>
                <a:gridCol w="616620">
                  <a:extLst>
                    <a:ext uri="{9D8B030D-6E8A-4147-A177-3AD203B41FA5}">
                      <a16:colId xmlns:a16="http://schemas.microsoft.com/office/drawing/2014/main" val="20002"/>
                    </a:ext>
                  </a:extLst>
                </a:gridCol>
                <a:gridCol w="615072">
                  <a:extLst>
                    <a:ext uri="{9D8B030D-6E8A-4147-A177-3AD203B41FA5}">
                      <a16:colId xmlns:a16="http://schemas.microsoft.com/office/drawing/2014/main" val="20003"/>
                    </a:ext>
                  </a:extLst>
                </a:gridCol>
                <a:gridCol w="656911">
                  <a:extLst>
                    <a:ext uri="{9D8B030D-6E8A-4147-A177-3AD203B41FA5}">
                      <a16:colId xmlns:a16="http://schemas.microsoft.com/office/drawing/2014/main" val="20004"/>
                    </a:ext>
                  </a:extLst>
                </a:gridCol>
                <a:gridCol w="650939">
                  <a:extLst>
                    <a:ext uri="{9D8B030D-6E8A-4147-A177-3AD203B41FA5}">
                      <a16:colId xmlns:a16="http://schemas.microsoft.com/office/drawing/2014/main" val="20005"/>
                    </a:ext>
                  </a:extLst>
                </a:gridCol>
                <a:gridCol w="626110">
                  <a:extLst>
                    <a:ext uri="{9D8B030D-6E8A-4147-A177-3AD203B41FA5}">
                      <a16:colId xmlns:a16="http://schemas.microsoft.com/office/drawing/2014/main" val="20006"/>
                    </a:ext>
                  </a:extLst>
                </a:gridCol>
              </a:tblGrid>
              <a:tr h="339064">
                <a:tc gridSpan="3">
                  <a:txBody>
                    <a:bodyPr/>
                    <a:lstStyle/>
                    <a:p>
                      <a:endParaRPr sz="1800" dirty="0">
                        <a:latin typeface="Tahoma"/>
                        <a:cs typeface="Tahoma"/>
                      </a:endParaRPr>
                    </a:p>
                  </a:txBody>
                  <a:tcPr marL="0" marR="0" marT="0" marB="0">
                    <a:lnR w="11943">
                      <a:solidFill>
                        <a:srgbClr val="000000"/>
                      </a:solidFill>
                      <a:prstDash val="solid"/>
                    </a:lnR>
                    <a:solidFill>
                      <a:srgbClr val="E7E7E7"/>
                    </a:solidFill>
                  </a:tcPr>
                </a:tc>
                <a:tc hMerge="1">
                  <a:txBody>
                    <a:bodyPr/>
                    <a:lstStyle/>
                    <a:p>
                      <a:endParaRPr/>
                    </a:p>
                  </a:txBody>
                  <a:tcPr marL="0" marR="0" marT="0" marB="0"/>
                </a:tc>
                <a:tc hMerge="1">
                  <a:txBody>
                    <a:bodyPr/>
                    <a:lstStyle/>
                    <a:p>
                      <a:endParaRPr/>
                    </a:p>
                  </a:txBody>
                  <a:tcPr marL="0" marR="0" marT="0" marB="0"/>
                </a:tc>
                <a:tc>
                  <a:txBody>
                    <a:bodyPr/>
                    <a:lstStyle/>
                    <a:p>
                      <a:pPr marL="83185">
                        <a:lnSpc>
                          <a:spcPct val="100000"/>
                        </a:lnSpc>
                      </a:pPr>
                      <a:r>
                        <a:rPr sz="1700" spc="-95" dirty="0">
                          <a:latin typeface="Times New Roman"/>
                          <a:cs typeface="Times New Roman"/>
                        </a:rPr>
                        <a:t>(</a:t>
                      </a:r>
                      <a:r>
                        <a:rPr sz="1700" spc="90" dirty="0">
                          <a:latin typeface="Times New Roman"/>
                          <a:cs typeface="Times New Roman"/>
                        </a:rPr>
                        <a:t>1</a:t>
                      </a:r>
                      <a:r>
                        <a:rPr sz="1700" dirty="0">
                          <a:latin typeface="Times New Roman"/>
                          <a:cs typeface="Times New Roman"/>
                        </a:rPr>
                        <a:t>/</a:t>
                      </a:r>
                      <a:r>
                        <a:rPr sz="1700" spc="-240" dirty="0">
                          <a:latin typeface="Times New Roman"/>
                          <a:cs typeface="Times New Roman"/>
                        </a:rPr>
                        <a:t> </a:t>
                      </a:r>
                      <a:r>
                        <a:rPr sz="1700" spc="-95" dirty="0">
                          <a:latin typeface="Times New Roman"/>
                          <a:cs typeface="Times New Roman"/>
                        </a:rPr>
                        <a:t>1</a:t>
                      </a:r>
                      <a:r>
                        <a:rPr sz="1700" dirty="0">
                          <a:latin typeface="Times New Roman"/>
                          <a:cs typeface="Times New Roman"/>
                        </a:rPr>
                        <a:t>)</a:t>
                      </a:r>
                      <a:endParaRPr sz="1700">
                        <a:latin typeface="Times New Roman"/>
                        <a:cs typeface="Times New Roman"/>
                      </a:endParaRPr>
                    </a:p>
                  </a:txBody>
                  <a:tcPr marL="0" marR="0" marT="0" marB="0">
                    <a:lnL w="11943">
                      <a:solidFill>
                        <a:srgbClr val="000000"/>
                      </a:solidFill>
                      <a:prstDash val="solid"/>
                    </a:lnL>
                    <a:lnB w="11942">
                      <a:solidFill>
                        <a:srgbClr val="000000"/>
                      </a:solidFill>
                      <a:prstDash val="solid"/>
                    </a:lnB>
                    <a:solidFill>
                      <a:srgbClr val="E7E7E7"/>
                    </a:solidFill>
                  </a:tcPr>
                </a:tc>
                <a:tc>
                  <a:txBody>
                    <a:bodyPr/>
                    <a:lstStyle/>
                    <a:p>
                      <a:pPr marL="95250">
                        <a:lnSpc>
                          <a:spcPct val="100000"/>
                        </a:lnSpc>
                      </a:pPr>
                      <a:r>
                        <a:rPr sz="1700" spc="-95" dirty="0">
                          <a:latin typeface="Times New Roman"/>
                          <a:cs typeface="Times New Roman"/>
                        </a:rPr>
                        <a:t>(</a:t>
                      </a:r>
                      <a:r>
                        <a:rPr sz="1700" spc="90" dirty="0">
                          <a:latin typeface="Times New Roman"/>
                          <a:cs typeface="Times New Roman"/>
                        </a:rPr>
                        <a:t>1</a:t>
                      </a:r>
                      <a:r>
                        <a:rPr sz="1700" dirty="0">
                          <a:latin typeface="Times New Roman"/>
                          <a:cs typeface="Times New Roman"/>
                        </a:rPr>
                        <a:t>/</a:t>
                      </a:r>
                      <a:r>
                        <a:rPr sz="1700" spc="-145" dirty="0">
                          <a:latin typeface="Times New Roman"/>
                          <a:cs typeface="Times New Roman"/>
                        </a:rPr>
                        <a:t> </a:t>
                      </a:r>
                      <a:r>
                        <a:rPr sz="1700" spc="90" dirty="0">
                          <a:latin typeface="Times New Roman"/>
                          <a:cs typeface="Times New Roman"/>
                        </a:rPr>
                        <a:t>2</a:t>
                      </a:r>
                      <a:r>
                        <a:rPr sz="1700" dirty="0">
                          <a:latin typeface="Times New Roman"/>
                          <a:cs typeface="Times New Roman"/>
                        </a:rPr>
                        <a:t>)</a:t>
                      </a:r>
                      <a:endParaRPr sz="1700">
                        <a:latin typeface="Times New Roman"/>
                        <a:cs typeface="Times New Roman"/>
                      </a:endParaRPr>
                    </a:p>
                  </a:txBody>
                  <a:tcPr marL="0" marR="0" marT="0" marB="0">
                    <a:lnB w="11942">
                      <a:solidFill>
                        <a:srgbClr val="000000"/>
                      </a:solidFill>
                      <a:prstDash val="solid"/>
                    </a:lnB>
                    <a:solidFill>
                      <a:srgbClr val="E7E7E7"/>
                    </a:solidFill>
                  </a:tcPr>
                </a:tc>
                <a:tc>
                  <a:txBody>
                    <a:bodyPr/>
                    <a:lstStyle/>
                    <a:p>
                      <a:pPr marL="95250">
                        <a:lnSpc>
                          <a:spcPct val="100000"/>
                        </a:lnSpc>
                      </a:pPr>
                      <a:r>
                        <a:rPr sz="1700" dirty="0">
                          <a:latin typeface="Times New Roman"/>
                          <a:cs typeface="Times New Roman"/>
                        </a:rPr>
                        <a:t>(2</a:t>
                      </a:r>
                      <a:r>
                        <a:rPr sz="1700" spc="-145" dirty="0">
                          <a:latin typeface="Times New Roman"/>
                          <a:cs typeface="Times New Roman"/>
                        </a:rPr>
                        <a:t> </a:t>
                      </a:r>
                      <a:r>
                        <a:rPr sz="1700" spc="90" dirty="0">
                          <a:latin typeface="Times New Roman"/>
                          <a:cs typeface="Times New Roman"/>
                        </a:rPr>
                        <a:t>/</a:t>
                      </a:r>
                      <a:r>
                        <a:rPr sz="1700" spc="-95" dirty="0">
                          <a:latin typeface="Times New Roman"/>
                          <a:cs typeface="Times New Roman"/>
                        </a:rPr>
                        <a:t>1</a:t>
                      </a:r>
                      <a:r>
                        <a:rPr sz="1700" dirty="0">
                          <a:latin typeface="Times New Roman"/>
                          <a:cs typeface="Times New Roman"/>
                        </a:rPr>
                        <a:t>)</a:t>
                      </a:r>
                      <a:endParaRPr sz="1700">
                        <a:latin typeface="Times New Roman"/>
                        <a:cs typeface="Times New Roman"/>
                      </a:endParaRPr>
                    </a:p>
                  </a:txBody>
                  <a:tcPr marL="0" marR="0" marT="0" marB="0">
                    <a:lnB w="11942">
                      <a:solidFill>
                        <a:srgbClr val="000000"/>
                      </a:solidFill>
                      <a:prstDash val="solid"/>
                    </a:lnB>
                    <a:solidFill>
                      <a:srgbClr val="E7E7E7"/>
                    </a:solidFill>
                  </a:tcPr>
                </a:tc>
                <a:tc>
                  <a:txBody>
                    <a:bodyPr/>
                    <a:lstStyle/>
                    <a:p>
                      <a:pPr marL="100965">
                        <a:lnSpc>
                          <a:spcPct val="100000"/>
                        </a:lnSpc>
                      </a:pPr>
                      <a:r>
                        <a:rPr sz="1700" dirty="0">
                          <a:latin typeface="Times New Roman"/>
                          <a:cs typeface="Times New Roman"/>
                        </a:rPr>
                        <a:t>(2</a:t>
                      </a:r>
                      <a:r>
                        <a:rPr sz="1700" spc="-145" dirty="0">
                          <a:latin typeface="Times New Roman"/>
                          <a:cs typeface="Times New Roman"/>
                        </a:rPr>
                        <a:t> </a:t>
                      </a:r>
                      <a:r>
                        <a:rPr sz="1700" dirty="0">
                          <a:latin typeface="Times New Roman"/>
                          <a:cs typeface="Times New Roman"/>
                        </a:rPr>
                        <a:t>/</a:t>
                      </a:r>
                      <a:r>
                        <a:rPr sz="1700" spc="-145" dirty="0">
                          <a:latin typeface="Times New Roman"/>
                          <a:cs typeface="Times New Roman"/>
                        </a:rPr>
                        <a:t> </a:t>
                      </a:r>
                      <a:r>
                        <a:rPr sz="1700" dirty="0">
                          <a:latin typeface="Times New Roman"/>
                          <a:cs typeface="Times New Roman"/>
                        </a:rPr>
                        <a:t>2)</a:t>
                      </a:r>
                      <a:endParaRPr sz="1700">
                        <a:latin typeface="Times New Roman"/>
                        <a:cs typeface="Times New Roman"/>
                      </a:endParaRPr>
                    </a:p>
                  </a:txBody>
                  <a:tcPr marL="0" marR="0" marT="0" marB="0">
                    <a:lnB w="11942">
                      <a:solidFill>
                        <a:srgbClr val="000000"/>
                      </a:solidFill>
                      <a:prstDash val="solid"/>
                    </a:lnB>
                    <a:solidFill>
                      <a:srgbClr val="E7E7E7"/>
                    </a:solidFill>
                  </a:tcPr>
                </a:tc>
                <a:extLst>
                  <a:ext uri="{0D108BD9-81ED-4DB2-BD59-A6C34878D82A}">
                    <a16:rowId xmlns:a16="http://schemas.microsoft.com/office/drawing/2014/main" val="10000"/>
                  </a:ext>
                </a:extLst>
              </a:tr>
              <a:tr h="314688">
                <a:tc>
                  <a:txBody>
                    <a:bodyPr/>
                    <a:lstStyle/>
                    <a:p>
                      <a:pPr marL="34925">
                        <a:lnSpc>
                          <a:spcPct val="100000"/>
                        </a:lnSpc>
                      </a:pPr>
                      <a:r>
                        <a:rPr sz="1800" dirty="0">
                          <a:latin typeface="Tahoma"/>
                          <a:cs typeface="Tahoma"/>
                        </a:rPr>
                        <a:t>(1/1)</a:t>
                      </a:r>
                      <a:endParaRPr sz="1800">
                        <a:latin typeface="Tahoma"/>
                        <a:cs typeface="Tahoma"/>
                      </a:endParaRPr>
                    </a:p>
                  </a:txBody>
                  <a:tcPr marL="0" marR="0" marT="0" marB="0">
                    <a:solidFill>
                      <a:srgbClr val="E7E7E7"/>
                    </a:solidFill>
                  </a:tcPr>
                </a:tc>
                <a:tc>
                  <a:txBody>
                    <a:bodyPr/>
                    <a:lstStyle/>
                    <a:p>
                      <a:pPr marL="140970">
                        <a:lnSpc>
                          <a:spcPct val="100000"/>
                        </a:lnSpc>
                      </a:pPr>
                      <a:r>
                        <a:rPr sz="1800" dirty="0">
                          <a:latin typeface="Tahoma"/>
                          <a:cs typeface="Tahoma"/>
                        </a:rPr>
                        <a:t>Hide</a:t>
                      </a:r>
                      <a:r>
                        <a:rPr sz="1800" spc="35" dirty="0">
                          <a:latin typeface="Tahoma"/>
                          <a:cs typeface="Tahoma"/>
                        </a:rPr>
                        <a:t> </a:t>
                      </a:r>
                      <a:r>
                        <a:rPr sz="1800" dirty="0">
                          <a:latin typeface="Tahoma"/>
                          <a:cs typeface="Tahoma"/>
                        </a:rPr>
                        <a:t>one</a:t>
                      </a:r>
                      <a:r>
                        <a:rPr sz="1800" spc="35" dirty="0">
                          <a:latin typeface="Tahoma"/>
                          <a:cs typeface="Tahoma"/>
                        </a:rPr>
                        <a:t> </a:t>
                      </a:r>
                      <a:r>
                        <a:rPr sz="1800" dirty="0">
                          <a:latin typeface="Tahoma"/>
                          <a:cs typeface="Tahoma"/>
                        </a:rPr>
                        <a:t>coin,</a:t>
                      </a:r>
                      <a:r>
                        <a:rPr sz="1800" spc="35" dirty="0">
                          <a:latin typeface="Tahoma"/>
                          <a:cs typeface="Tahoma"/>
                        </a:rPr>
                        <a:t> </a:t>
                      </a:r>
                      <a:r>
                        <a:rPr sz="1800" dirty="0">
                          <a:latin typeface="Tahoma"/>
                          <a:cs typeface="Tahoma"/>
                        </a:rPr>
                        <a:t>guess</a:t>
                      </a:r>
                      <a:r>
                        <a:rPr sz="1800" spc="35" dirty="0">
                          <a:latin typeface="Tahoma"/>
                          <a:cs typeface="Tahoma"/>
                        </a:rPr>
                        <a:t> </a:t>
                      </a:r>
                      <a:r>
                        <a:rPr sz="1800" dirty="0">
                          <a:latin typeface="Tahoma"/>
                          <a:cs typeface="Tahoma"/>
                        </a:rPr>
                        <a:t>“one</a:t>
                      </a:r>
                      <a:r>
                        <a:rPr sz="1800" spc="35" dirty="0">
                          <a:latin typeface="Tahoma"/>
                          <a:cs typeface="Tahoma"/>
                        </a:rPr>
                        <a:t> </a:t>
                      </a:r>
                      <a:r>
                        <a:rPr sz="1800" dirty="0">
                          <a:latin typeface="Tahoma"/>
                          <a:cs typeface="Tahoma"/>
                        </a:rPr>
                        <a:t>coin”</a:t>
                      </a:r>
                      <a:endParaRPr sz="1800">
                        <a:latin typeface="Tahoma"/>
                        <a:cs typeface="Tahoma"/>
                      </a:endParaRPr>
                    </a:p>
                  </a:txBody>
                  <a:tcPr marL="0" marR="0" marT="0" marB="0">
                    <a:solidFill>
                      <a:srgbClr val="E7E7E7"/>
                    </a:solidFill>
                  </a:tcPr>
                </a:tc>
                <a:tc>
                  <a:txBody>
                    <a:bodyPr/>
                    <a:lstStyle/>
                    <a:p>
                      <a:pPr marL="60960">
                        <a:lnSpc>
                          <a:spcPct val="100000"/>
                        </a:lnSpc>
                      </a:pPr>
                      <a:r>
                        <a:rPr sz="1700" spc="-190" dirty="0">
                          <a:latin typeface="Times New Roman"/>
                          <a:cs typeface="Times New Roman"/>
                        </a:rPr>
                        <a:t>(</a:t>
                      </a:r>
                      <a:r>
                        <a:rPr sz="1700" dirty="0">
                          <a:latin typeface="Times New Roman"/>
                          <a:cs typeface="Times New Roman"/>
                        </a:rPr>
                        <a:t>1</a:t>
                      </a:r>
                      <a:r>
                        <a:rPr sz="1700" spc="-240" dirty="0">
                          <a:latin typeface="Times New Roman"/>
                          <a:cs typeface="Times New Roman"/>
                        </a:rPr>
                        <a:t> </a:t>
                      </a:r>
                      <a:r>
                        <a:rPr sz="1700" spc="90" dirty="0">
                          <a:latin typeface="Times New Roman"/>
                          <a:cs typeface="Times New Roman"/>
                        </a:rPr>
                        <a:t>/</a:t>
                      </a:r>
                      <a:r>
                        <a:rPr sz="1700" spc="-95" dirty="0">
                          <a:latin typeface="Times New Roman"/>
                          <a:cs typeface="Times New Roman"/>
                        </a:rPr>
                        <a:t>1</a:t>
                      </a:r>
                      <a:r>
                        <a:rPr sz="1700" dirty="0">
                          <a:latin typeface="Times New Roman"/>
                          <a:cs typeface="Times New Roman"/>
                        </a:rPr>
                        <a:t>)</a:t>
                      </a:r>
                    </a:p>
                  </a:txBody>
                  <a:tcPr marL="0" marR="0" marT="0" marB="0">
                    <a:lnR w="11943">
                      <a:solidFill>
                        <a:srgbClr val="000000"/>
                      </a:solidFill>
                      <a:prstDash val="solid"/>
                    </a:lnR>
                    <a:lnT w="11942">
                      <a:solidFill>
                        <a:srgbClr val="000000"/>
                      </a:solidFill>
                      <a:prstDash val="solid"/>
                    </a:lnT>
                    <a:solidFill>
                      <a:srgbClr val="E7E7E7"/>
                    </a:solidFill>
                  </a:tcPr>
                </a:tc>
                <a:tc>
                  <a:txBody>
                    <a:bodyPr/>
                    <a:lstStyle/>
                    <a:p>
                      <a:pPr algn="ctr">
                        <a:lnSpc>
                          <a:spcPct val="100000"/>
                        </a:lnSpc>
                      </a:pPr>
                      <a:r>
                        <a:rPr sz="1700" dirty="0">
                          <a:latin typeface="Times New Roman"/>
                          <a:cs typeface="Times New Roman"/>
                        </a:rPr>
                        <a:t>0</a:t>
                      </a:r>
                      <a:endParaRPr sz="1700">
                        <a:latin typeface="Times New Roman"/>
                        <a:cs typeface="Times New Roman"/>
                      </a:endParaRPr>
                    </a:p>
                  </a:txBody>
                  <a:tcPr marL="0" marR="0" marT="0" marB="0">
                    <a:lnL w="11943">
                      <a:solidFill>
                        <a:srgbClr val="000000"/>
                      </a:solidFill>
                      <a:prstDash val="solid"/>
                    </a:lnL>
                    <a:lnT w="11942">
                      <a:solidFill>
                        <a:srgbClr val="000000"/>
                      </a:solidFill>
                      <a:prstDash val="solid"/>
                    </a:lnT>
                    <a:solidFill>
                      <a:srgbClr val="E7E7E7"/>
                    </a:solidFill>
                  </a:tcPr>
                </a:tc>
                <a:tc>
                  <a:txBody>
                    <a:bodyPr/>
                    <a:lstStyle/>
                    <a:p>
                      <a:pPr algn="ctr">
                        <a:lnSpc>
                          <a:spcPct val="100000"/>
                        </a:lnSpc>
                      </a:pPr>
                      <a:r>
                        <a:rPr sz="1700" dirty="0">
                          <a:latin typeface="Times New Roman"/>
                          <a:cs typeface="Times New Roman"/>
                        </a:rPr>
                        <a:t>2</a:t>
                      </a:r>
                      <a:endParaRPr sz="1700">
                        <a:latin typeface="Times New Roman"/>
                        <a:cs typeface="Times New Roman"/>
                      </a:endParaRPr>
                    </a:p>
                  </a:txBody>
                  <a:tcPr marL="0" marR="0" marT="0" marB="0">
                    <a:lnT w="11942">
                      <a:solidFill>
                        <a:srgbClr val="000000"/>
                      </a:solidFill>
                      <a:prstDash val="solid"/>
                    </a:lnT>
                    <a:solidFill>
                      <a:srgbClr val="E7E7E7"/>
                    </a:solidFill>
                  </a:tcPr>
                </a:tc>
                <a:tc>
                  <a:txBody>
                    <a:bodyPr/>
                    <a:lstStyle/>
                    <a:p>
                      <a:pPr marL="214629">
                        <a:lnSpc>
                          <a:spcPct val="100000"/>
                        </a:lnSpc>
                      </a:pPr>
                      <a:r>
                        <a:rPr sz="1700" spc="5" dirty="0">
                          <a:latin typeface="Symbol"/>
                          <a:cs typeface="Symbol"/>
                        </a:rPr>
                        <a:t></a:t>
                      </a:r>
                      <a:r>
                        <a:rPr sz="1700" dirty="0">
                          <a:latin typeface="Times New Roman"/>
                          <a:cs typeface="Times New Roman"/>
                        </a:rPr>
                        <a:t>3</a:t>
                      </a:r>
                      <a:endParaRPr sz="1700">
                        <a:latin typeface="Times New Roman"/>
                        <a:cs typeface="Times New Roman"/>
                      </a:endParaRPr>
                    </a:p>
                  </a:txBody>
                  <a:tcPr marL="0" marR="0" marT="0" marB="0">
                    <a:lnT w="11942">
                      <a:solidFill>
                        <a:srgbClr val="000000"/>
                      </a:solidFill>
                      <a:prstDash val="solid"/>
                    </a:lnT>
                    <a:solidFill>
                      <a:srgbClr val="E7E7E7"/>
                    </a:solidFill>
                  </a:tcPr>
                </a:tc>
                <a:tc>
                  <a:txBody>
                    <a:bodyPr/>
                    <a:lstStyle/>
                    <a:p>
                      <a:pPr marL="66675" algn="ctr">
                        <a:lnSpc>
                          <a:spcPct val="100000"/>
                        </a:lnSpc>
                      </a:pPr>
                      <a:r>
                        <a:rPr sz="1700" dirty="0">
                          <a:latin typeface="Times New Roman"/>
                          <a:cs typeface="Times New Roman"/>
                        </a:rPr>
                        <a:t>0</a:t>
                      </a:r>
                      <a:endParaRPr sz="1700">
                        <a:latin typeface="Times New Roman"/>
                        <a:cs typeface="Times New Roman"/>
                      </a:endParaRPr>
                    </a:p>
                  </a:txBody>
                  <a:tcPr marL="0" marR="0" marT="0" marB="0">
                    <a:lnT w="11942">
                      <a:solidFill>
                        <a:srgbClr val="000000"/>
                      </a:solidFill>
                      <a:prstDash val="solid"/>
                    </a:lnT>
                    <a:solidFill>
                      <a:srgbClr val="E7E7E7"/>
                    </a:solidFill>
                  </a:tcPr>
                </a:tc>
                <a:extLst>
                  <a:ext uri="{0D108BD9-81ED-4DB2-BD59-A6C34878D82A}">
                    <a16:rowId xmlns:a16="http://schemas.microsoft.com/office/drawing/2014/main" val="10001"/>
                  </a:ext>
                </a:extLst>
              </a:tr>
              <a:tr h="317797">
                <a:tc>
                  <a:txBody>
                    <a:bodyPr/>
                    <a:lstStyle/>
                    <a:p>
                      <a:pPr marL="34925">
                        <a:lnSpc>
                          <a:spcPct val="100000"/>
                        </a:lnSpc>
                      </a:pPr>
                      <a:r>
                        <a:rPr sz="1800" dirty="0">
                          <a:latin typeface="Tahoma"/>
                          <a:cs typeface="Tahoma"/>
                        </a:rPr>
                        <a:t>(1/2)</a:t>
                      </a:r>
                      <a:endParaRPr sz="1800">
                        <a:latin typeface="Tahoma"/>
                        <a:cs typeface="Tahoma"/>
                      </a:endParaRPr>
                    </a:p>
                  </a:txBody>
                  <a:tcPr marL="0" marR="0" marT="0" marB="0">
                    <a:solidFill>
                      <a:srgbClr val="E7E7E7"/>
                    </a:solidFill>
                  </a:tcPr>
                </a:tc>
                <a:tc>
                  <a:txBody>
                    <a:bodyPr/>
                    <a:lstStyle/>
                    <a:p>
                      <a:pPr marL="140970">
                        <a:lnSpc>
                          <a:spcPct val="100000"/>
                        </a:lnSpc>
                      </a:pPr>
                      <a:r>
                        <a:rPr sz="1800" dirty="0">
                          <a:latin typeface="Tahoma"/>
                          <a:cs typeface="Tahoma"/>
                        </a:rPr>
                        <a:t>Hide</a:t>
                      </a:r>
                      <a:r>
                        <a:rPr sz="1800" spc="35" dirty="0">
                          <a:latin typeface="Tahoma"/>
                          <a:cs typeface="Tahoma"/>
                        </a:rPr>
                        <a:t> </a:t>
                      </a:r>
                      <a:r>
                        <a:rPr sz="1800" dirty="0">
                          <a:latin typeface="Tahoma"/>
                          <a:cs typeface="Tahoma"/>
                        </a:rPr>
                        <a:t>one</a:t>
                      </a:r>
                      <a:r>
                        <a:rPr sz="1800" spc="35" dirty="0">
                          <a:latin typeface="Tahoma"/>
                          <a:cs typeface="Tahoma"/>
                        </a:rPr>
                        <a:t> </a:t>
                      </a:r>
                      <a:r>
                        <a:rPr sz="1800" dirty="0">
                          <a:latin typeface="Tahoma"/>
                          <a:cs typeface="Tahoma"/>
                        </a:rPr>
                        <a:t>coin,</a:t>
                      </a:r>
                      <a:r>
                        <a:rPr sz="1800" spc="35" dirty="0">
                          <a:latin typeface="Tahoma"/>
                          <a:cs typeface="Tahoma"/>
                        </a:rPr>
                        <a:t> </a:t>
                      </a:r>
                      <a:r>
                        <a:rPr sz="1800" dirty="0">
                          <a:latin typeface="Tahoma"/>
                          <a:cs typeface="Tahoma"/>
                        </a:rPr>
                        <a:t>guess</a:t>
                      </a:r>
                      <a:r>
                        <a:rPr sz="1800" spc="35" dirty="0">
                          <a:latin typeface="Tahoma"/>
                          <a:cs typeface="Tahoma"/>
                        </a:rPr>
                        <a:t> </a:t>
                      </a:r>
                      <a:r>
                        <a:rPr sz="1800" dirty="0">
                          <a:latin typeface="Tahoma"/>
                          <a:cs typeface="Tahoma"/>
                        </a:rPr>
                        <a:t>“two</a:t>
                      </a:r>
                      <a:r>
                        <a:rPr sz="1800" spc="35" dirty="0">
                          <a:latin typeface="Tahoma"/>
                          <a:cs typeface="Tahoma"/>
                        </a:rPr>
                        <a:t> </a:t>
                      </a:r>
                      <a:r>
                        <a:rPr sz="1800" dirty="0">
                          <a:latin typeface="Tahoma"/>
                          <a:cs typeface="Tahoma"/>
                        </a:rPr>
                        <a:t>coins”</a:t>
                      </a:r>
                      <a:endParaRPr sz="1800">
                        <a:latin typeface="Tahoma"/>
                        <a:cs typeface="Tahoma"/>
                      </a:endParaRPr>
                    </a:p>
                  </a:txBody>
                  <a:tcPr marL="0" marR="0" marT="0" marB="0">
                    <a:solidFill>
                      <a:srgbClr val="E7E7E7"/>
                    </a:solidFill>
                  </a:tcPr>
                </a:tc>
                <a:tc>
                  <a:txBody>
                    <a:bodyPr/>
                    <a:lstStyle/>
                    <a:p>
                      <a:pPr marL="36830">
                        <a:lnSpc>
                          <a:spcPct val="100000"/>
                        </a:lnSpc>
                      </a:pPr>
                      <a:r>
                        <a:rPr sz="1700" spc="-95" dirty="0">
                          <a:latin typeface="Times New Roman"/>
                          <a:cs typeface="Times New Roman"/>
                        </a:rPr>
                        <a:t>(</a:t>
                      </a:r>
                      <a:r>
                        <a:rPr sz="1700" spc="90" dirty="0">
                          <a:latin typeface="Times New Roman"/>
                          <a:cs typeface="Times New Roman"/>
                        </a:rPr>
                        <a:t>1</a:t>
                      </a:r>
                      <a:r>
                        <a:rPr sz="1700" dirty="0">
                          <a:latin typeface="Times New Roman"/>
                          <a:cs typeface="Times New Roman"/>
                        </a:rPr>
                        <a:t>/</a:t>
                      </a:r>
                      <a:r>
                        <a:rPr sz="1700" spc="-145" dirty="0">
                          <a:latin typeface="Times New Roman"/>
                          <a:cs typeface="Times New Roman"/>
                        </a:rPr>
                        <a:t> </a:t>
                      </a:r>
                      <a:r>
                        <a:rPr sz="1700" spc="90" dirty="0">
                          <a:latin typeface="Times New Roman"/>
                          <a:cs typeface="Times New Roman"/>
                        </a:rPr>
                        <a:t>2</a:t>
                      </a:r>
                      <a:r>
                        <a:rPr sz="1700" dirty="0">
                          <a:latin typeface="Times New Roman"/>
                          <a:cs typeface="Times New Roman"/>
                        </a:rPr>
                        <a:t>)</a:t>
                      </a:r>
                      <a:endParaRPr sz="1700">
                        <a:latin typeface="Times New Roman"/>
                        <a:cs typeface="Times New Roman"/>
                      </a:endParaRPr>
                    </a:p>
                  </a:txBody>
                  <a:tcPr marL="0" marR="0" marT="0" marB="0">
                    <a:lnR w="11943">
                      <a:solidFill>
                        <a:srgbClr val="000000"/>
                      </a:solidFill>
                      <a:prstDash val="solid"/>
                    </a:lnR>
                    <a:solidFill>
                      <a:srgbClr val="E7E7E7"/>
                    </a:solidFill>
                  </a:tcPr>
                </a:tc>
                <a:tc>
                  <a:txBody>
                    <a:bodyPr/>
                    <a:lstStyle/>
                    <a:p>
                      <a:pPr marL="190500">
                        <a:lnSpc>
                          <a:spcPct val="100000"/>
                        </a:lnSpc>
                      </a:pPr>
                      <a:r>
                        <a:rPr sz="1700" spc="5" dirty="0">
                          <a:latin typeface="Symbol"/>
                          <a:cs typeface="Symbol"/>
                        </a:rPr>
                        <a:t></a:t>
                      </a:r>
                      <a:r>
                        <a:rPr sz="1700" dirty="0">
                          <a:latin typeface="Times New Roman"/>
                          <a:cs typeface="Times New Roman"/>
                        </a:rPr>
                        <a:t>2</a:t>
                      </a:r>
                      <a:endParaRPr sz="1700">
                        <a:latin typeface="Times New Roman"/>
                        <a:cs typeface="Times New Roman"/>
                      </a:endParaRPr>
                    </a:p>
                  </a:txBody>
                  <a:tcPr marL="0" marR="0" marT="0" marB="0">
                    <a:lnL w="11943">
                      <a:solidFill>
                        <a:srgbClr val="000000"/>
                      </a:solidFill>
                      <a:prstDash val="solid"/>
                    </a:lnL>
                    <a:solidFill>
                      <a:srgbClr val="E7E7E7"/>
                    </a:solidFill>
                  </a:tcPr>
                </a:tc>
                <a:tc>
                  <a:txBody>
                    <a:bodyPr/>
                    <a:lstStyle/>
                    <a:p>
                      <a:pPr algn="ctr">
                        <a:lnSpc>
                          <a:spcPct val="100000"/>
                        </a:lnSpc>
                      </a:pPr>
                      <a:r>
                        <a:rPr sz="1700" dirty="0">
                          <a:latin typeface="Times New Roman"/>
                          <a:cs typeface="Times New Roman"/>
                        </a:rPr>
                        <a:t>0</a:t>
                      </a:r>
                    </a:p>
                  </a:txBody>
                  <a:tcPr marL="0" marR="0" marT="0" marB="0">
                    <a:solidFill>
                      <a:srgbClr val="E7E7E7"/>
                    </a:solidFill>
                  </a:tcPr>
                </a:tc>
                <a:tc>
                  <a:txBody>
                    <a:bodyPr/>
                    <a:lstStyle/>
                    <a:p>
                      <a:pPr marL="5715" algn="ctr">
                        <a:lnSpc>
                          <a:spcPct val="100000"/>
                        </a:lnSpc>
                      </a:pPr>
                      <a:r>
                        <a:rPr sz="1700" dirty="0">
                          <a:latin typeface="Times New Roman"/>
                          <a:cs typeface="Times New Roman"/>
                        </a:rPr>
                        <a:t>0</a:t>
                      </a:r>
                    </a:p>
                  </a:txBody>
                  <a:tcPr marL="0" marR="0" marT="0" marB="0">
                    <a:solidFill>
                      <a:srgbClr val="E7E7E7"/>
                    </a:solidFill>
                  </a:tcPr>
                </a:tc>
                <a:tc>
                  <a:txBody>
                    <a:bodyPr/>
                    <a:lstStyle/>
                    <a:p>
                      <a:pPr marL="66675" algn="ctr">
                        <a:lnSpc>
                          <a:spcPct val="100000"/>
                        </a:lnSpc>
                      </a:pPr>
                      <a:r>
                        <a:rPr sz="1700" dirty="0">
                          <a:latin typeface="Times New Roman"/>
                          <a:cs typeface="Times New Roman"/>
                        </a:rPr>
                        <a:t>3</a:t>
                      </a:r>
                      <a:endParaRPr sz="1700">
                        <a:latin typeface="Times New Roman"/>
                        <a:cs typeface="Times New Roman"/>
                      </a:endParaRPr>
                    </a:p>
                  </a:txBody>
                  <a:tcPr marL="0" marR="0" marT="0" marB="0">
                    <a:solidFill>
                      <a:srgbClr val="E7E7E7"/>
                    </a:solidFill>
                  </a:tcPr>
                </a:tc>
                <a:extLst>
                  <a:ext uri="{0D108BD9-81ED-4DB2-BD59-A6C34878D82A}">
                    <a16:rowId xmlns:a16="http://schemas.microsoft.com/office/drawing/2014/main" val="10002"/>
                  </a:ext>
                </a:extLst>
              </a:tr>
              <a:tr h="317500">
                <a:tc>
                  <a:txBody>
                    <a:bodyPr/>
                    <a:lstStyle/>
                    <a:p>
                      <a:pPr marL="34925">
                        <a:lnSpc>
                          <a:spcPct val="100000"/>
                        </a:lnSpc>
                      </a:pPr>
                      <a:r>
                        <a:rPr sz="1800" dirty="0">
                          <a:latin typeface="Tahoma"/>
                          <a:cs typeface="Tahoma"/>
                        </a:rPr>
                        <a:t>(2/1)</a:t>
                      </a:r>
                      <a:endParaRPr sz="1800">
                        <a:latin typeface="Tahoma"/>
                        <a:cs typeface="Tahoma"/>
                      </a:endParaRPr>
                    </a:p>
                  </a:txBody>
                  <a:tcPr marL="0" marR="0" marT="0" marB="0">
                    <a:solidFill>
                      <a:srgbClr val="E7E7E7"/>
                    </a:solidFill>
                  </a:tcPr>
                </a:tc>
                <a:tc>
                  <a:txBody>
                    <a:bodyPr/>
                    <a:lstStyle/>
                    <a:p>
                      <a:pPr marL="140970">
                        <a:lnSpc>
                          <a:spcPct val="100000"/>
                        </a:lnSpc>
                      </a:pPr>
                      <a:r>
                        <a:rPr sz="1800" dirty="0">
                          <a:latin typeface="Tahoma"/>
                          <a:cs typeface="Tahoma"/>
                        </a:rPr>
                        <a:t>Hide</a:t>
                      </a:r>
                      <a:r>
                        <a:rPr sz="1800" spc="35" dirty="0">
                          <a:latin typeface="Tahoma"/>
                          <a:cs typeface="Tahoma"/>
                        </a:rPr>
                        <a:t> </a:t>
                      </a:r>
                      <a:r>
                        <a:rPr sz="1800" dirty="0">
                          <a:latin typeface="Tahoma"/>
                          <a:cs typeface="Tahoma"/>
                        </a:rPr>
                        <a:t>two</a:t>
                      </a:r>
                      <a:r>
                        <a:rPr sz="1800" spc="35" dirty="0">
                          <a:latin typeface="Tahoma"/>
                          <a:cs typeface="Tahoma"/>
                        </a:rPr>
                        <a:t> </a:t>
                      </a:r>
                      <a:r>
                        <a:rPr sz="1800" dirty="0">
                          <a:latin typeface="Tahoma"/>
                          <a:cs typeface="Tahoma"/>
                        </a:rPr>
                        <a:t>coins,</a:t>
                      </a:r>
                      <a:r>
                        <a:rPr sz="1800" spc="35" dirty="0">
                          <a:latin typeface="Tahoma"/>
                          <a:cs typeface="Tahoma"/>
                        </a:rPr>
                        <a:t> </a:t>
                      </a:r>
                      <a:r>
                        <a:rPr sz="1800" dirty="0">
                          <a:latin typeface="Tahoma"/>
                          <a:cs typeface="Tahoma"/>
                        </a:rPr>
                        <a:t>guess</a:t>
                      </a:r>
                      <a:r>
                        <a:rPr sz="1800" spc="35" dirty="0">
                          <a:latin typeface="Tahoma"/>
                          <a:cs typeface="Tahoma"/>
                        </a:rPr>
                        <a:t> </a:t>
                      </a:r>
                      <a:r>
                        <a:rPr sz="1800" dirty="0">
                          <a:latin typeface="Tahoma"/>
                          <a:cs typeface="Tahoma"/>
                        </a:rPr>
                        <a:t>“one</a:t>
                      </a:r>
                      <a:r>
                        <a:rPr sz="1800" spc="35" dirty="0">
                          <a:latin typeface="Tahoma"/>
                          <a:cs typeface="Tahoma"/>
                        </a:rPr>
                        <a:t> </a:t>
                      </a:r>
                      <a:r>
                        <a:rPr sz="1800" dirty="0">
                          <a:latin typeface="Tahoma"/>
                          <a:cs typeface="Tahoma"/>
                        </a:rPr>
                        <a:t>coin”</a:t>
                      </a:r>
                      <a:endParaRPr sz="1800">
                        <a:latin typeface="Tahoma"/>
                        <a:cs typeface="Tahoma"/>
                      </a:endParaRPr>
                    </a:p>
                  </a:txBody>
                  <a:tcPr marL="0" marR="0" marT="0" marB="0">
                    <a:solidFill>
                      <a:srgbClr val="E7E7E7"/>
                    </a:solidFill>
                  </a:tcPr>
                </a:tc>
                <a:tc>
                  <a:txBody>
                    <a:bodyPr/>
                    <a:lstStyle/>
                    <a:p>
                      <a:pPr marL="36830">
                        <a:lnSpc>
                          <a:spcPct val="100000"/>
                        </a:lnSpc>
                      </a:pPr>
                      <a:r>
                        <a:rPr sz="1700" dirty="0">
                          <a:latin typeface="Times New Roman"/>
                          <a:cs typeface="Times New Roman"/>
                        </a:rPr>
                        <a:t>(2</a:t>
                      </a:r>
                      <a:r>
                        <a:rPr sz="1700" spc="-145" dirty="0">
                          <a:latin typeface="Times New Roman"/>
                          <a:cs typeface="Times New Roman"/>
                        </a:rPr>
                        <a:t> </a:t>
                      </a:r>
                      <a:r>
                        <a:rPr sz="1700" dirty="0">
                          <a:latin typeface="Times New Roman"/>
                          <a:cs typeface="Times New Roman"/>
                        </a:rPr>
                        <a:t>/</a:t>
                      </a:r>
                      <a:r>
                        <a:rPr sz="1700" spc="-240" dirty="0">
                          <a:latin typeface="Times New Roman"/>
                          <a:cs typeface="Times New Roman"/>
                        </a:rPr>
                        <a:t> </a:t>
                      </a:r>
                      <a:r>
                        <a:rPr sz="1700" spc="-95" dirty="0">
                          <a:latin typeface="Times New Roman"/>
                          <a:cs typeface="Times New Roman"/>
                        </a:rPr>
                        <a:t>1</a:t>
                      </a:r>
                      <a:r>
                        <a:rPr sz="1700" dirty="0">
                          <a:latin typeface="Times New Roman"/>
                          <a:cs typeface="Times New Roman"/>
                        </a:rPr>
                        <a:t>)</a:t>
                      </a:r>
                      <a:endParaRPr sz="1700">
                        <a:latin typeface="Times New Roman"/>
                        <a:cs typeface="Times New Roman"/>
                      </a:endParaRPr>
                    </a:p>
                  </a:txBody>
                  <a:tcPr marL="0" marR="0" marT="0" marB="0">
                    <a:lnR w="11943">
                      <a:solidFill>
                        <a:srgbClr val="000000"/>
                      </a:solidFill>
                      <a:prstDash val="solid"/>
                    </a:lnR>
                    <a:solidFill>
                      <a:srgbClr val="E7E7E7"/>
                    </a:solidFill>
                  </a:tcPr>
                </a:tc>
                <a:tc>
                  <a:txBody>
                    <a:bodyPr/>
                    <a:lstStyle/>
                    <a:p>
                      <a:pPr algn="ctr">
                        <a:lnSpc>
                          <a:spcPct val="100000"/>
                        </a:lnSpc>
                      </a:pPr>
                      <a:r>
                        <a:rPr sz="1700" dirty="0">
                          <a:latin typeface="Times New Roman"/>
                          <a:cs typeface="Times New Roman"/>
                        </a:rPr>
                        <a:t>3</a:t>
                      </a:r>
                      <a:endParaRPr sz="1700">
                        <a:latin typeface="Times New Roman"/>
                        <a:cs typeface="Times New Roman"/>
                      </a:endParaRPr>
                    </a:p>
                  </a:txBody>
                  <a:tcPr marL="0" marR="0" marT="0" marB="0">
                    <a:lnL w="11943">
                      <a:solidFill>
                        <a:srgbClr val="000000"/>
                      </a:solidFill>
                      <a:prstDash val="solid"/>
                    </a:lnL>
                    <a:solidFill>
                      <a:srgbClr val="E7E7E7"/>
                    </a:solidFill>
                  </a:tcPr>
                </a:tc>
                <a:tc>
                  <a:txBody>
                    <a:bodyPr/>
                    <a:lstStyle/>
                    <a:p>
                      <a:pPr algn="ctr">
                        <a:lnSpc>
                          <a:spcPct val="100000"/>
                        </a:lnSpc>
                      </a:pPr>
                      <a:r>
                        <a:rPr sz="1700" dirty="0">
                          <a:latin typeface="Times New Roman"/>
                          <a:cs typeface="Times New Roman"/>
                        </a:rPr>
                        <a:t>0</a:t>
                      </a:r>
                      <a:endParaRPr sz="1700">
                        <a:latin typeface="Times New Roman"/>
                        <a:cs typeface="Times New Roman"/>
                      </a:endParaRPr>
                    </a:p>
                  </a:txBody>
                  <a:tcPr marL="0" marR="0" marT="0" marB="0">
                    <a:solidFill>
                      <a:srgbClr val="E7E7E7"/>
                    </a:solidFill>
                  </a:tcPr>
                </a:tc>
                <a:tc>
                  <a:txBody>
                    <a:bodyPr/>
                    <a:lstStyle/>
                    <a:p>
                      <a:pPr marL="5715" algn="ctr">
                        <a:lnSpc>
                          <a:spcPct val="100000"/>
                        </a:lnSpc>
                      </a:pPr>
                      <a:r>
                        <a:rPr sz="1700" dirty="0">
                          <a:latin typeface="Times New Roman"/>
                          <a:cs typeface="Times New Roman"/>
                        </a:rPr>
                        <a:t>0</a:t>
                      </a:r>
                    </a:p>
                  </a:txBody>
                  <a:tcPr marL="0" marR="0" marT="0" marB="0">
                    <a:solidFill>
                      <a:srgbClr val="E7E7E7"/>
                    </a:solidFill>
                  </a:tcPr>
                </a:tc>
                <a:tc>
                  <a:txBody>
                    <a:bodyPr/>
                    <a:lstStyle/>
                    <a:p>
                      <a:pPr marL="232410">
                        <a:lnSpc>
                          <a:spcPct val="100000"/>
                        </a:lnSpc>
                      </a:pPr>
                      <a:r>
                        <a:rPr sz="1700" spc="5" dirty="0">
                          <a:latin typeface="Symbol"/>
                          <a:cs typeface="Symbol"/>
                        </a:rPr>
                        <a:t></a:t>
                      </a:r>
                      <a:r>
                        <a:rPr sz="1700" dirty="0">
                          <a:latin typeface="Times New Roman"/>
                          <a:cs typeface="Times New Roman"/>
                        </a:rPr>
                        <a:t>4</a:t>
                      </a:r>
                    </a:p>
                  </a:txBody>
                  <a:tcPr marL="0" marR="0" marT="0" marB="0">
                    <a:solidFill>
                      <a:srgbClr val="E7E7E7"/>
                    </a:solidFill>
                  </a:tcPr>
                </a:tc>
                <a:extLst>
                  <a:ext uri="{0D108BD9-81ED-4DB2-BD59-A6C34878D82A}">
                    <a16:rowId xmlns:a16="http://schemas.microsoft.com/office/drawing/2014/main" val="10003"/>
                  </a:ext>
                </a:extLst>
              </a:tr>
              <a:tr h="337598">
                <a:tc>
                  <a:txBody>
                    <a:bodyPr/>
                    <a:lstStyle/>
                    <a:p>
                      <a:pPr marL="34925">
                        <a:lnSpc>
                          <a:spcPct val="100000"/>
                        </a:lnSpc>
                      </a:pPr>
                      <a:r>
                        <a:rPr sz="1800" dirty="0">
                          <a:latin typeface="Tahoma"/>
                          <a:cs typeface="Tahoma"/>
                        </a:rPr>
                        <a:t>(2/2)</a:t>
                      </a:r>
                      <a:endParaRPr sz="1800">
                        <a:latin typeface="Tahoma"/>
                        <a:cs typeface="Tahoma"/>
                      </a:endParaRPr>
                    </a:p>
                  </a:txBody>
                  <a:tcPr marL="0" marR="0" marT="0" marB="0">
                    <a:solidFill>
                      <a:srgbClr val="E7E7E7"/>
                    </a:solidFill>
                  </a:tcPr>
                </a:tc>
                <a:tc>
                  <a:txBody>
                    <a:bodyPr/>
                    <a:lstStyle/>
                    <a:p>
                      <a:pPr marL="140970">
                        <a:lnSpc>
                          <a:spcPct val="100000"/>
                        </a:lnSpc>
                      </a:pPr>
                      <a:r>
                        <a:rPr sz="1800" dirty="0">
                          <a:latin typeface="Tahoma"/>
                          <a:cs typeface="Tahoma"/>
                        </a:rPr>
                        <a:t>Hide</a:t>
                      </a:r>
                      <a:r>
                        <a:rPr sz="1800" spc="35" dirty="0">
                          <a:latin typeface="Tahoma"/>
                          <a:cs typeface="Tahoma"/>
                        </a:rPr>
                        <a:t> </a:t>
                      </a:r>
                      <a:r>
                        <a:rPr sz="1800" dirty="0">
                          <a:latin typeface="Tahoma"/>
                          <a:cs typeface="Tahoma"/>
                        </a:rPr>
                        <a:t>two</a:t>
                      </a:r>
                      <a:r>
                        <a:rPr sz="1800" spc="35" dirty="0">
                          <a:latin typeface="Tahoma"/>
                          <a:cs typeface="Tahoma"/>
                        </a:rPr>
                        <a:t> </a:t>
                      </a:r>
                      <a:r>
                        <a:rPr sz="1800" dirty="0">
                          <a:latin typeface="Tahoma"/>
                          <a:cs typeface="Tahoma"/>
                        </a:rPr>
                        <a:t>coins,</a:t>
                      </a:r>
                      <a:r>
                        <a:rPr sz="1800" spc="35" dirty="0">
                          <a:latin typeface="Tahoma"/>
                          <a:cs typeface="Tahoma"/>
                        </a:rPr>
                        <a:t> </a:t>
                      </a:r>
                      <a:r>
                        <a:rPr sz="1800" dirty="0">
                          <a:latin typeface="Tahoma"/>
                          <a:cs typeface="Tahoma"/>
                        </a:rPr>
                        <a:t>guess</a:t>
                      </a:r>
                      <a:r>
                        <a:rPr sz="1800" spc="35" dirty="0">
                          <a:latin typeface="Tahoma"/>
                          <a:cs typeface="Tahoma"/>
                        </a:rPr>
                        <a:t> </a:t>
                      </a:r>
                      <a:r>
                        <a:rPr sz="1800" dirty="0">
                          <a:latin typeface="Tahoma"/>
                          <a:cs typeface="Tahoma"/>
                        </a:rPr>
                        <a:t>“two</a:t>
                      </a:r>
                      <a:r>
                        <a:rPr sz="1800" spc="35" dirty="0">
                          <a:latin typeface="Tahoma"/>
                          <a:cs typeface="Tahoma"/>
                        </a:rPr>
                        <a:t> </a:t>
                      </a:r>
                      <a:r>
                        <a:rPr sz="1800" dirty="0">
                          <a:latin typeface="Tahoma"/>
                          <a:cs typeface="Tahoma"/>
                        </a:rPr>
                        <a:t>coins”</a:t>
                      </a:r>
                    </a:p>
                  </a:txBody>
                  <a:tcPr marL="0" marR="0" marT="0" marB="0">
                    <a:solidFill>
                      <a:srgbClr val="E7E7E7"/>
                    </a:solidFill>
                  </a:tcPr>
                </a:tc>
                <a:tc>
                  <a:txBody>
                    <a:bodyPr/>
                    <a:lstStyle/>
                    <a:p>
                      <a:pPr marL="25400">
                        <a:lnSpc>
                          <a:spcPct val="100000"/>
                        </a:lnSpc>
                      </a:pPr>
                      <a:r>
                        <a:rPr sz="1700" dirty="0">
                          <a:latin typeface="Times New Roman"/>
                          <a:cs typeface="Times New Roman"/>
                        </a:rPr>
                        <a:t>(2</a:t>
                      </a:r>
                      <a:r>
                        <a:rPr sz="1700" spc="-145" dirty="0">
                          <a:latin typeface="Times New Roman"/>
                          <a:cs typeface="Times New Roman"/>
                        </a:rPr>
                        <a:t> </a:t>
                      </a:r>
                      <a:r>
                        <a:rPr sz="1700" dirty="0">
                          <a:latin typeface="Times New Roman"/>
                          <a:cs typeface="Times New Roman"/>
                        </a:rPr>
                        <a:t>/</a:t>
                      </a:r>
                      <a:r>
                        <a:rPr sz="1700" spc="-145" dirty="0">
                          <a:latin typeface="Times New Roman"/>
                          <a:cs typeface="Times New Roman"/>
                        </a:rPr>
                        <a:t> </a:t>
                      </a:r>
                      <a:r>
                        <a:rPr sz="1700" dirty="0">
                          <a:latin typeface="Times New Roman"/>
                          <a:cs typeface="Times New Roman"/>
                        </a:rPr>
                        <a:t>2)</a:t>
                      </a:r>
                      <a:endParaRPr sz="1700">
                        <a:latin typeface="Times New Roman"/>
                        <a:cs typeface="Times New Roman"/>
                      </a:endParaRPr>
                    </a:p>
                  </a:txBody>
                  <a:tcPr marL="0" marR="0" marT="0" marB="0">
                    <a:lnR w="11943">
                      <a:solidFill>
                        <a:srgbClr val="000000"/>
                      </a:solidFill>
                      <a:prstDash val="solid"/>
                    </a:lnR>
                    <a:solidFill>
                      <a:srgbClr val="E7E7E7"/>
                    </a:solidFill>
                  </a:tcPr>
                </a:tc>
                <a:tc>
                  <a:txBody>
                    <a:bodyPr/>
                    <a:lstStyle/>
                    <a:p>
                      <a:pPr algn="ctr">
                        <a:lnSpc>
                          <a:spcPct val="100000"/>
                        </a:lnSpc>
                      </a:pPr>
                      <a:r>
                        <a:rPr sz="1700" dirty="0">
                          <a:latin typeface="Times New Roman"/>
                          <a:cs typeface="Times New Roman"/>
                        </a:rPr>
                        <a:t>0</a:t>
                      </a:r>
                      <a:endParaRPr sz="1700">
                        <a:latin typeface="Times New Roman"/>
                        <a:cs typeface="Times New Roman"/>
                      </a:endParaRPr>
                    </a:p>
                  </a:txBody>
                  <a:tcPr marL="0" marR="0" marT="0" marB="0">
                    <a:lnL w="11943">
                      <a:solidFill>
                        <a:srgbClr val="000000"/>
                      </a:solidFill>
                      <a:prstDash val="solid"/>
                    </a:lnL>
                    <a:solidFill>
                      <a:srgbClr val="E7E7E7"/>
                    </a:solidFill>
                  </a:tcPr>
                </a:tc>
                <a:tc>
                  <a:txBody>
                    <a:bodyPr/>
                    <a:lstStyle/>
                    <a:p>
                      <a:pPr marL="214629">
                        <a:lnSpc>
                          <a:spcPct val="100000"/>
                        </a:lnSpc>
                      </a:pPr>
                      <a:r>
                        <a:rPr sz="1700" spc="5" dirty="0">
                          <a:latin typeface="Symbol"/>
                          <a:cs typeface="Symbol"/>
                        </a:rPr>
                        <a:t></a:t>
                      </a:r>
                      <a:r>
                        <a:rPr sz="1700" dirty="0">
                          <a:latin typeface="Times New Roman"/>
                          <a:cs typeface="Times New Roman"/>
                        </a:rPr>
                        <a:t>3</a:t>
                      </a:r>
                      <a:endParaRPr sz="1700">
                        <a:latin typeface="Times New Roman"/>
                        <a:cs typeface="Times New Roman"/>
                      </a:endParaRPr>
                    </a:p>
                  </a:txBody>
                  <a:tcPr marL="0" marR="0" marT="0" marB="0">
                    <a:solidFill>
                      <a:srgbClr val="E7E7E7"/>
                    </a:solidFill>
                  </a:tcPr>
                </a:tc>
                <a:tc>
                  <a:txBody>
                    <a:bodyPr/>
                    <a:lstStyle/>
                    <a:p>
                      <a:pPr marL="5715" algn="ctr">
                        <a:lnSpc>
                          <a:spcPct val="100000"/>
                        </a:lnSpc>
                      </a:pPr>
                      <a:r>
                        <a:rPr sz="1700" dirty="0">
                          <a:latin typeface="Times New Roman"/>
                          <a:cs typeface="Times New Roman"/>
                        </a:rPr>
                        <a:t>4</a:t>
                      </a:r>
                      <a:endParaRPr sz="1700">
                        <a:latin typeface="Times New Roman"/>
                        <a:cs typeface="Times New Roman"/>
                      </a:endParaRPr>
                    </a:p>
                  </a:txBody>
                  <a:tcPr marL="0" marR="0" marT="0" marB="0">
                    <a:solidFill>
                      <a:srgbClr val="E7E7E7"/>
                    </a:solidFill>
                  </a:tcPr>
                </a:tc>
                <a:tc>
                  <a:txBody>
                    <a:bodyPr/>
                    <a:lstStyle/>
                    <a:p>
                      <a:pPr marL="66675" algn="ctr">
                        <a:lnSpc>
                          <a:spcPct val="100000"/>
                        </a:lnSpc>
                      </a:pPr>
                      <a:r>
                        <a:rPr sz="1700" dirty="0">
                          <a:latin typeface="Times New Roman"/>
                          <a:cs typeface="Times New Roman"/>
                        </a:rPr>
                        <a:t>0</a:t>
                      </a:r>
                    </a:p>
                  </a:txBody>
                  <a:tcPr marL="0" marR="0" marT="0" marB="0">
                    <a:solidFill>
                      <a:srgbClr val="E7E7E7"/>
                    </a:solidFill>
                  </a:tcPr>
                </a:tc>
                <a:extLst>
                  <a:ext uri="{0D108BD9-81ED-4DB2-BD59-A6C34878D82A}">
                    <a16:rowId xmlns:a16="http://schemas.microsoft.com/office/drawing/2014/main" val="10004"/>
                  </a:ext>
                </a:extLst>
              </a:tr>
            </a:tbl>
          </a:graphicData>
        </a:graphic>
      </p:graphicFrame>
      <p:sp>
        <p:nvSpPr>
          <p:cNvPr id="9" name="Slide Number Placeholder 8">
            <a:extLst>
              <a:ext uri="{FF2B5EF4-FFF2-40B4-BE49-F238E27FC236}">
                <a16:creationId xmlns:a16="http://schemas.microsoft.com/office/drawing/2014/main" id="{3202B413-430F-4C90-7838-B3E62AF6B588}"/>
              </a:ext>
            </a:extLst>
          </p:cNvPr>
          <p:cNvSpPr>
            <a:spLocks noGrp="1"/>
          </p:cNvSpPr>
          <p:nvPr>
            <p:ph type="sldNum" sz="quarter" idx="2"/>
          </p:nvPr>
        </p:nvSpPr>
        <p:spPr/>
        <p:txBody>
          <a:bodyPr/>
          <a:lstStyle/>
          <a:p>
            <a:fld id="{86CB4B4D-7CA3-9044-876B-883B54F8677D}" type="slidenum">
              <a:rPr lang="en-US" smtClean="0"/>
              <a:pPr/>
              <a:t>24</a:t>
            </a:fld>
            <a:r>
              <a:rPr lang="en-US" dirty="0"/>
              <a:t>/33</a:t>
            </a:r>
          </a:p>
        </p:txBody>
      </p:sp>
      <p:sp>
        <p:nvSpPr>
          <p:cNvPr id="10" name="Footer Placeholder 9">
            <a:extLst>
              <a:ext uri="{FF2B5EF4-FFF2-40B4-BE49-F238E27FC236}">
                <a16:creationId xmlns:a16="http://schemas.microsoft.com/office/drawing/2014/main" id="{B20C3CCB-0EF4-059D-3D80-96C1C05E35F7}"/>
              </a:ext>
            </a:extLst>
          </p:cNvPr>
          <p:cNvSpPr>
            <a:spLocks noGrp="1"/>
          </p:cNvSpPr>
          <p:nvPr>
            <p:ph type="ftr" sz="quarter" idx="5"/>
          </p:nvPr>
        </p:nvSpPr>
        <p:spPr/>
        <p:txBody>
          <a:bodyPr/>
          <a:lstStyle/>
          <a:p>
            <a:pPr defTabSz="406400" hangingPunct="0">
              <a:defRPr/>
            </a:pPr>
            <a:r>
              <a:rPr lang="en-US" dirty="0"/>
              <a:t>Week-6</a:t>
            </a:r>
          </a:p>
        </p:txBody>
      </p:sp>
      <p:sp>
        <p:nvSpPr>
          <p:cNvPr id="11" name="Rectangle 10">
            <a:extLst>
              <a:ext uri="{FF2B5EF4-FFF2-40B4-BE49-F238E27FC236}">
                <a16:creationId xmlns:a16="http://schemas.microsoft.com/office/drawing/2014/main" id="{0ADAA467-0BBE-731E-2D64-CC9FFE6BB5D8}"/>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C7D74E5-048A-3599-606C-EC3E6C567BE4}"/>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31DB9A0-E14C-09EF-DBEC-A180A56E0B2A}"/>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89431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31777"/>
            <a:ext cx="9144000" cy="5016500"/>
          </a:xfrm>
          <a:custGeom>
            <a:avLst/>
            <a:gdLst/>
            <a:ahLst/>
            <a:cxnLst/>
            <a:rect l="l" t="t" r="r" b="b"/>
            <a:pathLst>
              <a:path w="9144000" h="5016500">
                <a:moveTo>
                  <a:pt x="0" y="0"/>
                </a:moveTo>
                <a:lnTo>
                  <a:pt x="0" y="5015981"/>
                </a:lnTo>
                <a:lnTo>
                  <a:pt x="9143999" y="5015981"/>
                </a:lnTo>
                <a:lnTo>
                  <a:pt x="9144000" y="0"/>
                </a:lnTo>
                <a:lnTo>
                  <a:pt x="0" y="0"/>
                </a:lnTo>
              </a:path>
            </a:pathLst>
          </a:custGeom>
          <a:solidFill>
            <a:srgbClr val="E7E7E7"/>
          </a:solidFill>
        </p:spPr>
        <p:txBody>
          <a:bodyPr wrap="square" lIns="0" tIns="0" rIns="0" bIns="0" rtlCol="0"/>
          <a:lstStyle/>
          <a:p>
            <a:endParaRPr/>
          </a:p>
        </p:txBody>
      </p:sp>
      <p:sp>
        <p:nvSpPr>
          <p:cNvPr id="3" name="object 3"/>
          <p:cNvSpPr/>
          <p:nvPr/>
        </p:nvSpPr>
        <p:spPr>
          <a:xfrm>
            <a:off x="3043759" y="4687493"/>
            <a:ext cx="6100445" cy="2171065"/>
          </a:xfrm>
          <a:custGeom>
            <a:avLst/>
            <a:gdLst/>
            <a:ahLst/>
            <a:cxnLst/>
            <a:rect l="l" t="t" r="r" b="b"/>
            <a:pathLst>
              <a:path w="6100445" h="2171065">
                <a:moveTo>
                  <a:pt x="6100240" y="0"/>
                </a:moveTo>
                <a:lnTo>
                  <a:pt x="368405" y="0"/>
                </a:lnTo>
                <a:lnTo>
                  <a:pt x="338190" y="1221"/>
                </a:lnTo>
                <a:lnTo>
                  <a:pt x="279873" y="10706"/>
                </a:lnTo>
                <a:lnTo>
                  <a:pt x="225005" y="28951"/>
                </a:lnTo>
                <a:lnTo>
                  <a:pt x="174344" y="55195"/>
                </a:lnTo>
                <a:lnTo>
                  <a:pt x="128650" y="88681"/>
                </a:lnTo>
                <a:lnTo>
                  <a:pt x="88681" y="128650"/>
                </a:lnTo>
                <a:lnTo>
                  <a:pt x="55195" y="174344"/>
                </a:lnTo>
                <a:lnTo>
                  <a:pt x="28951" y="225005"/>
                </a:lnTo>
                <a:lnTo>
                  <a:pt x="10706" y="279873"/>
                </a:lnTo>
                <a:lnTo>
                  <a:pt x="1221" y="338190"/>
                </a:lnTo>
                <a:lnTo>
                  <a:pt x="0" y="368405"/>
                </a:lnTo>
                <a:lnTo>
                  <a:pt x="0" y="1842026"/>
                </a:lnTo>
                <a:lnTo>
                  <a:pt x="4821" y="1901783"/>
                </a:lnTo>
                <a:lnTo>
                  <a:pt x="18781" y="1958471"/>
                </a:lnTo>
                <a:lnTo>
                  <a:pt x="41120" y="2011330"/>
                </a:lnTo>
                <a:lnTo>
                  <a:pt x="71080" y="2059602"/>
                </a:lnTo>
                <a:lnTo>
                  <a:pt x="107903" y="2102528"/>
                </a:lnTo>
                <a:lnTo>
                  <a:pt x="150829" y="2139351"/>
                </a:lnTo>
                <a:lnTo>
                  <a:pt x="199101" y="2169311"/>
                </a:lnTo>
                <a:lnTo>
                  <a:pt x="201644" y="2170506"/>
                </a:lnTo>
                <a:lnTo>
                  <a:pt x="6100240" y="2170506"/>
                </a:lnTo>
                <a:lnTo>
                  <a:pt x="6100240" y="0"/>
                </a:lnTo>
                <a:close/>
              </a:path>
            </a:pathLst>
          </a:custGeom>
          <a:solidFill>
            <a:srgbClr val="E7E7E7"/>
          </a:solidFill>
        </p:spPr>
        <p:txBody>
          <a:bodyPr wrap="square" lIns="0" tIns="0" rIns="0" bIns="0" rtlCol="0"/>
          <a:lstStyle/>
          <a:p>
            <a:endParaRPr/>
          </a:p>
        </p:txBody>
      </p:sp>
      <p:sp>
        <p:nvSpPr>
          <p:cNvPr id="4" name="object 4"/>
          <p:cNvSpPr/>
          <p:nvPr/>
        </p:nvSpPr>
        <p:spPr>
          <a:xfrm>
            <a:off x="0" y="2477060"/>
            <a:ext cx="3975100" cy="4381500"/>
          </a:xfrm>
          <a:custGeom>
            <a:avLst/>
            <a:gdLst/>
            <a:ahLst/>
            <a:cxnLst/>
            <a:rect l="l" t="t" r="r" b="b"/>
            <a:pathLst>
              <a:path w="3975100" h="4381500">
                <a:moveTo>
                  <a:pt x="0" y="4380939"/>
                </a:moveTo>
                <a:lnTo>
                  <a:pt x="3974667" y="4380939"/>
                </a:lnTo>
                <a:lnTo>
                  <a:pt x="3974667" y="0"/>
                </a:lnTo>
                <a:lnTo>
                  <a:pt x="0" y="0"/>
                </a:lnTo>
                <a:lnTo>
                  <a:pt x="0" y="4380939"/>
                </a:lnTo>
              </a:path>
            </a:pathLst>
          </a:custGeom>
          <a:solidFill>
            <a:srgbClr val="E7E7E7"/>
          </a:solidFill>
        </p:spPr>
        <p:txBody>
          <a:bodyPr wrap="square" lIns="0" tIns="0" rIns="0" bIns="0" rtlCol="0"/>
          <a:lstStyle/>
          <a:p>
            <a:endParaRPr/>
          </a:p>
        </p:txBody>
      </p:sp>
      <p:sp>
        <p:nvSpPr>
          <p:cNvPr id="5" name="object 5"/>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6" name="object 6"/>
          <p:cNvSpPr txBox="1"/>
          <p:nvPr/>
        </p:nvSpPr>
        <p:spPr>
          <a:xfrm>
            <a:off x="423227" y="320571"/>
            <a:ext cx="2939415" cy="431800"/>
          </a:xfrm>
          <a:prstGeom prst="rect">
            <a:avLst/>
          </a:prstGeom>
        </p:spPr>
        <p:txBody>
          <a:bodyPr vert="horz" wrap="square" lIns="0" tIns="0" rIns="0" bIns="0" rtlCol="0">
            <a:spAutoFit/>
          </a:bodyPr>
          <a:lstStyle/>
          <a:p>
            <a:pPr marL="12700">
              <a:lnSpc>
                <a:spcPct val="100000"/>
              </a:lnSpc>
            </a:pPr>
            <a:r>
              <a:rPr sz="3200" dirty="0">
                <a:latin typeface="Arial"/>
                <a:cs typeface="Arial"/>
              </a:rPr>
              <a:t>De</a:t>
            </a:r>
            <a:r>
              <a:rPr sz="3200" spc="-15" dirty="0">
                <a:latin typeface="Arial"/>
                <a:cs typeface="Arial"/>
              </a:rPr>
              <a:t>f</a:t>
            </a:r>
            <a:r>
              <a:rPr sz="3200" dirty="0">
                <a:latin typeface="Arial"/>
                <a:cs typeface="Arial"/>
              </a:rPr>
              <a:t>ining</a:t>
            </a:r>
            <a:r>
              <a:rPr sz="3200" spc="-5" dirty="0">
                <a:latin typeface="Arial"/>
                <a:cs typeface="Arial"/>
              </a:rPr>
              <a:t> </a:t>
            </a:r>
            <a:r>
              <a:rPr sz="3200" spc="-30" dirty="0">
                <a:latin typeface="Arial"/>
                <a:cs typeface="Arial"/>
              </a:rPr>
              <a:t>G</a:t>
            </a:r>
            <a:r>
              <a:rPr sz="3200" dirty="0">
                <a:latin typeface="Arial"/>
                <a:cs typeface="Arial"/>
              </a:rPr>
              <a:t>ames</a:t>
            </a:r>
            <a:endParaRPr sz="3200">
              <a:latin typeface="Arial"/>
              <a:cs typeface="Arial"/>
            </a:endParaRPr>
          </a:p>
        </p:txBody>
      </p:sp>
      <p:sp>
        <p:nvSpPr>
          <p:cNvPr id="7" name="object 7"/>
          <p:cNvSpPr/>
          <p:nvPr/>
        </p:nvSpPr>
        <p:spPr>
          <a:xfrm>
            <a:off x="464075" y="1555485"/>
            <a:ext cx="6478811" cy="2271274"/>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444450" y="4195789"/>
            <a:ext cx="6518060" cy="1525624"/>
          </a:xfrm>
          <a:prstGeom prst="rect">
            <a:avLst/>
          </a:prstGeom>
          <a:blipFill>
            <a:blip r:embed="rId4" cstate="print"/>
            <a:stretch>
              <a:fillRect/>
            </a:stretch>
          </a:blipFill>
        </p:spPr>
        <p:txBody>
          <a:bodyPr wrap="square" lIns="0" tIns="0" rIns="0" bIns="0" rtlCol="0"/>
          <a:lstStyle/>
          <a:p>
            <a:endParaRPr/>
          </a:p>
        </p:txBody>
      </p:sp>
      <p:sp>
        <p:nvSpPr>
          <p:cNvPr id="11" name="Slide Number Placeholder 10">
            <a:extLst>
              <a:ext uri="{FF2B5EF4-FFF2-40B4-BE49-F238E27FC236}">
                <a16:creationId xmlns:a16="http://schemas.microsoft.com/office/drawing/2014/main" id="{8E3DEFFB-90EE-3463-DDFE-2DE758CB409C}"/>
              </a:ext>
            </a:extLst>
          </p:cNvPr>
          <p:cNvSpPr>
            <a:spLocks noGrp="1"/>
          </p:cNvSpPr>
          <p:nvPr>
            <p:ph type="sldNum" sz="quarter" idx="2"/>
          </p:nvPr>
        </p:nvSpPr>
        <p:spPr/>
        <p:txBody>
          <a:bodyPr/>
          <a:lstStyle/>
          <a:p>
            <a:fld id="{86CB4B4D-7CA3-9044-876B-883B54F8677D}" type="slidenum">
              <a:rPr lang="en-US" smtClean="0"/>
              <a:pPr/>
              <a:t>25</a:t>
            </a:fld>
            <a:r>
              <a:rPr lang="en-US" dirty="0"/>
              <a:t>/33</a:t>
            </a:r>
          </a:p>
        </p:txBody>
      </p:sp>
      <p:sp>
        <p:nvSpPr>
          <p:cNvPr id="12" name="Footer Placeholder 11">
            <a:extLst>
              <a:ext uri="{FF2B5EF4-FFF2-40B4-BE49-F238E27FC236}">
                <a16:creationId xmlns:a16="http://schemas.microsoft.com/office/drawing/2014/main" id="{A5BE7C92-7739-555C-C8A1-A73D0DE5322C}"/>
              </a:ext>
            </a:extLst>
          </p:cNvPr>
          <p:cNvSpPr>
            <a:spLocks noGrp="1"/>
          </p:cNvSpPr>
          <p:nvPr>
            <p:ph type="ftr" sz="quarter" idx="5"/>
          </p:nvPr>
        </p:nvSpPr>
        <p:spPr/>
        <p:txBody>
          <a:bodyPr/>
          <a:lstStyle/>
          <a:p>
            <a:pPr defTabSz="406400" hangingPunct="0">
              <a:defRPr/>
            </a:pPr>
            <a:r>
              <a:rPr lang="en-US" dirty="0"/>
              <a:t>Week-6</a:t>
            </a:r>
          </a:p>
        </p:txBody>
      </p:sp>
      <p:sp>
        <p:nvSpPr>
          <p:cNvPr id="13" name="Rectangle 12">
            <a:extLst>
              <a:ext uri="{FF2B5EF4-FFF2-40B4-BE49-F238E27FC236}">
                <a16:creationId xmlns:a16="http://schemas.microsoft.com/office/drawing/2014/main" id="{D237F52C-D1D3-A989-F570-EFF1144B6438}"/>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rPr>
              <a:t>   FIT5226-S2-2024</a:t>
            </a:r>
            <a:endParaRPr lang="en-US" b="1" dirty="0">
              <a:solidFill>
                <a:schemeClr val="tx1"/>
              </a:solidFill>
            </a:endParaRPr>
          </a:p>
        </p:txBody>
      </p:sp>
      <p:sp>
        <p:nvSpPr>
          <p:cNvPr id="14" name="Rectangle 13">
            <a:extLst>
              <a:ext uri="{FF2B5EF4-FFF2-40B4-BE49-F238E27FC236}">
                <a16:creationId xmlns:a16="http://schemas.microsoft.com/office/drawing/2014/main" id="{03234103-14F2-B4A0-A104-D5DFB0C0E8C7}"/>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5364E58-7174-8C3F-3412-42DBA5A84DE4}"/>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642D2E12-387D-21E3-8E9D-10DCED5539FB}"/>
              </a:ext>
            </a:extLst>
          </p:cNvPr>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2" name="object 6">
            <a:extLst>
              <a:ext uri="{FF2B5EF4-FFF2-40B4-BE49-F238E27FC236}">
                <a16:creationId xmlns:a16="http://schemas.microsoft.com/office/drawing/2014/main" id="{E451CF5C-EA5F-0870-65D1-DA0480E7F042}"/>
              </a:ext>
            </a:extLst>
          </p:cNvPr>
          <p:cNvSpPr txBox="1"/>
          <p:nvPr/>
        </p:nvSpPr>
        <p:spPr>
          <a:xfrm>
            <a:off x="512446" y="457672"/>
            <a:ext cx="3745229" cy="431800"/>
          </a:xfrm>
          <a:prstGeom prst="rect">
            <a:avLst/>
          </a:prstGeom>
        </p:spPr>
        <p:txBody>
          <a:bodyPr vert="horz" wrap="square" lIns="0" tIns="0" rIns="0" bIns="0" rtlCol="0">
            <a:spAutoFit/>
          </a:bodyPr>
          <a:lstStyle/>
          <a:p>
            <a:pPr marL="12700">
              <a:lnSpc>
                <a:spcPct val="100000"/>
              </a:lnSpc>
            </a:pPr>
            <a:r>
              <a:rPr sz="3200" spc="-30" dirty="0">
                <a:latin typeface="Arial"/>
                <a:cs typeface="Arial"/>
              </a:rPr>
              <a:t>G</a:t>
            </a:r>
            <a:r>
              <a:rPr sz="3200" spc="-20" dirty="0">
                <a:latin typeface="Arial"/>
                <a:cs typeface="Arial"/>
              </a:rPr>
              <a:t>T</a:t>
            </a:r>
            <a:r>
              <a:rPr sz="3200" spc="-60" dirty="0">
                <a:latin typeface="Arial"/>
                <a:cs typeface="Arial"/>
              </a:rPr>
              <a:t> </a:t>
            </a:r>
            <a:r>
              <a:rPr sz="3200" dirty="0">
                <a:latin typeface="Arial"/>
                <a:cs typeface="Arial"/>
              </a:rPr>
              <a:t>-</a:t>
            </a:r>
            <a:r>
              <a:rPr sz="3200" spc="-5" dirty="0">
                <a:latin typeface="Arial"/>
                <a:cs typeface="Arial"/>
              </a:rPr>
              <a:t> </a:t>
            </a:r>
            <a:r>
              <a:rPr sz="3200" dirty="0">
                <a:latin typeface="Arial"/>
                <a:cs typeface="Arial"/>
              </a:rPr>
              <a:t>RL</a:t>
            </a:r>
            <a:r>
              <a:rPr sz="3200" spc="-180" dirty="0">
                <a:latin typeface="Arial"/>
                <a:cs typeface="Arial"/>
              </a:rPr>
              <a:t> </a:t>
            </a:r>
            <a:r>
              <a:rPr sz="3200" spc="-375" dirty="0">
                <a:latin typeface="Arial"/>
                <a:cs typeface="Arial"/>
              </a:rPr>
              <a:t>T</a:t>
            </a:r>
            <a:r>
              <a:rPr sz="3200" dirty="0">
                <a:latin typeface="Arial"/>
                <a:cs typeface="Arial"/>
              </a:rPr>
              <a:t>erminology</a:t>
            </a:r>
          </a:p>
        </p:txBody>
      </p:sp>
      <p:graphicFrame>
        <p:nvGraphicFramePr>
          <p:cNvPr id="3" name="object 7">
            <a:extLst>
              <a:ext uri="{FF2B5EF4-FFF2-40B4-BE49-F238E27FC236}">
                <a16:creationId xmlns:a16="http://schemas.microsoft.com/office/drawing/2014/main" id="{0C790036-2362-31FF-ED3E-E46EF4650510}"/>
              </a:ext>
            </a:extLst>
          </p:cNvPr>
          <p:cNvGraphicFramePr>
            <a:graphicFrameLocks noGrp="1"/>
          </p:cNvGraphicFramePr>
          <p:nvPr>
            <p:extLst>
              <p:ext uri="{D42A27DB-BD31-4B8C-83A1-F6EECF244321}">
                <p14:modId xmlns:p14="http://schemas.microsoft.com/office/powerpoint/2010/main" val="345924897"/>
              </p:ext>
            </p:extLst>
          </p:nvPr>
        </p:nvGraphicFramePr>
        <p:xfrm>
          <a:off x="1066800" y="2362200"/>
          <a:ext cx="6676749" cy="2608260"/>
        </p:xfrm>
        <a:graphic>
          <a:graphicData uri="http://schemas.openxmlformats.org/drawingml/2006/table">
            <a:tbl>
              <a:tblPr firstRow="1" bandRow="1">
                <a:tableStyleId>{2D5ABB26-0587-4C30-8999-92F81FD0307C}</a:tableStyleId>
              </a:tblPr>
              <a:tblGrid>
                <a:gridCol w="3338374">
                  <a:extLst>
                    <a:ext uri="{9D8B030D-6E8A-4147-A177-3AD203B41FA5}">
                      <a16:colId xmlns:a16="http://schemas.microsoft.com/office/drawing/2014/main" val="20000"/>
                    </a:ext>
                  </a:extLst>
                </a:gridCol>
                <a:gridCol w="3338375">
                  <a:extLst>
                    <a:ext uri="{9D8B030D-6E8A-4147-A177-3AD203B41FA5}">
                      <a16:colId xmlns:a16="http://schemas.microsoft.com/office/drawing/2014/main" val="20001"/>
                    </a:ext>
                  </a:extLst>
                </a:gridCol>
              </a:tblGrid>
              <a:tr h="521652">
                <a:tc>
                  <a:txBody>
                    <a:bodyPr/>
                    <a:lstStyle/>
                    <a:p>
                      <a:pPr marL="63500" algn="ctr">
                        <a:lnSpc>
                          <a:spcPct val="100000"/>
                        </a:lnSpc>
                      </a:pPr>
                      <a:r>
                        <a:rPr sz="1800" b="1" dirty="0">
                          <a:latin typeface="Arial"/>
                          <a:cs typeface="Arial"/>
                        </a:rPr>
                        <a:t>Game Theory</a:t>
                      </a:r>
                      <a:endParaRPr sz="1800" dirty="0">
                        <a:latin typeface="Arial"/>
                        <a:cs typeface="Arial"/>
                      </a:endParaRPr>
                    </a:p>
                  </a:txBody>
                  <a:tcPr marL="0" marR="0" marT="0" marB="0" anchor="ctr">
                    <a:lnL w="12700">
                      <a:solidFill>
                        <a:srgbClr val="164F86"/>
                      </a:solidFill>
                      <a:prstDash val="solid"/>
                    </a:lnL>
                    <a:lnR w="12700">
                      <a:solidFill>
                        <a:srgbClr val="164F86"/>
                      </a:solidFill>
                      <a:prstDash val="solid"/>
                    </a:lnR>
                    <a:lnT w="12700">
                      <a:solidFill>
                        <a:srgbClr val="164F86"/>
                      </a:solidFill>
                      <a:prstDash val="solid"/>
                    </a:lnT>
                    <a:lnB w="12700">
                      <a:solidFill>
                        <a:srgbClr val="164F86"/>
                      </a:solidFill>
                      <a:prstDash val="solid"/>
                    </a:lnB>
                    <a:solidFill>
                      <a:srgbClr val="A6AAA9"/>
                    </a:solidFill>
                  </a:tcPr>
                </a:tc>
                <a:tc>
                  <a:txBody>
                    <a:bodyPr/>
                    <a:lstStyle/>
                    <a:p>
                      <a:pPr marL="63500" algn="ctr">
                        <a:lnSpc>
                          <a:spcPct val="100000"/>
                        </a:lnSpc>
                      </a:pPr>
                      <a:r>
                        <a:rPr sz="1800" b="1" dirty="0">
                          <a:latin typeface="Arial"/>
                          <a:cs typeface="Arial"/>
                        </a:rPr>
                        <a:t>Reinfo</a:t>
                      </a:r>
                      <a:r>
                        <a:rPr sz="1800" b="1" spc="-35" dirty="0">
                          <a:latin typeface="Arial"/>
                          <a:cs typeface="Arial"/>
                        </a:rPr>
                        <a:t>r</a:t>
                      </a:r>
                      <a:r>
                        <a:rPr sz="1800" b="1" dirty="0">
                          <a:latin typeface="Arial"/>
                          <a:cs typeface="Arial"/>
                        </a:rPr>
                        <a:t>cement Lea</a:t>
                      </a:r>
                      <a:r>
                        <a:rPr sz="1800" b="1" spc="30" dirty="0">
                          <a:latin typeface="Arial"/>
                          <a:cs typeface="Arial"/>
                        </a:rPr>
                        <a:t>r</a:t>
                      </a:r>
                      <a:r>
                        <a:rPr sz="1800" b="1" dirty="0">
                          <a:latin typeface="Arial"/>
                          <a:cs typeface="Arial"/>
                        </a:rPr>
                        <a:t>ning</a:t>
                      </a:r>
                      <a:endParaRPr sz="1800" dirty="0">
                        <a:latin typeface="Arial"/>
                        <a:cs typeface="Arial"/>
                      </a:endParaRPr>
                    </a:p>
                  </a:txBody>
                  <a:tcPr marL="0" marR="0" marT="0" marB="0" anchor="ctr">
                    <a:lnL w="12700">
                      <a:solidFill>
                        <a:srgbClr val="164F86"/>
                      </a:solidFill>
                      <a:prstDash val="solid"/>
                    </a:lnL>
                    <a:lnR w="12700">
                      <a:solidFill>
                        <a:srgbClr val="164F86"/>
                      </a:solidFill>
                      <a:prstDash val="solid"/>
                    </a:lnR>
                    <a:lnT w="12700">
                      <a:solidFill>
                        <a:srgbClr val="164F86"/>
                      </a:solidFill>
                      <a:prstDash val="solid"/>
                    </a:lnT>
                    <a:lnB w="12700">
                      <a:solidFill>
                        <a:srgbClr val="164F86"/>
                      </a:solidFill>
                      <a:prstDash val="solid"/>
                    </a:lnB>
                    <a:solidFill>
                      <a:srgbClr val="A6AAA9"/>
                    </a:solidFill>
                  </a:tcPr>
                </a:tc>
                <a:extLst>
                  <a:ext uri="{0D108BD9-81ED-4DB2-BD59-A6C34878D82A}">
                    <a16:rowId xmlns:a16="http://schemas.microsoft.com/office/drawing/2014/main" val="10000"/>
                  </a:ext>
                </a:extLst>
              </a:tr>
              <a:tr h="521652">
                <a:tc>
                  <a:txBody>
                    <a:bodyPr/>
                    <a:lstStyle/>
                    <a:p>
                      <a:pPr marL="63500" algn="ctr">
                        <a:lnSpc>
                          <a:spcPct val="100000"/>
                        </a:lnSpc>
                      </a:pPr>
                      <a:r>
                        <a:rPr sz="1800" dirty="0">
                          <a:latin typeface="Arial"/>
                          <a:cs typeface="Arial"/>
                        </a:rPr>
                        <a:t>Player</a:t>
                      </a:r>
                    </a:p>
                  </a:txBody>
                  <a:tcPr marL="0" marR="0" marT="0" marB="0" anchor="ctr">
                    <a:lnL w="12700">
                      <a:solidFill>
                        <a:srgbClr val="164F86"/>
                      </a:solidFill>
                      <a:prstDash val="solid"/>
                    </a:lnL>
                    <a:lnR w="12700">
                      <a:solidFill>
                        <a:srgbClr val="164F86"/>
                      </a:solidFill>
                      <a:prstDash val="solid"/>
                    </a:lnR>
                    <a:lnT w="12700">
                      <a:solidFill>
                        <a:srgbClr val="164F86"/>
                      </a:solidFill>
                      <a:prstDash val="solid"/>
                    </a:lnT>
                    <a:lnB w="12700">
                      <a:solidFill>
                        <a:srgbClr val="164F86"/>
                      </a:solidFill>
                      <a:prstDash val="solid"/>
                    </a:lnB>
                    <a:solidFill>
                      <a:srgbClr val="A6AAA9"/>
                    </a:solidFill>
                  </a:tcPr>
                </a:tc>
                <a:tc>
                  <a:txBody>
                    <a:bodyPr/>
                    <a:lstStyle/>
                    <a:p>
                      <a:pPr marL="63500" algn="ctr">
                        <a:lnSpc>
                          <a:spcPct val="100000"/>
                        </a:lnSpc>
                      </a:pPr>
                      <a:r>
                        <a:rPr sz="1800" dirty="0">
                          <a:latin typeface="Arial"/>
                          <a:cs typeface="Arial"/>
                        </a:rPr>
                        <a:t>Agent</a:t>
                      </a:r>
                      <a:endParaRPr sz="1800">
                        <a:latin typeface="Arial"/>
                        <a:cs typeface="Arial"/>
                      </a:endParaRPr>
                    </a:p>
                  </a:txBody>
                  <a:tcPr marL="0" marR="0" marT="0" marB="0" anchor="ctr">
                    <a:lnL w="12700">
                      <a:solidFill>
                        <a:srgbClr val="164F86"/>
                      </a:solidFill>
                      <a:prstDash val="solid"/>
                    </a:lnL>
                    <a:lnR w="12700">
                      <a:solidFill>
                        <a:srgbClr val="164F86"/>
                      </a:solidFill>
                      <a:prstDash val="solid"/>
                    </a:lnR>
                    <a:lnT w="12700">
                      <a:solidFill>
                        <a:srgbClr val="164F86"/>
                      </a:solidFill>
                      <a:prstDash val="solid"/>
                    </a:lnT>
                    <a:lnB w="12700">
                      <a:solidFill>
                        <a:srgbClr val="164F86"/>
                      </a:solidFill>
                      <a:prstDash val="solid"/>
                    </a:lnB>
                    <a:solidFill>
                      <a:srgbClr val="A6AAA9"/>
                    </a:solidFill>
                  </a:tcPr>
                </a:tc>
                <a:extLst>
                  <a:ext uri="{0D108BD9-81ED-4DB2-BD59-A6C34878D82A}">
                    <a16:rowId xmlns:a16="http://schemas.microsoft.com/office/drawing/2014/main" val="10001"/>
                  </a:ext>
                </a:extLst>
              </a:tr>
              <a:tr h="521652">
                <a:tc>
                  <a:txBody>
                    <a:bodyPr/>
                    <a:lstStyle/>
                    <a:p>
                      <a:pPr marL="63500" algn="ctr">
                        <a:lnSpc>
                          <a:spcPct val="100000"/>
                        </a:lnSpc>
                      </a:pPr>
                      <a:r>
                        <a:rPr sz="1800" dirty="0">
                          <a:latin typeface="Arial"/>
                          <a:cs typeface="Arial"/>
                        </a:rPr>
                        <a:t>Action</a:t>
                      </a:r>
                    </a:p>
                  </a:txBody>
                  <a:tcPr marL="0" marR="0" marT="0" marB="0" anchor="ctr">
                    <a:lnL w="12700">
                      <a:solidFill>
                        <a:srgbClr val="164F86"/>
                      </a:solidFill>
                      <a:prstDash val="solid"/>
                    </a:lnL>
                    <a:lnR w="12700">
                      <a:solidFill>
                        <a:srgbClr val="164F86"/>
                      </a:solidFill>
                      <a:prstDash val="solid"/>
                    </a:lnR>
                    <a:lnT w="12700">
                      <a:solidFill>
                        <a:srgbClr val="164F86"/>
                      </a:solidFill>
                      <a:prstDash val="solid"/>
                    </a:lnT>
                    <a:lnB w="12700">
                      <a:solidFill>
                        <a:srgbClr val="164F86"/>
                      </a:solidFill>
                      <a:prstDash val="solid"/>
                    </a:lnB>
                    <a:solidFill>
                      <a:srgbClr val="A6AAA9"/>
                    </a:solidFill>
                  </a:tcPr>
                </a:tc>
                <a:tc>
                  <a:txBody>
                    <a:bodyPr/>
                    <a:lstStyle/>
                    <a:p>
                      <a:pPr marL="63500" algn="ctr">
                        <a:lnSpc>
                          <a:spcPct val="100000"/>
                        </a:lnSpc>
                      </a:pPr>
                      <a:r>
                        <a:rPr sz="1800" dirty="0">
                          <a:latin typeface="Arial"/>
                          <a:cs typeface="Arial"/>
                        </a:rPr>
                        <a:t>Action</a:t>
                      </a:r>
                    </a:p>
                  </a:txBody>
                  <a:tcPr marL="0" marR="0" marT="0" marB="0" anchor="ctr">
                    <a:lnL w="12700">
                      <a:solidFill>
                        <a:srgbClr val="164F86"/>
                      </a:solidFill>
                      <a:prstDash val="solid"/>
                    </a:lnL>
                    <a:lnR w="12700">
                      <a:solidFill>
                        <a:srgbClr val="164F86"/>
                      </a:solidFill>
                      <a:prstDash val="solid"/>
                    </a:lnR>
                    <a:lnT w="12700">
                      <a:solidFill>
                        <a:srgbClr val="164F86"/>
                      </a:solidFill>
                      <a:prstDash val="solid"/>
                    </a:lnT>
                    <a:lnB w="12700">
                      <a:solidFill>
                        <a:srgbClr val="164F86"/>
                      </a:solidFill>
                      <a:prstDash val="solid"/>
                    </a:lnB>
                    <a:solidFill>
                      <a:srgbClr val="A6AAA9"/>
                    </a:solidFill>
                  </a:tcPr>
                </a:tc>
                <a:extLst>
                  <a:ext uri="{0D108BD9-81ED-4DB2-BD59-A6C34878D82A}">
                    <a16:rowId xmlns:a16="http://schemas.microsoft.com/office/drawing/2014/main" val="10002"/>
                  </a:ext>
                </a:extLst>
              </a:tr>
              <a:tr h="521652">
                <a:tc>
                  <a:txBody>
                    <a:bodyPr/>
                    <a:lstStyle/>
                    <a:p>
                      <a:pPr marL="63500" algn="ctr">
                        <a:lnSpc>
                          <a:spcPct val="100000"/>
                        </a:lnSpc>
                      </a:pPr>
                      <a:r>
                        <a:rPr sz="1800" dirty="0">
                          <a:latin typeface="Arial"/>
                          <a:cs typeface="Arial"/>
                        </a:rPr>
                        <a:t>Payoﬀ</a:t>
                      </a:r>
                      <a:endParaRPr sz="1800">
                        <a:latin typeface="Arial"/>
                        <a:cs typeface="Arial"/>
                      </a:endParaRPr>
                    </a:p>
                  </a:txBody>
                  <a:tcPr marL="0" marR="0" marT="0" marB="0" anchor="ctr">
                    <a:lnL w="12700">
                      <a:solidFill>
                        <a:srgbClr val="164F86"/>
                      </a:solidFill>
                      <a:prstDash val="solid"/>
                    </a:lnL>
                    <a:lnR w="12700">
                      <a:solidFill>
                        <a:srgbClr val="164F86"/>
                      </a:solidFill>
                      <a:prstDash val="solid"/>
                    </a:lnR>
                    <a:lnT w="12700">
                      <a:solidFill>
                        <a:srgbClr val="164F86"/>
                      </a:solidFill>
                      <a:prstDash val="solid"/>
                    </a:lnT>
                    <a:lnB w="12700">
                      <a:solidFill>
                        <a:srgbClr val="164F86"/>
                      </a:solidFill>
                      <a:prstDash val="solid"/>
                    </a:lnB>
                    <a:solidFill>
                      <a:srgbClr val="A6AAA9"/>
                    </a:solidFill>
                  </a:tcPr>
                </a:tc>
                <a:tc>
                  <a:txBody>
                    <a:bodyPr/>
                    <a:lstStyle/>
                    <a:p>
                      <a:pPr marL="63500" algn="ctr">
                        <a:lnSpc>
                          <a:spcPct val="100000"/>
                        </a:lnSpc>
                      </a:pPr>
                      <a:r>
                        <a:rPr sz="1800" dirty="0">
                          <a:latin typeface="Arial"/>
                          <a:cs typeface="Arial"/>
                        </a:rPr>
                        <a:t>Rewa</a:t>
                      </a:r>
                      <a:r>
                        <a:rPr sz="1800" spc="-35" dirty="0">
                          <a:latin typeface="Arial"/>
                          <a:cs typeface="Arial"/>
                        </a:rPr>
                        <a:t>r</a:t>
                      </a:r>
                      <a:r>
                        <a:rPr sz="1800" dirty="0">
                          <a:latin typeface="Arial"/>
                          <a:cs typeface="Arial"/>
                        </a:rPr>
                        <a:t>d</a:t>
                      </a:r>
                    </a:p>
                  </a:txBody>
                  <a:tcPr marL="0" marR="0" marT="0" marB="0" anchor="ctr">
                    <a:lnL w="12700">
                      <a:solidFill>
                        <a:srgbClr val="164F86"/>
                      </a:solidFill>
                      <a:prstDash val="solid"/>
                    </a:lnL>
                    <a:lnR w="12700">
                      <a:solidFill>
                        <a:srgbClr val="164F86"/>
                      </a:solidFill>
                      <a:prstDash val="solid"/>
                    </a:lnR>
                    <a:lnT w="12700">
                      <a:solidFill>
                        <a:srgbClr val="164F86"/>
                      </a:solidFill>
                      <a:prstDash val="solid"/>
                    </a:lnT>
                    <a:lnB w="12700">
                      <a:solidFill>
                        <a:srgbClr val="164F86"/>
                      </a:solidFill>
                      <a:prstDash val="solid"/>
                    </a:lnB>
                    <a:solidFill>
                      <a:srgbClr val="A6AAA9"/>
                    </a:solidFill>
                  </a:tcPr>
                </a:tc>
                <a:extLst>
                  <a:ext uri="{0D108BD9-81ED-4DB2-BD59-A6C34878D82A}">
                    <a16:rowId xmlns:a16="http://schemas.microsoft.com/office/drawing/2014/main" val="10003"/>
                  </a:ext>
                </a:extLst>
              </a:tr>
              <a:tr h="521652">
                <a:tc>
                  <a:txBody>
                    <a:bodyPr/>
                    <a:lstStyle/>
                    <a:p>
                      <a:pPr marL="63500" algn="ctr">
                        <a:lnSpc>
                          <a:spcPct val="100000"/>
                        </a:lnSpc>
                      </a:pPr>
                      <a:r>
                        <a:rPr sz="1800" dirty="0">
                          <a:latin typeface="Arial"/>
                          <a:cs typeface="Arial"/>
                        </a:rPr>
                        <a:t>Strategy</a:t>
                      </a:r>
                    </a:p>
                  </a:txBody>
                  <a:tcPr marL="0" marR="0" marT="0" marB="0" anchor="ctr">
                    <a:lnL w="12700">
                      <a:solidFill>
                        <a:srgbClr val="164F86"/>
                      </a:solidFill>
                      <a:prstDash val="solid"/>
                    </a:lnL>
                    <a:lnR w="12700">
                      <a:solidFill>
                        <a:srgbClr val="164F86"/>
                      </a:solidFill>
                      <a:prstDash val="solid"/>
                    </a:lnR>
                    <a:lnT w="12700">
                      <a:solidFill>
                        <a:srgbClr val="164F86"/>
                      </a:solidFill>
                      <a:prstDash val="solid"/>
                    </a:lnT>
                    <a:lnB w="12700">
                      <a:solidFill>
                        <a:srgbClr val="164F86"/>
                      </a:solidFill>
                      <a:prstDash val="solid"/>
                    </a:lnB>
                    <a:solidFill>
                      <a:srgbClr val="A6AAA9"/>
                    </a:solidFill>
                  </a:tcPr>
                </a:tc>
                <a:tc>
                  <a:txBody>
                    <a:bodyPr/>
                    <a:lstStyle/>
                    <a:p>
                      <a:pPr marL="63500" algn="ctr">
                        <a:lnSpc>
                          <a:spcPct val="100000"/>
                        </a:lnSpc>
                      </a:pPr>
                      <a:r>
                        <a:rPr sz="1800" dirty="0">
                          <a:latin typeface="Arial"/>
                          <a:cs typeface="Arial"/>
                        </a:rPr>
                        <a:t>Policy</a:t>
                      </a:r>
                    </a:p>
                  </a:txBody>
                  <a:tcPr marL="0" marR="0" marT="0" marB="0" anchor="ctr">
                    <a:lnL w="12700">
                      <a:solidFill>
                        <a:srgbClr val="164F86"/>
                      </a:solidFill>
                      <a:prstDash val="solid"/>
                    </a:lnL>
                    <a:lnR w="12700">
                      <a:solidFill>
                        <a:srgbClr val="164F86"/>
                      </a:solidFill>
                      <a:prstDash val="solid"/>
                    </a:lnR>
                    <a:lnT w="12700">
                      <a:solidFill>
                        <a:srgbClr val="164F86"/>
                      </a:solidFill>
                      <a:prstDash val="solid"/>
                    </a:lnT>
                    <a:lnB w="12700">
                      <a:solidFill>
                        <a:srgbClr val="164F86"/>
                      </a:solidFill>
                      <a:prstDash val="solid"/>
                    </a:lnB>
                    <a:solidFill>
                      <a:srgbClr val="A6AAA9"/>
                    </a:solidFill>
                  </a:tcPr>
                </a:tc>
                <a:extLst>
                  <a:ext uri="{0D108BD9-81ED-4DB2-BD59-A6C34878D82A}">
                    <a16:rowId xmlns:a16="http://schemas.microsoft.com/office/drawing/2014/main" val="10004"/>
                  </a:ext>
                </a:extLst>
              </a:tr>
            </a:tbl>
          </a:graphicData>
        </a:graphic>
      </p:graphicFrame>
      <p:sp>
        <p:nvSpPr>
          <p:cNvPr id="7" name="Slide Number Placeholder 6">
            <a:extLst>
              <a:ext uri="{FF2B5EF4-FFF2-40B4-BE49-F238E27FC236}">
                <a16:creationId xmlns:a16="http://schemas.microsoft.com/office/drawing/2014/main" id="{BFCD304D-DC0F-B8B1-4B71-CD3988DC9B4E}"/>
              </a:ext>
            </a:extLst>
          </p:cNvPr>
          <p:cNvSpPr>
            <a:spLocks noGrp="1"/>
          </p:cNvSpPr>
          <p:nvPr>
            <p:ph type="sldNum" sz="quarter" idx="2"/>
          </p:nvPr>
        </p:nvSpPr>
        <p:spPr/>
        <p:txBody>
          <a:bodyPr/>
          <a:lstStyle/>
          <a:p>
            <a:fld id="{86CB4B4D-7CA3-9044-876B-883B54F8677D}" type="slidenum">
              <a:rPr lang="en-US" smtClean="0"/>
              <a:pPr/>
              <a:t>26</a:t>
            </a:fld>
            <a:r>
              <a:rPr lang="en-US" dirty="0"/>
              <a:t>/33</a:t>
            </a:r>
          </a:p>
        </p:txBody>
      </p:sp>
      <p:sp>
        <p:nvSpPr>
          <p:cNvPr id="8" name="Footer Placeholder 7">
            <a:extLst>
              <a:ext uri="{FF2B5EF4-FFF2-40B4-BE49-F238E27FC236}">
                <a16:creationId xmlns:a16="http://schemas.microsoft.com/office/drawing/2014/main" id="{202DBD0E-EE45-BE3A-4F0A-1451725A0BE9}"/>
              </a:ext>
            </a:extLst>
          </p:cNvPr>
          <p:cNvSpPr>
            <a:spLocks noGrp="1"/>
          </p:cNvSpPr>
          <p:nvPr>
            <p:ph type="ftr" sz="quarter" idx="5"/>
          </p:nvPr>
        </p:nvSpPr>
        <p:spPr/>
        <p:txBody>
          <a:bodyPr/>
          <a:lstStyle/>
          <a:p>
            <a:pPr defTabSz="406400" hangingPunct="0">
              <a:defRPr/>
            </a:pPr>
            <a:r>
              <a:rPr lang="en-US" dirty="0"/>
              <a:t>Week-6</a:t>
            </a:r>
          </a:p>
        </p:txBody>
      </p:sp>
      <p:sp>
        <p:nvSpPr>
          <p:cNvPr id="9" name="Rectangle 8">
            <a:extLst>
              <a:ext uri="{FF2B5EF4-FFF2-40B4-BE49-F238E27FC236}">
                <a16:creationId xmlns:a16="http://schemas.microsoft.com/office/drawing/2014/main" id="{0024E949-61AB-1268-17F2-40F4EAADE59F}"/>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p:txBody>
      </p:sp>
      <p:sp>
        <p:nvSpPr>
          <p:cNvPr id="10" name="Rectangle 9">
            <a:extLst>
              <a:ext uri="{FF2B5EF4-FFF2-40B4-BE49-F238E27FC236}">
                <a16:creationId xmlns:a16="http://schemas.microsoft.com/office/drawing/2014/main" id="{56AED85E-0FC2-5A51-37C7-15D268E74E7D}"/>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732430A-83FB-A380-4C30-D90C96219CB6}"/>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65553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031777"/>
            <a:ext cx="9144000" cy="5016500"/>
          </a:xfrm>
          <a:custGeom>
            <a:avLst/>
            <a:gdLst/>
            <a:ahLst/>
            <a:cxnLst/>
            <a:rect l="l" t="t" r="r" b="b"/>
            <a:pathLst>
              <a:path w="9144000" h="5016500">
                <a:moveTo>
                  <a:pt x="0" y="0"/>
                </a:moveTo>
                <a:lnTo>
                  <a:pt x="0" y="5015981"/>
                </a:lnTo>
                <a:lnTo>
                  <a:pt x="9143999" y="5015981"/>
                </a:lnTo>
                <a:lnTo>
                  <a:pt x="9144000" y="0"/>
                </a:lnTo>
                <a:lnTo>
                  <a:pt x="0" y="0"/>
                </a:lnTo>
              </a:path>
            </a:pathLst>
          </a:custGeom>
          <a:solidFill>
            <a:srgbClr val="E7E7E7"/>
          </a:solidFill>
        </p:spPr>
        <p:txBody>
          <a:bodyPr wrap="square" lIns="0" tIns="0" rIns="0" bIns="0" rtlCol="0"/>
          <a:lstStyle/>
          <a:p>
            <a:endParaRPr/>
          </a:p>
        </p:txBody>
      </p:sp>
      <p:sp>
        <p:nvSpPr>
          <p:cNvPr id="3" name="object 3"/>
          <p:cNvSpPr/>
          <p:nvPr/>
        </p:nvSpPr>
        <p:spPr>
          <a:xfrm>
            <a:off x="3043759" y="4687493"/>
            <a:ext cx="6100445" cy="2171065"/>
          </a:xfrm>
          <a:custGeom>
            <a:avLst/>
            <a:gdLst/>
            <a:ahLst/>
            <a:cxnLst/>
            <a:rect l="l" t="t" r="r" b="b"/>
            <a:pathLst>
              <a:path w="6100445" h="2171065">
                <a:moveTo>
                  <a:pt x="6100240" y="0"/>
                </a:moveTo>
                <a:lnTo>
                  <a:pt x="368405" y="0"/>
                </a:lnTo>
                <a:lnTo>
                  <a:pt x="338190" y="1221"/>
                </a:lnTo>
                <a:lnTo>
                  <a:pt x="279873" y="10706"/>
                </a:lnTo>
                <a:lnTo>
                  <a:pt x="225005" y="28951"/>
                </a:lnTo>
                <a:lnTo>
                  <a:pt x="174344" y="55195"/>
                </a:lnTo>
                <a:lnTo>
                  <a:pt x="128650" y="88681"/>
                </a:lnTo>
                <a:lnTo>
                  <a:pt x="88681" y="128650"/>
                </a:lnTo>
                <a:lnTo>
                  <a:pt x="55195" y="174344"/>
                </a:lnTo>
                <a:lnTo>
                  <a:pt x="28951" y="225005"/>
                </a:lnTo>
                <a:lnTo>
                  <a:pt x="10706" y="279873"/>
                </a:lnTo>
                <a:lnTo>
                  <a:pt x="1221" y="338190"/>
                </a:lnTo>
                <a:lnTo>
                  <a:pt x="0" y="368405"/>
                </a:lnTo>
                <a:lnTo>
                  <a:pt x="0" y="1842026"/>
                </a:lnTo>
                <a:lnTo>
                  <a:pt x="4821" y="1901783"/>
                </a:lnTo>
                <a:lnTo>
                  <a:pt x="18781" y="1958471"/>
                </a:lnTo>
                <a:lnTo>
                  <a:pt x="41120" y="2011330"/>
                </a:lnTo>
                <a:lnTo>
                  <a:pt x="71080" y="2059602"/>
                </a:lnTo>
                <a:lnTo>
                  <a:pt x="107903" y="2102528"/>
                </a:lnTo>
                <a:lnTo>
                  <a:pt x="150829" y="2139351"/>
                </a:lnTo>
                <a:lnTo>
                  <a:pt x="199101" y="2169311"/>
                </a:lnTo>
                <a:lnTo>
                  <a:pt x="201644" y="2170506"/>
                </a:lnTo>
                <a:lnTo>
                  <a:pt x="6100240" y="2170506"/>
                </a:lnTo>
                <a:lnTo>
                  <a:pt x="6100240" y="0"/>
                </a:lnTo>
                <a:close/>
              </a:path>
            </a:pathLst>
          </a:custGeom>
          <a:solidFill>
            <a:srgbClr val="E7E7E7"/>
          </a:solidFill>
        </p:spPr>
        <p:txBody>
          <a:bodyPr wrap="square" lIns="0" tIns="0" rIns="0" bIns="0" rtlCol="0"/>
          <a:lstStyle/>
          <a:p>
            <a:endParaRPr/>
          </a:p>
        </p:txBody>
      </p:sp>
      <p:sp>
        <p:nvSpPr>
          <p:cNvPr id="4" name="object 4"/>
          <p:cNvSpPr/>
          <p:nvPr/>
        </p:nvSpPr>
        <p:spPr>
          <a:xfrm>
            <a:off x="0" y="2477060"/>
            <a:ext cx="3975100" cy="4381500"/>
          </a:xfrm>
          <a:custGeom>
            <a:avLst/>
            <a:gdLst/>
            <a:ahLst/>
            <a:cxnLst/>
            <a:rect l="l" t="t" r="r" b="b"/>
            <a:pathLst>
              <a:path w="3975100" h="4381500">
                <a:moveTo>
                  <a:pt x="0" y="4380939"/>
                </a:moveTo>
                <a:lnTo>
                  <a:pt x="3974667" y="4380939"/>
                </a:lnTo>
                <a:lnTo>
                  <a:pt x="3974667" y="0"/>
                </a:lnTo>
                <a:lnTo>
                  <a:pt x="0" y="0"/>
                </a:lnTo>
                <a:lnTo>
                  <a:pt x="0" y="4380939"/>
                </a:lnTo>
              </a:path>
            </a:pathLst>
          </a:custGeom>
          <a:solidFill>
            <a:srgbClr val="E7E7E7"/>
          </a:solidFill>
        </p:spPr>
        <p:txBody>
          <a:bodyPr wrap="square" lIns="0" tIns="0" rIns="0" bIns="0" rtlCol="0"/>
          <a:lstStyle/>
          <a:p>
            <a:endParaRPr/>
          </a:p>
        </p:txBody>
      </p:sp>
      <p:sp>
        <p:nvSpPr>
          <p:cNvPr id="5" name="object 5"/>
          <p:cNvSpPr/>
          <p:nvPr/>
        </p:nvSpPr>
        <p:spPr>
          <a:xfrm>
            <a:off x="0" y="981075"/>
            <a:ext cx="9131300" cy="0"/>
          </a:xfrm>
          <a:custGeom>
            <a:avLst/>
            <a:gdLst/>
            <a:ahLst/>
            <a:cxnLst/>
            <a:rect l="l" t="t" r="r" b="b"/>
            <a:pathLst>
              <a:path w="9131300">
                <a:moveTo>
                  <a:pt x="0" y="0"/>
                </a:moveTo>
                <a:lnTo>
                  <a:pt x="9131300" y="0"/>
                </a:lnTo>
              </a:path>
            </a:pathLst>
          </a:custGeom>
          <a:ln w="101600">
            <a:solidFill>
              <a:srgbClr val="794A8C"/>
            </a:solidFill>
          </a:ln>
        </p:spPr>
        <p:txBody>
          <a:bodyPr wrap="square" lIns="0" tIns="0" rIns="0" bIns="0" rtlCol="0"/>
          <a:lstStyle/>
          <a:p>
            <a:endParaRPr/>
          </a:p>
        </p:txBody>
      </p:sp>
      <p:sp>
        <p:nvSpPr>
          <p:cNvPr id="6" name="object 6"/>
          <p:cNvSpPr txBox="1"/>
          <p:nvPr/>
        </p:nvSpPr>
        <p:spPr>
          <a:xfrm>
            <a:off x="423227" y="320571"/>
            <a:ext cx="5484495" cy="431800"/>
          </a:xfrm>
          <a:prstGeom prst="rect">
            <a:avLst/>
          </a:prstGeom>
        </p:spPr>
        <p:txBody>
          <a:bodyPr vert="horz" wrap="square" lIns="0" tIns="0" rIns="0" bIns="0" rtlCol="0">
            <a:spAutoFit/>
          </a:bodyPr>
          <a:lstStyle/>
          <a:p>
            <a:pPr marL="12700">
              <a:lnSpc>
                <a:spcPct val="100000"/>
              </a:lnSpc>
            </a:pPr>
            <a:r>
              <a:rPr sz="3200" spc="-30" dirty="0">
                <a:latin typeface="Arial"/>
                <a:cs typeface="Arial"/>
              </a:rPr>
              <a:t>G</a:t>
            </a:r>
            <a:r>
              <a:rPr sz="3200" spc="-20" dirty="0">
                <a:latin typeface="Arial"/>
                <a:cs typeface="Arial"/>
              </a:rPr>
              <a:t>T</a:t>
            </a:r>
            <a:r>
              <a:rPr sz="3200" spc="-60" dirty="0">
                <a:latin typeface="Arial"/>
                <a:cs typeface="Arial"/>
              </a:rPr>
              <a:t> </a:t>
            </a:r>
            <a:r>
              <a:rPr sz="3200" dirty="0">
                <a:latin typeface="Arial"/>
                <a:cs typeface="Arial"/>
              </a:rPr>
              <a:t>u</a:t>
            </a:r>
            <a:r>
              <a:rPr sz="3200" spc="-15" dirty="0">
                <a:latin typeface="Arial"/>
                <a:cs typeface="Arial"/>
              </a:rPr>
              <a:t>t</a:t>
            </a:r>
            <a:r>
              <a:rPr sz="3200" dirty="0">
                <a:latin typeface="Arial"/>
                <a:cs typeface="Arial"/>
              </a:rPr>
              <a:t>ili</a:t>
            </a:r>
            <a:r>
              <a:rPr sz="3200" spc="-15" dirty="0">
                <a:latin typeface="Arial"/>
                <a:cs typeface="Arial"/>
              </a:rPr>
              <a:t>t</a:t>
            </a:r>
            <a:r>
              <a:rPr sz="3200" spc="-20" dirty="0">
                <a:latin typeface="Arial"/>
                <a:cs typeface="Arial"/>
              </a:rPr>
              <a:t>y</a:t>
            </a:r>
            <a:r>
              <a:rPr sz="3200" spc="-15" dirty="0">
                <a:latin typeface="Arial"/>
                <a:cs typeface="Arial"/>
              </a:rPr>
              <a:t>/</a:t>
            </a:r>
            <a:r>
              <a:rPr sz="3200" dirty="0">
                <a:latin typeface="Arial"/>
                <a:cs typeface="Arial"/>
              </a:rPr>
              <a:t>payo</a:t>
            </a:r>
            <a:r>
              <a:rPr sz="3200" spc="-70" dirty="0">
                <a:latin typeface="Arial"/>
                <a:cs typeface="Arial"/>
              </a:rPr>
              <a:t>f</a:t>
            </a:r>
            <a:r>
              <a:rPr sz="3200" spc="-10" dirty="0">
                <a:latin typeface="Arial"/>
                <a:cs typeface="Arial"/>
              </a:rPr>
              <a:t>f</a:t>
            </a:r>
            <a:r>
              <a:rPr sz="3200" spc="-5" dirty="0">
                <a:latin typeface="Arial"/>
                <a:cs typeface="Arial"/>
              </a:rPr>
              <a:t> </a:t>
            </a:r>
            <a:r>
              <a:rPr sz="3200" dirty="0">
                <a:latin typeface="Arial"/>
                <a:cs typeface="Arial"/>
              </a:rPr>
              <a:t>vs</a:t>
            </a:r>
            <a:r>
              <a:rPr sz="3200" spc="-5" dirty="0">
                <a:latin typeface="Arial"/>
                <a:cs typeface="Arial"/>
              </a:rPr>
              <a:t> </a:t>
            </a:r>
            <a:r>
              <a:rPr sz="3200" dirty="0">
                <a:latin typeface="Arial"/>
                <a:cs typeface="Arial"/>
              </a:rPr>
              <a:t>RL</a:t>
            </a:r>
            <a:r>
              <a:rPr sz="3200" spc="-120" dirty="0">
                <a:latin typeface="Arial"/>
                <a:cs typeface="Arial"/>
              </a:rPr>
              <a:t> </a:t>
            </a:r>
            <a:r>
              <a:rPr sz="3200" dirty="0">
                <a:latin typeface="Arial"/>
                <a:cs typeface="Arial"/>
              </a:rPr>
              <a:t>Reward</a:t>
            </a:r>
          </a:p>
        </p:txBody>
      </p:sp>
      <p:sp>
        <p:nvSpPr>
          <p:cNvPr id="7" name="object 7"/>
          <p:cNvSpPr txBox="1"/>
          <p:nvPr/>
        </p:nvSpPr>
        <p:spPr>
          <a:xfrm>
            <a:off x="411633" y="1310207"/>
            <a:ext cx="8275167" cy="4549964"/>
          </a:xfrm>
          <a:prstGeom prst="rect">
            <a:avLst/>
          </a:prstGeom>
        </p:spPr>
        <p:txBody>
          <a:bodyPr vert="horz" wrap="square" lIns="0" tIns="0" rIns="0" bIns="0" rtlCol="0">
            <a:spAutoFit/>
          </a:bodyPr>
          <a:lstStyle/>
          <a:p>
            <a:pPr marL="457200" indent="-396875">
              <a:lnSpc>
                <a:spcPct val="100000"/>
              </a:lnSpc>
              <a:buSzPct val="150000"/>
              <a:buFont typeface="Gill Sans MT"/>
              <a:buChar char="•"/>
              <a:tabLst>
                <a:tab pos="241300" algn="l"/>
              </a:tabLst>
            </a:pPr>
            <a:r>
              <a:rPr sz="2800" spc="-55" dirty="0">
                <a:latin typeface="Gill Sans MT"/>
                <a:cs typeface="Gill Sans MT"/>
              </a:rPr>
              <a:t>m</a:t>
            </a:r>
            <a:r>
              <a:rPr sz="2800" spc="-15" dirty="0">
                <a:latin typeface="Gill Sans MT"/>
                <a:cs typeface="Gill Sans MT"/>
              </a:rPr>
              <a:t>uch</a:t>
            </a:r>
            <a:r>
              <a:rPr sz="2800" spc="-5" dirty="0">
                <a:latin typeface="Gill Sans MT"/>
                <a:cs typeface="Gill Sans MT"/>
              </a:rPr>
              <a:t> li</a:t>
            </a:r>
            <a:r>
              <a:rPr sz="2800" spc="-85" dirty="0">
                <a:latin typeface="Gill Sans MT"/>
                <a:cs typeface="Gill Sans MT"/>
              </a:rPr>
              <a:t>k</a:t>
            </a:r>
            <a:r>
              <a:rPr sz="2800" dirty="0">
                <a:latin typeface="Gill Sans MT"/>
                <a:cs typeface="Gill Sans MT"/>
              </a:rPr>
              <a:t>e</a:t>
            </a:r>
            <a:r>
              <a:rPr sz="2800" spc="-5" dirty="0">
                <a:latin typeface="Gill Sans MT"/>
                <a:cs typeface="Gill Sans MT"/>
              </a:rPr>
              <a:t> </a:t>
            </a:r>
            <a:r>
              <a:rPr sz="2800" dirty="0">
                <a:latin typeface="Gill Sans MT"/>
                <a:cs typeface="Gill Sans MT"/>
              </a:rPr>
              <a:t>the</a:t>
            </a:r>
            <a:r>
              <a:rPr sz="2800" spc="-5" dirty="0">
                <a:latin typeface="Gill Sans MT"/>
                <a:cs typeface="Gill Sans MT"/>
              </a:rPr>
              <a:t> </a:t>
            </a:r>
            <a:r>
              <a:rPr sz="2800" spc="-75" dirty="0">
                <a:latin typeface="Gill Sans MT"/>
                <a:cs typeface="Gill Sans MT"/>
              </a:rPr>
              <a:t>r</a:t>
            </a:r>
            <a:r>
              <a:rPr sz="2800" spc="-45" dirty="0">
                <a:latin typeface="Gill Sans MT"/>
                <a:cs typeface="Gill Sans MT"/>
              </a:rPr>
              <a:t>e</a:t>
            </a:r>
            <a:r>
              <a:rPr sz="2800" spc="-5" dirty="0">
                <a:latin typeface="Gill Sans MT"/>
                <a:cs typeface="Gill Sans MT"/>
              </a:rPr>
              <a:t>w</a:t>
            </a:r>
            <a:r>
              <a:rPr sz="2800" spc="-15" dirty="0">
                <a:latin typeface="Gill Sans MT"/>
                <a:cs typeface="Gill Sans MT"/>
              </a:rPr>
              <a:t>a</a:t>
            </a:r>
            <a:r>
              <a:rPr sz="2800" spc="-60" dirty="0">
                <a:latin typeface="Gill Sans MT"/>
                <a:cs typeface="Gill Sans MT"/>
              </a:rPr>
              <a:t>r</a:t>
            </a:r>
            <a:r>
              <a:rPr sz="2800" spc="-15" dirty="0">
                <a:latin typeface="Gill Sans MT"/>
                <a:cs typeface="Gill Sans MT"/>
              </a:rPr>
              <a:t>d</a:t>
            </a:r>
            <a:r>
              <a:rPr sz="2800" spc="-5" dirty="0">
                <a:latin typeface="Gill Sans MT"/>
                <a:cs typeface="Gill Sans MT"/>
              </a:rPr>
              <a:t> i</a:t>
            </a:r>
            <a:r>
              <a:rPr sz="2800" dirty="0">
                <a:latin typeface="Gill Sans MT"/>
                <a:cs typeface="Gill Sans MT"/>
              </a:rPr>
              <a:t>n</a:t>
            </a:r>
            <a:r>
              <a:rPr sz="2800" spc="-5" dirty="0">
                <a:latin typeface="Gill Sans MT"/>
                <a:cs typeface="Gill Sans MT"/>
              </a:rPr>
              <a:t> </a:t>
            </a:r>
            <a:r>
              <a:rPr sz="2800" dirty="0">
                <a:latin typeface="Gill Sans MT"/>
                <a:cs typeface="Gill Sans MT"/>
              </a:rPr>
              <a:t>RL,</a:t>
            </a:r>
            <a:r>
              <a:rPr sz="2800" spc="-285" dirty="0">
                <a:latin typeface="Gill Sans MT"/>
                <a:cs typeface="Gill Sans MT"/>
              </a:rPr>
              <a:t> </a:t>
            </a:r>
            <a:r>
              <a:rPr lang="en-US" sz="2800" spc="-285" dirty="0">
                <a:latin typeface="Gill Sans MT"/>
                <a:cs typeface="Gill Sans MT"/>
              </a:rPr>
              <a:t> </a:t>
            </a:r>
            <a:r>
              <a:rPr sz="2800" dirty="0">
                <a:latin typeface="Gill Sans MT"/>
                <a:cs typeface="Gill Sans MT"/>
              </a:rPr>
              <a:t>p</a:t>
            </a:r>
            <a:r>
              <a:rPr sz="2800" spc="-130" dirty="0">
                <a:latin typeface="Gill Sans MT"/>
                <a:cs typeface="Gill Sans MT"/>
              </a:rPr>
              <a:t>a</a:t>
            </a:r>
            <a:r>
              <a:rPr sz="2800" spc="-75" dirty="0">
                <a:latin typeface="Gill Sans MT"/>
                <a:cs typeface="Gill Sans MT"/>
              </a:rPr>
              <a:t>y</a:t>
            </a:r>
            <a:r>
              <a:rPr sz="2800" spc="-20" dirty="0">
                <a:latin typeface="Gill Sans MT"/>
                <a:cs typeface="Gill Sans MT"/>
              </a:rPr>
              <a:t>o</a:t>
            </a:r>
            <a:r>
              <a:rPr sz="2800" dirty="0">
                <a:latin typeface="Gill Sans MT"/>
                <a:cs typeface="Gill Sans MT"/>
              </a:rPr>
              <a:t>ff</a:t>
            </a:r>
            <a:r>
              <a:rPr sz="2800" spc="-5" dirty="0">
                <a:latin typeface="Gill Sans MT"/>
                <a:cs typeface="Gill Sans MT"/>
              </a:rPr>
              <a:t> i</a:t>
            </a:r>
            <a:r>
              <a:rPr sz="2800" dirty="0">
                <a:latin typeface="Gill Sans MT"/>
                <a:cs typeface="Gill Sans MT"/>
              </a:rPr>
              <a:t>n</a:t>
            </a:r>
            <a:r>
              <a:rPr sz="2800" spc="-5" dirty="0">
                <a:latin typeface="Gill Sans MT"/>
                <a:cs typeface="Gill Sans MT"/>
              </a:rPr>
              <a:t> </a:t>
            </a:r>
            <a:r>
              <a:rPr sz="2800" dirty="0">
                <a:latin typeface="Gill Sans MT"/>
                <a:cs typeface="Gill Sans MT"/>
              </a:rPr>
              <a:t>GT</a:t>
            </a:r>
          </a:p>
          <a:p>
            <a:pPr marL="812800" lvl="1" indent="-295275">
              <a:lnSpc>
                <a:spcPct val="100000"/>
              </a:lnSpc>
              <a:spcBef>
                <a:spcPts val="160"/>
              </a:spcBef>
              <a:buSzPct val="70000"/>
              <a:buFont typeface="Wingdings" panose="05000000000000000000" pitchFamily="2" charset="2"/>
              <a:buChar char="§"/>
              <a:tabLst>
                <a:tab pos="584200" algn="l"/>
              </a:tabLst>
            </a:pPr>
            <a:r>
              <a:rPr sz="2800" spc="-5" dirty="0">
                <a:latin typeface="Gill Sans MT"/>
                <a:cs typeface="Gill Sans MT"/>
              </a:rPr>
              <a:t>i</a:t>
            </a:r>
            <a:r>
              <a:rPr sz="2800" spc="-15" dirty="0">
                <a:latin typeface="Gill Sans MT"/>
                <a:cs typeface="Gill Sans MT"/>
              </a:rPr>
              <a:t>s</a:t>
            </a:r>
            <a:r>
              <a:rPr sz="2800" spc="-5" dirty="0">
                <a:latin typeface="Gill Sans MT"/>
                <a:cs typeface="Gill Sans MT"/>
              </a:rPr>
              <a:t> </a:t>
            </a:r>
            <a:r>
              <a:rPr sz="2800" spc="-15" dirty="0">
                <a:latin typeface="Gill Sans MT"/>
                <a:cs typeface="Gill Sans MT"/>
              </a:rPr>
              <a:t>a</a:t>
            </a:r>
            <a:r>
              <a:rPr sz="2800" spc="-5" dirty="0">
                <a:latin typeface="Gill Sans MT"/>
                <a:cs typeface="Gill Sans MT"/>
              </a:rPr>
              <a:t> </a:t>
            </a:r>
            <a:r>
              <a:rPr sz="2800" spc="-15" dirty="0">
                <a:latin typeface="Gill Sans MT"/>
                <a:cs typeface="Gill Sans MT"/>
              </a:rPr>
              <a:t>sca</a:t>
            </a:r>
            <a:r>
              <a:rPr sz="2800" spc="-5" dirty="0">
                <a:latin typeface="Gill Sans MT"/>
                <a:cs typeface="Gill Sans MT"/>
              </a:rPr>
              <a:t>l</a:t>
            </a:r>
            <a:r>
              <a:rPr sz="2800" spc="-15" dirty="0">
                <a:latin typeface="Gill Sans MT"/>
                <a:cs typeface="Gill Sans MT"/>
              </a:rPr>
              <a:t>ar</a:t>
            </a:r>
            <a:r>
              <a:rPr sz="2800" spc="-5" dirty="0">
                <a:latin typeface="Gill Sans MT"/>
                <a:cs typeface="Gill Sans MT"/>
              </a:rPr>
              <a:t> </a:t>
            </a:r>
            <a:r>
              <a:rPr sz="2800" spc="-15" dirty="0">
                <a:latin typeface="Gill Sans MT"/>
                <a:cs typeface="Gill Sans MT"/>
              </a:rPr>
              <a:t>va</a:t>
            </a:r>
            <a:r>
              <a:rPr sz="2800" spc="-5" dirty="0">
                <a:latin typeface="Gill Sans MT"/>
                <a:cs typeface="Gill Sans MT"/>
              </a:rPr>
              <a:t>l</a:t>
            </a:r>
            <a:r>
              <a:rPr sz="2800" dirty="0">
                <a:latin typeface="Gill Sans MT"/>
                <a:cs typeface="Gill Sans MT"/>
              </a:rPr>
              <a:t>u</a:t>
            </a:r>
            <a:r>
              <a:rPr sz="2800" spc="55" dirty="0">
                <a:latin typeface="Gill Sans MT"/>
                <a:cs typeface="Gill Sans MT"/>
              </a:rPr>
              <a:t>e</a:t>
            </a:r>
            <a:r>
              <a:rPr sz="2800" dirty="0">
                <a:latin typeface="Gill Sans MT"/>
                <a:cs typeface="Gill Sans MT"/>
              </a:rPr>
              <a:t>,</a:t>
            </a:r>
          </a:p>
          <a:p>
            <a:pPr marL="812800" lvl="1" indent="-295275">
              <a:lnSpc>
                <a:spcPct val="100000"/>
              </a:lnSpc>
              <a:spcBef>
                <a:spcPts val="160"/>
              </a:spcBef>
              <a:buSzPct val="70000"/>
              <a:buFont typeface="Wingdings" panose="05000000000000000000" pitchFamily="2" charset="2"/>
              <a:buChar char="§"/>
              <a:tabLst>
                <a:tab pos="584200" algn="l"/>
              </a:tabLst>
            </a:pPr>
            <a:r>
              <a:rPr sz="2800" spc="-5" dirty="0">
                <a:latin typeface="Gill Sans MT"/>
                <a:cs typeface="Gill Sans MT"/>
              </a:rPr>
              <a:t>i</a:t>
            </a:r>
            <a:r>
              <a:rPr sz="2800" spc="-15" dirty="0">
                <a:latin typeface="Gill Sans MT"/>
                <a:cs typeface="Gill Sans MT"/>
              </a:rPr>
              <a:t>nd</a:t>
            </a:r>
            <a:r>
              <a:rPr sz="2800" spc="-5" dirty="0">
                <a:latin typeface="Gill Sans MT"/>
                <a:cs typeface="Gill Sans MT"/>
              </a:rPr>
              <a:t>i</a:t>
            </a:r>
            <a:r>
              <a:rPr sz="2800" spc="-15" dirty="0">
                <a:latin typeface="Gill Sans MT"/>
                <a:cs typeface="Gill Sans MT"/>
              </a:rPr>
              <a:t>cates</a:t>
            </a:r>
            <a:r>
              <a:rPr sz="2800" spc="-5" dirty="0">
                <a:latin typeface="Gill Sans MT"/>
                <a:cs typeface="Gill Sans MT"/>
              </a:rPr>
              <a:t> </a:t>
            </a:r>
            <a:r>
              <a:rPr sz="2800" spc="-15" dirty="0">
                <a:latin typeface="Gill Sans MT"/>
                <a:cs typeface="Gill Sans MT"/>
              </a:rPr>
              <a:t>h</a:t>
            </a:r>
            <a:r>
              <a:rPr sz="2800" spc="-50" dirty="0">
                <a:latin typeface="Gill Sans MT"/>
                <a:cs typeface="Gill Sans MT"/>
              </a:rPr>
              <a:t>o</a:t>
            </a:r>
            <a:r>
              <a:rPr sz="2800" dirty="0">
                <a:latin typeface="Gill Sans MT"/>
                <a:cs typeface="Gill Sans MT"/>
              </a:rPr>
              <a:t>w</a:t>
            </a:r>
            <a:r>
              <a:rPr sz="2800" spc="-5" dirty="0">
                <a:latin typeface="Gill Sans MT"/>
                <a:cs typeface="Gill Sans MT"/>
              </a:rPr>
              <a:t> </a:t>
            </a:r>
            <a:r>
              <a:rPr sz="2800" spc="-60" dirty="0">
                <a:latin typeface="Gill Sans MT"/>
                <a:cs typeface="Gill Sans MT"/>
              </a:rPr>
              <a:t>w</a:t>
            </a:r>
            <a:r>
              <a:rPr sz="2800" dirty="0">
                <a:latin typeface="Gill Sans MT"/>
                <a:cs typeface="Gill Sans MT"/>
              </a:rPr>
              <a:t>e</a:t>
            </a:r>
            <a:r>
              <a:rPr sz="2800" spc="-5" dirty="0">
                <a:latin typeface="Gill Sans MT"/>
                <a:cs typeface="Gill Sans MT"/>
              </a:rPr>
              <a:t>l</a:t>
            </a:r>
            <a:r>
              <a:rPr sz="2800" dirty="0">
                <a:latin typeface="Gill Sans MT"/>
                <a:cs typeface="Gill Sans MT"/>
              </a:rPr>
              <a:t>l</a:t>
            </a:r>
            <a:r>
              <a:rPr sz="2800" spc="-5" dirty="0">
                <a:latin typeface="Gill Sans MT"/>
                <a:cs typeface="Gill Sans MT"/>
              </a:rPr>
              <a:t> </a:t>
            </a:r>
            <a:r>
              <a:rPr sz="2800" spc="-15" dirty="0">
                <a:latin typeface="Gill Sans MT"/>
                <a:cs typeface="Gill Sans MT"/>
              </a:rPr>
              <a:t>ag</a:t>
            </a:r>
            <a:r>
              <a:rPr sz="2800" dirty="0">
                <a:latin typeface="Gill Sans MT"/>
                <a:cs typeface="Gill Sans MT"/>
              </a:rPr>
              <a:t>ent</a:t>
            </a:r>
            <a:r>
              <a:rPr sz="2800" spc="-5" dirty="0">
                <a:latin typeface="Gill Sans MT"/>
                <a:cs typeface="Gill Sans MT"/>
              </a:rPr>
              <a:t> i</a:t>
            </a:r>
            <a:r>
              <a:rPr sz="2800" spc="-15" dirty="0">
                <a:latin typeface="Gill Sans MT"/>
                <a:cs typeface="Gill Sans MT"/>
              </a:rPr>
              <a:t>s</a:t>
            </a:r>
            <a:r>
              <a:rPr sz="2800" spc="-5" dirty="0">
                <a:latin typeface="Gill Sans MT"/>
                <a:cs typeface="Gill Sans MT"/>
              </a:rPr>
              <a:t> </a:t>
            </a:r>
            <a:r>
              <a:rPr sz="2800" dirty="0">
                <a:latin typeface="Gill Sans MT"/>
                <a:cs typeface="Gill Sans MT"/>
              </a:rPr>
              <a:t>per</a:t>
            </a:r>
            <a:r>
              <a:rPr sz="2800" spc="-30" dirty="0">
                <a:latin typeface="Gill Sans MT"/>
                <a:cs typeface="Gill Sans MT"/>
              </a:rPr>
              <a:t>f</a:t>
            </a:r>
            <a:r>
              <a:rPr sz="2800" spc="-20" dirty="0">
                <a:latin typeface="Gill Sans MT"/>
                <a:cs typeface="Gill Sans MT"/>
              </a:rPr>
              <a:t>o</a:t>
            </a:r>
            <a:r>
              <a:rPr sz="2800" dirty="0">
                <a:latin typeface="Gill Sans MT"/>
                <a:cs typeface="Gill Sans MT"/>
              </a:rPr>
              <a:t>rm</a:t>
            </a:r>
            <a:r>
              <a:rPr sz="2800" spc="-5" dirty="0">
                <a:latin typeface="Gill Sans MT"/>
                <a:cs typeface="Gill Sans MT"/>
              </a:rPr>
              <a:t>i</a:t>
            </a:r>
            <a:r>
              <a:rPr sz="2800" spc="-15" dirty="0">
                <a:latin typeface="Gill Sans MT"/>
                <a:cs typeface="Gill Sans MT"/>
              </a:rPr>
              <a:t>ng</a:t>
            </a:r>
            <a:endParaRPr sz="2800" dirty="0">
              <a:latin typeface="Gill Sans MT"/>
              <a:cs typeface="Gill Sans MT"/>
            </a:endParaRPr>
          </a:p>
          <a:p>
            <a:pPr marL="812800" lvl="1" indent="-295275">
              <a:lnSpc>
                <a:spcPct val="100000"/>
              </a:lnSpc>
              <a:spcBef>
                <a:spcPts val="160"/>
              </a:spcBef>
              <a:buSzPct val="70000"/>
              <a:buFont typeface="Wingdings" panose="05000000000000000000" pitchFamily="2" charset="2"/>
              <a:buChar char="§"/>
              <a:tabLst>
                <a:tab pos="584200" algn="l"/>
              </a:tabLst>
            </a:pPr>
            <a:r>
              <a:rPr sz="2800" spc="-15" dirty="0">
                <a:latin typeface="Gill Sans MT"/>
                <a:cs typeface="Gill Sans MT"/>
              </a:rPr>
              <a:t>sha</a:t>
            </a:r>
            <a:r>
              <a:rPr sz="2800" spc="-75" dirty="0">
                <a:latin typeface="Gill Sans MT"/>
                <a:cs typeface="Gill Sans MT"/>
              </a:rPr>
              <a:t>r</a:t>
            </a:r>
            <a:r>
              <a:rPr sz="2800" spc="-15" dirty="0">
                <a:latin typeface="Gill Sans MT"/>
                <a:cs typeface="Gill Sans MT"/>
              </a:rPr>
              <a:t>es</a:t>
            </a:r>
            <a:r>
              <a:rPr sz="2800" spc="-5" dirty="0">
                <a:latin typeface="Gill Sans MT"/>
                <a:cs typeface="Gill Sans MT"/>
              </a:rPr>
              <a:t> </a:t>
            </a:r>
            <a:r>
              <a:rPr sz="2800" dirty="0">
                <a:latin typeface="Gill Sans MT"/>
                <a:cs typeface="Gill Sans MT"/>
              </a:rPr>
              <a:t>the</a:t>
            </a:r>
            <a:r>
              <a:rPr sz="2800" spc="-5" dirty="0">
                <a:latin typeface="Gill Sans MT"/>
                <a:cs typeface="Gill Sans MT"/>
              </a:rPr>
              <a:t> </a:t>
            </a:r>
            <a:r>
              <a:rPr sz="2800" spc="-15" dirty="0">
                <a:latin typeface="Gill Sans MT"/>
                <a:cs typeface="Gill Sans MT"/>
              </a:rPr>
              <a:t>und</a:t>
            </a:r>
            <a:r>
              <a:rPr sz="2800" dirty="0">
                <a:latin typeface="Gill Sans MT"/>
                <a:cs typeface="Gill Sans MT"/>
              </a:rPr>
              <a:t>er</a:t>
            </a:r>
            <a:r>
              <a:rPr sz="2800" spc="-30" dirty="0">
                <a:latin typeface="Gill Sans MT"/>
                <a:cs typeface="Gill Sans MT"/>
              </a:rPr>
              <a:t>l</a:t>
            </a:r>
            <a:r>
              <a:rPr sz="2800" dirty="0">
                <a:latin typeface="Gill Sans MT"/>
                <a:cs typeface="Gill Sans MT"/>
              </a:rPr>
              <a:t>y</a:t>
            </a:r>
            <a:r>
              <a:rPr sz="2800" spc="-5" dirty="0">
                <a:latin typeface="Gill Sans MT"/>
                <a:cs typeface="Gill Sans MT"/>
              </a:rPr>
              <a:t>i</a:t>
            </a:r>
            <a:r>
              <a:rPr sz="2800" spc="-15" dirty="0">
                <a:latin typeface="Gill Sans MT"/>
                <a:cs typeface="Gill Sans MT"/>
              </a:rPr>
              <a:t>ng</a:t>
            </a:r>
            <a:r>
              <a:rPr sz="2800" spc="-5" dirty="0">
                <a:latin typeface="Gill Sans MT"/>
                <a:cs typeface="Gill Sans MT"/>
              </a:rPr>
              <a:t> </a:t>
            </a:r>
            <a:r>
              <a:rPr sz="2800" spc="-15" dirty="0">
                <a:latin typeface="Gill Sans MT"/>
                <a:cs typeface="Gill Sans MT"/>
              </a:rPr>
              <a:t>ass</a:t>
            </a:r>
            <a:r>
              <a:rPr sz="2800" dirty="0">
                <a:latin typeface="Gill Sans MT"/>
                <a:cs typeface="Gill Sans MT"/>
              </a:rPr>
              <a:t>umpt</a:t>
            </a:r>
            <a:r>
              <a:rPr sz="2800" spc="-5" dirty="0">
                <a:latin typeface="Gill Sans MT"/>
                <a:cs typeface="Gill Sans MT"/>
              </a:rPr>
              <a:t>i</a:t>
            </a:r>
            <a:r>
              <a:rPr sz="2800" spc="-15" dirty="0">
                <a:latin typeface="Gill Sans MT"/>
                <a:cs typeface="Gill Sans MT"/>
              </a:rPr>
              <a:t>ons</a:t>
            </a:r>
            <a:r>
              <a:rPr sz="2800" spc="-5" dirty="0">
                <a:latin typeface="Gill Sans MT"/>
                <a:cs typeface="Gill Sans MT"/>
              </a:rPr>
              <a:t> </a:t>
            </a:r>
            <a:r>
              <a:rPr sz="2800" spc="-20" dirty="0">
                <a:latin typeface="Gill Sans MT"/>
                <a:cs typeface="Gill Sans MT"/>
              </a:rPr>
              <a:t>o</a:t>
            </a:r>
            <a:r>
              <a:rPr sz="2800" dirty="0">
                <a:latin typeface="Gill Sans MT"/>
                <a:cs typeface="Gill Sans MT"/>
              </a:rPr>
              <a:t>f</a:t>
            </a:r>
            <a:r>
              <a:rPr sz="2800" spc="-5" dirty="0">
                <a:latin typeface="Gill Sans MT"/>
                <a:cs typeface="Gill Sans MT"/>
              </a:rPr>
              <a:t> </a:t>
            </a:r>
            <a:r>
              <a:rPr sz="2800" dirty="0">
                <a:latin typeface="Gill Sans MT"/>
                <a:cs typeface="Gill Sans MT"/>
              </a:rPr>
              <a:t>ut</a:t>
            </a:r>
            <a:r>
              <a:rPr sz="2800" spc="-5" dirty="0">
                <a:latin typeface="Gill Sans MT"/>
                <a:cs typeface="Gill Sans MT"/>
              </a:rPr>
              <a:t>ili</a:t>
            </a:r>
            <a:r>
              <a:rPr sz="2800" spc="-15" dirty="0">
                <a:latin typeface="Gill Sans MT"/>
                <a:cs typeface="Gill Sans MT"/>
              </a:rPr>
              <a:t>ty</a:t>
            </a:r>
            <a:r>
              <a:rPr sz="2800" spc="-5" dirty="0">
                <a:latin typeface="Gill Sans MT"/>
                <a:cs typeface="Gill Sans MT"/>
              </a:rPr>
              <a:t> </a:t>
            </a:r>
            <a:r>
              <a:rPr sz="2800" spc="-15" dirty="0">
                <a:latin typeface="Gill Sans MT"/>
                <a:cs typeface="Gill Sans MT"/>
              </a:rPr>
              <a:t>theo</a:t>
            </a:r>
            <a:r>
              <a:rPr sz="2800" spc="65" dirty="0">
                <a:latin typeface="Gill Sans MT"/>
                <a:cs typeface="Gill Sans MT"/>
              </a:rPr>
              <a:t>r</a:t>
            </a:r>
            <a:r>
              <a:rPr sz="2800" spc="-15" dirty="0">
                <a:latin typeface="Gill Sans MT"/>
                <a:cs typeface="Gill Sans MT"/>
              </a:rPr>
              <a:t>y</a:t>
            </a:r>
            <a:endParaRPr sz="2800" dirty="0">
              <a:latin typeface="Gill Sans MT"/>
              <a:cs typeface="Gill Sans MT"/>
            </a:endParaRPr>
          </a:p>
          <a:p>
            <a:pPr lvl="1">
              <a:lnSpc>
                <a:spcPct val="100000"/>
              </a:lnSpc>
              <a:spcBef>
                <a:spcPts val="0"/>
              </a:spcBef>
              <a:buFont typeface="Gill Sans MT"/>
              <a:buChar char="•"/>
            </a:pPr>
            <a:endParaRPr sz="3200" dirty="0">
              <a:latin typeface="Times New Roman"/>
              <a:cs typeface="Times New Roman"/>
            </a:endParaRPr>
          </a:p>
          <a:p>
            <a:pPr marL="457200" indent="-396875">
              <a:lnSpc>
                <a:spcPct val="100000"/>
              </a:lnSpc>
              <a:buSzPct val="150000"/>
              <a:buFont typeface="Gill Sans MT"/>
              <a:buChar char="•"/>
              <a:tabLst>
                <a:tab pos="517525" algn="l"/>
              </a:tabLst>
            </a:pPr>
            <a:r>
              <a:rPr sz="2800" spc="-25" dirty="0">
                <a:solidFill>
                  <a:srgbClr val="C82506"/>
                </a:solidFill>
                <a:latin typeface="Gill Sans MT"/>
                <a:cs typeface="Gill Sans MT"/>
              </a:rPr>
              <a:t>H</a:t>
            </a:r>
            <a:r>
              <a:rPr sz="2800" spc="-50" dirty="0">
                <a:solidFill>
                  <a:srgbClr val="C82506"/>
                </a:solidFill>
                <a:latin typeface="Gill Sans MT"/>
                <a:cs typeface="Gill Sans MT"/>
              </a:rPr>
              <a:t>o</a:t>
            </a:r>
            <a:r>
              <a:rPr sz="2800" spc="-60" dirty="0">
                <a:solidFill>
                  <a:srgbClr val="C82506"/>
                </a:solidFill>
                <a:latin typeface="Gill Sans MT"/>
                <a:cs typeface="Gill Sans MT"/>
              </a:rPr>
              <a:t>w</a:t>
            </a:r>
            <a:r>
              <a:rPr sz="2800" spc="-45" dirty="0">
                <a:solidFill>
                  <a:srgbClr val="C82506"/>
                </a:solidFill>
                <a:latin typeface="Gill Sans MT"/>
                <a:cs typeface="Gill Sans MT"/>
              </a:rPr>
              <a:t>e</a:t>
            </a:r>
            <a:r>
              <a:rPr sz="2800" spc="-75" dirty="0">
                <a:solidFill>
                  <a:srgbClr val="C82506"/>
                </a:solidFill>
                <a:latin typeface="Gill Sans MT"/>
                <a:cs typeface="Gill Sans MT"/>
              </a:rPr>
              <a:t>v</a:t>
            </a:r>
            <a:r>
              <a:rPr sz="2800" dirty="0">
                <a:solidFill>
                  <a:srgbClr val="C82506"/>
                </a:solidFill>
                <a:latin typeface="Gill Sans MT"/>
                <a:cs typeface="Gill Sans MT"/>
              </a:rPr>
              <a:t>e</a:t>
            </a:r>
            <a:r>
              <a:rPr sz="2800" spc="-300" dirty="0">
                <a:solidFill>
                  <a:srgbClr val="C82506"/>
                </a:solidFill>
                <a:latin typeface="Gill Sans MT"/>
                <a:cs typeface="Gill Sans MT"/>
              </a:rPr>
              <a:t>r</a:t>
            </a:r>
            <a:r>
              <a:rPr sz="2800" dirty="0">
                <a:solidFill>
                  <a:srgbClr val="C82506"/>
                </a:solidFill>
                <a:latin typeface="Gill Sans MT"/>
                <a:cs typeface="Gill Sans MT"/>
              </a:rPr>
              <a:t>,</a:t>
            </a:r>
            <a:r>
              <a:rPr sz="2800" spc="-285" dirty="0">
                <a:solidFill>
                  <a:srgbClr val="C82506"/>
                </a:solidFill>
                <a:latin typeface="Gill Sans MT"/>
                <a:cs typeface="Gill Sans MT"/>
              </a:rPr>
              <a:t> </a:t>
            </a:r>
            <a:r>
              <a:rPr lang="en-US" sz="2800" spc="-285" dirty="0">
                <a:solidFill>
                  <a:srgbClr val="C82506"/>
                </a:solidFill>
                <a:latin typeface="Gill Sans MT"/>
                <a:cs typeface="Gill Sans MT"/>
              </a:rPr>
              <a:t> </a:t>
            </a:r>
            <a:r>
              <a:rPr sz="2800" spc="-15" dirty="0">
                <a:solidFill>
                  <a:srgbClr val="C82506"/>
                </a:solidFill>
                <a:latin typeface="Gill Sans MT"/>
                <a:cs typeface="Gill Sans MT"/>
              </a:rPr>
              <a:t>d</a:t>
            </a:r>
            <a:r>
              <a:rPr sz="2800" spc="-5" dirty="0">
                <a:solidFill>
                  <a:srgbClr val="C82506"/>
                </a:solidFill>
                <a:latin typeface="Gill Sans MT"/>
                <a:cs typeface="Gill Sans MT"/>
              </a:rPr>
              <a:t>i</a:t>
            </a:r>
            <a:r>
              <a:rPr sz="2800" dirty="0">
                <a:solidFill>
                  <a:srgbClr val="C82506"/>
                </a:solidFill>
                <a:latin typeface="Gill Sans MT"/>
                <a:cs typeface="Gill Sans MT"/>
              </a:rPr>
              <a:t>f</a:t>
            </a:r>
            <a:r>
              <a:rPr sz="2800" spc="-30" dirty="0">
                <a:solidFill>
                  <a:srgbClr val="C82506"/>
                </a:solidFill>
                <a:latin typeface="Gill Sans MT"/>
                <a:cs typeface="Gill Sans MT"/>
              </a:rPr>
              <a:t>f</a:t>
            </a:r>
            <a:r>
              <a:rPr sz="2800" dirty="0">
                <a:solidFill>
                  <a:srgbClr val="C82506"/>
                </a:solidFill>
                <a:latin typeface="Gill Sans MT"/>
                <a:cs typeface="Gill Sans MT"/>
              </a:rPr>
              <a:t>e</a:t>
            </a:r>
            <a:r>
              <a:rPr sz="2800" spc="-60" dirty="0">
                <a:solidFill>
                  <a:srgbClr val="C82506"/>
                </a:solidFill>
                <a:latin typeface="Gill Sans MT"/>
                <a:cs typeface="Gill Sans MT"/>
              </a:rPr>
              <a:t>r</a:t>
            </a:r>
            <a:r>
              <a:rPr sz="2800" spc="-15" dirty="0">
                <a:solidFill>
                  <a:srgbClr val="C82506"/>
                </a:solidFill>
                <a:latin typeface="Gill Sans MT"/>
                <a:cs typeface="Gill Sans MT"/>
              </a:rPr>
              <a:t>ences</a:t>
            </a:r>
            <a:r>
              <a:rPr sz="2800" spc="-5" dirty="0">
                <a:solidFill>
                  <a:srgbClr val="C82506"/>
                </a:solidFill>
                <a:latin typeface="Gill Sans MT"/>
                <a:cs typeface="Gill Sans MT"/>
              </a:rPr>
              <a:t> </a:t>
            </a:r>
            <a:r>
              <a:rPr sz="2800" spc="-15" dirty="0">
                <a:solidFill>
                  <a:srgbClr val="C82506"/>
                </a:solidFill>
                <a:latin typeface="Gill Sans MT"/>
                <a:cs typeface="Gill Sans MT"/>
              </a:rPr>
              <a:t>a</a:t>
            </a:r>
            <a:r>
              <a:rPr sz="2800" spc="-75" dirty="0">
                <a:solidFill>
                  <a:srgbClr val="C82506"/>
                </a:solidFill>
                <a:latin typeface="Gill Sans MT"/>
                <a:cs typeface="Gill Sans MT"/>
              </a:rPr>
              <a:t>r</a:t>
            </a:r>
            <a:r>
              <a:rPr sz="2800" dirty="0">
                <a:solidFill>
                  <a:srgbClr val="C82506"/>
                </a:solidFill>
                <a:latin typeface="Gill Sans MT"/>
                <a:cs typeface="Gill Sans MT"/>
              </a:rPr>
              <a:t>e</a:t>
            </a:r>
            <a:r>
              <a:rPr sz="2800" spc="-5" dirty="0">
                <a:solidFill>
                  <a:srgbClr val="C82506"/>
                </a:solidFill>
                <a:latin typeface="Gill Sans MT"/>
                <a:cs typeface="Gill Sans MT"/>
              </a:rPr>
              <a:t> </a:t>
            </a:r>
            <a:r>
              <a:rPr sz="2800" spc="-15" dirty="0">
                <a:solidFill>
                  <a:srgbClr val="C82506"/>
                </a:solidFill>
                <a:latin typeface="Gill Sans MT"/>
                <a:cs typeface="Gill Sans MT"/>
              </a:rPr>
              <a:t>tha</a:t>
            </a:r>
            <a:r>
              <a:rPr sz="2800" dirty="0">
                <a:solidFill>
                  <a:srgbClr val="C82506"/>
                </a:solidFill>
                <a:latin typeface="Gill Sans MT"/>
                <a:cs typeface="Gill Sans MT"/>
              </a:rPr>
              <a:t>t</a:t>
            </a:r>
            <a:r>
              <a:rPr sz="2800" spc="-5" dirty="0">
                <a:solidFill>
                  <a:srgbClr val="C82506"/>
                </a:solidFill>
                <a:latin typeface="Gill Sans MT"/>
                <a:cs typeface="Gill Sans MT"/>
              </a:rPr>
              <a:t> </a:t>
            </a:r>
            <a:r>
              <a:rPr sz="2800" dirty="0">
                <a:solidFill>
                  <a:srgbClr val="C82506"/>
                </a:solidFill>
                <a:latin typeface="Gill Sans MT"/>
                <a:cs typeface="Gill Sans MT"/>
              </a:rPr>
              <a:t>RL</a:t>
            </a:r>
            <a:r>
              <a:rPr sz="2800" spc="-5" dirty="0">
                <a:solidFill>
                  <a:srgbClr val="C82506"/>
                </a:solidFill>
                <a:latin typeface="Gill Sans MT"/>
                <a:cs typeface="Gill Sans MT"/>
              </a:rPr>
              <a:t> </a:t>
            </a:r>
            <a:r>
              <a:rPr sz="2800" spc="-75" dirty="0">
                <a:solidFill>
                  <a:srgbClr val="C82506"/>
                </a:solidFill>
                <a:latin typeface="Gill Sans MT"/>
                <a:cs typeface="Gill Sans MT"/>
              </a:rPr>
              <a:t>r</a:t>
            </a:r>
            <a:r>
              <a:rPr sz="2800" spc="-45" dirty="0">
                <a:solidFill>
                  <a:srgbClr val="C82506"/>
                </a:solidFill>
                <a:latin typeface="Gill Sans MT"/>
                <a:cs typeface="Gill Sans MT"/>
              </a:rPr>
              <a:t>e</a:t>
            </a:r>
            <a:r>
              <a:rPr sz="2800" spc="-5" dirty="0">
                <a:solidFill>
                  <a:srgbClr val="C82506"/>
                </a:solidFill>
                <a:latin typeface="Gill Sans MT"/>
                <a:cs typeface="Gill Sans MT"/>
              </a:rPr>
              <a:t>w</a:t>
            </a:r>
            <a:r>
              <a:rPr sz="2800" spc="-15" dirty="0">
                <a:solidFill>
                  <a:srgbClr val="C82506"/>
                </a:solidFill>
                <a:latin typeface="Gill Sans MT"/>
                <a:cs typeface="Gill Sans MT"/>
              </a:rPr>
              <a:t>a</a:t>
            </a:r>
            <a:r>
              <a:rPr sz="2800" spc="-60" dirty="0">
                <a:solidFill>
                  <a:srgbClr val="C82506"/>
                </a:solidFill>
                <a:latin typeface="Gill Sans MT"/>
                <a:cs typeface="Gill Sans MT"/>
              </a:rPr>
              <a:t>r</a:t>
            </a:r>
            <a:r>
              <a:rPr sz="2800" spc="-15" dirty="0">
                <a:solidFill>
                  <a:srgbClr val="C82506"/>
                </a:solidFill>
                <a:latin typeface="Gill Sans MT"/>
                <a:cs typeface="Gill Sans MT"/>
              </a:rPr>
              <a:t>d</a:t>
            </a:r>
            <a:endParaRPr sz="2800" dirty="0">
              <a:latin typeface="Gill Sans MT"/>
              <a:cs typeface="Gill Sans MT"/>
            </a:endParaRPr>
          </a:p>
          <a:p>
            <a:pPr marL="808038" lvl="1" indent="-350838">
              <a:lnSpc>
                <a:spcPct val="100000"/>
              </a:lnSpc>
              <a:spcBef>
                <a:spcPts val="160"/>
              </a:spcBef>
              <a:buSzPct val="70000"/>
              <a:buFont typeface="Wingdings" panose="05000000000000000000" pitchFamily="2" charset="2"/>
              <a:buChar char="§"/>
              <a:tabLst>
                <a:tab pos="469900" algn="l"/>
              </a:tabLst>
            </a:pPr>
            <a:r>
              <a:rPr sz="2800" spc="-5" dirty="0">
                <a:solidFill>
                  <a:srgbClr val="C82506"/>
                </a:solidFill>
                <a:latin typeface="Gill Sans MT"/>
                <a:cs typeface="Gill Sans MT"/>
              </a:rPr>
              <a:t>i</a:t>
            </a:r>
            <a:r>
              <a:rPr sz="2800" spc="-15" dirty="0">
                <a:solidFill>
                  <a:srgbClr val="C82506"/>
                </a:solidFill>
                <a:latin typeface="Gill Sans MT"/>
                <a:cs typeface="Gill Sans MT"/>
              </a:rPr>
              <a:t>s</a:t>
            </a:r>
            <a:r>
              <a:rPr sz="2800" spc="-5" dirty="0">
                <a:solidFill>
                  <a:srgbClr val="C82506"/>
                </a:solidFill>
                <a:latin typeface="Gill Sans MT"/>
                <a:cs typeface="Gill Sans MT"/>
              </a:rPr>
              <a:t> </a:t>
            </a:r>
            <a:r>
              <a:rPr sz="2800" dirty="0">
                <a:solidFill>
                  <a:srgbClr val="C82506"/>
                </a:solidFill>
                <a:latin typeface="Gill Sans MT"/>
                <a:cs typeface="Gill Sans MT"/>
              </a:rPr>
              <a:t>typi</a:t>
            </a:r>
            <a:r>
              <a:rPr sz="2800" spc="-15" dirty="0">
                <a:solidFill>
                  <a:srgbClr val="C82506"/>
                </a:solidFill>
                <a:latin typeface="Gill Sans MT"/>
                <a:cs typeface="Gill Sans MT"/>
              </a:rPr>
              <a:t>ca</a:t>
            </a:r>
            <a:r>
              <a:rPr sz="2800" spc="-5" dirty="0">
                <a:solidFill>
                  <a:srgbClr val="C82506"/>
                </a:solidFill>
                <a:latin typeface="Gill Sans MT"/>
                <a:cs typeface="Gill Sans MT"/>
              </a:rPr>
              <a:t>l</a:t>
            </a:r>
            <a:r>
              <a:rPr sz="2800" spc="-30" dirty="0">
                <a:solidFill>
                  <a:srgbClr val="C82506"/>
                </a:solidFill>
                <a:latin typeface="Gill Sans MT"/>
                <a:cs typeface="Gill Sans MT"/>
              </a:rPr>
              <a:t>l</a:t>
            </a:r>
            <a:r>
              <a:rPr sz="2800" spc="-15" dirty="0">
                <a:solidFill>
                  <a:srgbClr val="C82506"/>
                </a:solidFill>
                <a:latin typeface="Gill Sans MT"/>
                <a:cs typeface="Gill Sans MT"/>
              </a:rPr>
              <a:t>y</a:t>
            </a:r>
            <a:r>
              <a:rPr sz="2800" spc="-5" dirty="0">
                <a:solidFill>
                  <a:srgbClr val="C82506"/>
                </a:solidFill>
                <a:latin typeface="Gill Sans MT"/>
                <a:cs typeface="Gill Sans MT"/>
              </a:rPr>
              <a:t> </a:t>
            </a:r>
            <a:r>
              <a:rPr sz="2800" u="heavy" spc="-15" dirty="0">
                <a:solidFill>
                  <a:srgbClr val="C82506"/>
                </a:solidFill>
                <a:latin typeface="Gill Sans MT"/>
                <a:cs typeface="Gill Sans MT"/>
              </a:rPr>
              <a:t>cu</a:t>
            </a:r>
            <a:r>
              <a:rPr sz="2800" u="heavy" spc="-55" dirty="0">
                <a:solidFill>
                  <a:srgbClr val="C82506"/>
                </a:solidFill>
                <a:latin typeface="Gill Sans MT"/>
                <a:cs typeface="Gill Sans MT"/>
              </a:rPr>
              <a:t>m</a:t>
            </a:r>
            <a:r>
              <a:rPr sz="2800" u="heavy" dirty="0">
                <a:solidFill>
                  <a:srgbClr val="C82506"/>
                </a:solidFill>
                <a:latin typeface="Gill Sans MT"/>
                <a:cs typeface="Gill Sans MT"/>
              </a:rPr>
              <a:t>u</a:t>
            </a:r>
            <a:r>
              <a:rPr sz="2800" u="heavy" spc="-5" dirty="0">
                <a:solidFill>
                  <a:srgbClr val="C82506"/>
                </a:solidFill>
                <a:latin typeface="Gill Sans MT"/>
                <a:cs typeface="Gill Sans MT"/>
              </a:rPr>
              <a:t>l</a:t>
            </a:r>
            <a:r>
              <a:rPr sz="2800" u="heavy" spc="-15" dirty="0">
                <a:solidFill>
                  <a:srgbClr val="C82506"/>
                </a:solidFill>
                <a:latin typeface="Gill Sans MT"/>
                <a:cs typeface="Gill Sans MT"/>
              </a:rPr>
              <a:t>a</a:t>
            </a:r>
            <a:r>
              <a:rPr sz="2800" u="heavy" dirty="0">
                <a:solidFill>
                  <a:srgbClr val="C82506"/>
                </a:solidFill>
                <a:latin typeface="Gill Sans MT"/>
                <a:cs typeface="Gill Sans MT"/>
              </a:rPr>
              <a:t>t</a:t>
            </a:r>
            <a:r>
              <a:rPr sz="2800" u="heavy" spc="-5" dirty="0">
                <a:solidFill>
                  <a:srgbClr val="C82506"/>
                </a:solidFill>
                <a:latin typeface="Gill Sans MT"/>
                <a:cs typeface="Gill Sans MT"/>
              </a:rPr>
              <a:t>i</a:t>
            </a:r>
            <a:r>
              <a:rPr sz="2800" u="heavy" spc="-75" dirty="0">
                <a:solidFill>
                  <a:srgbClr val="C82506"/>
                </a:solidFill>
                <a:latin typeface="Gill Sans MT"/>
                <a:cs typeface="Gill Sans MT"/>
              </a:rPr>
              <a:t>v</a:t>
            </a:r>
            <a:r>
              <a:rPr sz="2800" u="heavy" dirty="0">
                <a:solidFill>
                  <a:srgbClr val="C82506"/>
                </a:solidFill>
                <a:latin typeface="Gill Sans MT"/>
                <a:cs typeface="Gill Sans MT"/>
              </a:rPr>
              <a:t>e</a:t>
            </a:r>
            <a:r>
              <a:rPr sz="2800" spc="-5" dirty="0">
                <a:solidFill>
                  <a:srgbClr val="C82506"/>
                </a:solidFill>
                <a:latin typeface="Gill Sans MT"/>
                <a:cs typeface="Gill Sans MT"/>
              </a:rPr>
              <a:t> </a:t>
            </a:r>
            <a:r>
              <a:rPr sz="2800" spc="-50" dirty="0">
                <a:solidFill>
                  <a:srgbClr val="C82506"/>
                </a:solidFill>
                <a:latin typeface="Gill Sans MT"/>
                <a:cs typeface="Gill Sans MT"/>
              </a:rPr>
              <a:t>o</a:t>
            </a:r>
            <a:r>
              <a:rPr sz="2800" spc="-75" dirty="0">
                <a:solidFill>
                  <a:srgbClr val="C82506"/>
                </a:solidFill>
                <a:latin typeface="Gill Sans MT"/>
                <a:cs typeface="Gill Sans MT"/>
              </a:rPr>
              <a:t>v</a:t>
            </a:r>
            <a:r>
              <a:rPr sz="2800" dirty="0">
                <a:solidFill>
                  <a:srgbClr val="C82506"/>
                </a:solidFill>
                <a:latin typeface="Gill Sans MT"/>
                <a:cs typeface="Gill Sans MT"/>
              </a:rPr>
              <a:t>er</a:t>
            </a:r>
            <a:r>
              <a:rPr sz="2800" spc="-5" dirty="0">
                <a:solidFill>
                  <a:srgbClr val="C82506"/>
                </a:solidFill>
                <a:latin typeface="Gill Sans MT"/>
                <a:cs typeface="Gill Sans MT"/>
              </a:rPr>
              <a:t> </a:t>
            </a:r>
            <a:r>
              <a:rPr sz="2800" dirty="0">
                <a:solidFill>
                  <a:srgbClr val="C82506"/>
                </a:solidFill>
                <a:latin typeface="Gill Sans MT"/>
                <a:cs typeface="Gill Sans MT"/>
              </a:rPr>
              <a:t>t</a:t>
            </a:r>
            <a:r>
              <a:rPr sz="2800" spc="-5" dirty="0">
                <a:solidFill>
                  <a:srgbClr val="C82506"/>
                </a:solidFill>
                <a:latin typeface="Gill Sans MT"/>
                <a:cs typeface="Gill Sans MT"/>
              </a:rPr>
              <a:t>i</a:t>
            </a:r>
            <a:r>
              <a:rPr sz="2800" dirty="0">
                <a:solidFill>
                  <a:srgbClr val="C82506"/>
                </a:solidFill>
                <a:latin typeface="Gill Sans MT"/>
                <a:cs typeface="Gill Sans MT"/>
              </a:rPr>
              <a:t>me</a:t>
            </a:r>
            <a:endParaRPr sz="2800" dirty="0">
              <a:latin typeface="Gill Sans MT"/>
              <a:cs typeface="Gill Sans MT"/>
            </a:endParaRPr>
          </a:p>
          <a:p>
            <a:pPr marL="808038" lvl="1" indent="-350838">
              <a:lnSpc>
                <a:spcPct val="100000"/>
              </a:lnSpc>
              <a:spcBef>
                <a:spcPts val="160"/>
              </a:spcBef>
              <a:buSzPct val="70000"/>
              <a:buFont typeface="Wingdings" panose="05000000000000000000" pitchFamily="2" charset="2"/>
              <a:buChar char="§"/>
              <a:tabLst>
                <a:tab pos="469900" algn="l"/>
              </a:tabLst>
            </a:pPr>
            <a:r>
              <a:rPr sz="2800" spc="-15" dirty="0">
                <a:solidFill>
                  <a:srgbClr val="C82506"/>
                </a:solidFill>
                <a:latin typeface="Gill Sans MT"/>
                <a:cs typeface="Gill Sans MT"/>
              </a:rPr>
              <a:t>depends</a:t>
            </a:r>
            <a:r>
              <a:rPr sz="2800" spc="-5" dirty="0">
                <a:solidFill>
                  <a:srgbClr val="C82506"/>
                </a:solidFill>
                <a:latin typeface="Gill Sans MT"/>
                <a:cs typeface="Gill Sans MT"/>
              </a:rPr>
              <a:t> </a:t>
            </a:r>
            <a:r>
              <a:rPr sz="2800" spc="-20" dirty="0">
                <a:solidFill>
                  <a:srgbClr val="C82506"/>
                </a:solidFill>
                <a:latin typeface="Gill Sans MT"/>
                <a:cs typeface="Gill Sans MT"/>
              </a:rPr>
              <a:t>o</a:t>
            </a:r>
            <a:r>
              <a:rPr sz="2800" dirty="0">
                <a:solidFill>
                  <a:srgbClr val="C82506"/>
                </a:solidFill>
                <a:latin typeface="Gill Sans MT"/>
                <a:cs typeface="Gill Sans MT"/>
              </a:rPr>
              <a:t>n</a:t>
            </a:r>
            <a:r>
              <a:rPr sz="2800" spc="-5" dirty="0">
                <a:solidFill>
                  <a:srgbClr val="C82506"/>
                </a:solidFill>
                <a:latin typeface="Gill Sans MT"/>
                <a:cs typeface="Gill Sans MT"/>
              </a:rPr>
              <a:t> </a:t>
            </a:r>
            <a:r>
              <a:rPr sz="2800" spc="-15" dirty="0">
                <a:solidFill>
                  <a:srgbClr val="C82506"/>
                </a:solidFill>
                <a:latin typeface="Gill Sans MT"/>
                <a:cs typeface="Gill Sans MT"/>
              </a:rPr>
              <a:t>a</a:t>
            </a:r>
            <a:r>
              <a:rPr sz="2800" dirty="0">
                <a:solidFill>
                  <a:srgbClr val="C82506"/>
                </a:solidFill>
                <a:latin typeface="Gill Sans MT"/>
                <a:cs typeface="Gill Sans MT"/>
              </a:rPr>
              <a:t>ct</a:t>
            </a:r>
            <a:r>
              <a:rPr sz="2800" spc="-5" dirty="0">
                <a:solidFill>
                  <a:srgbClr val="C82506"/>
                </a:solidFill>
                <a:latin typeface="Gill Sans MT"/>
                <a:cs typeface="Gill Sans MT"/>
              </a:rPr>
              <a:t>i</a:t>
            </a:r>
            <a:r>
              <a:rPr sz="2800" spc="-20" dirty="0">
                <a:solidFill>
                  <a:srgbClr val="C82506"/>
                </a:solidFill>
                <a:latin typeface="Gill Sans MT"/>
                <a:cs typeface="Gill Sans MT"/>
              </a:rPr>
              <a:t>o</a:t>
            </a:r>
            <a:r>
              <a:rPr sz="2800" dirty="0">
                <a:solidFill>
                  <a:srgbClr val="C82506"/>
                </a:solidFill>
                <a:latin typeface="Gill Sans MT"/>
                <a:cs typeface="Gill Sans MT"/>
              </a:rPr>
              <a:t>n</a:t>
            </a:r>
            <a:r>
              <a:rPr sz="2800" spc="-5" dirty="0">
                <a:solidFill>
                  <a:srgbClr val="C82506"/>
                </a:solidFill>
                <a:latin typeface="Gill Sans MT"/>
                <a:cs typeface="Gill Sans MT"/>
              </a:rPr>
              <a:t> </a:t>
            </a:r>
            <a:r>
              <a:rPr sz="2800" u="heavy" spc="-15" dirty="0">
                <a:solidFill>
                  <a:srgbClr val="C82506"/>
                </a:solidFill>
                <a:latin typeface="Gill Sans MT"/>
              </a:rPr>
              <a:t>and environment state</a:t>
            </a:r>
          </a:p>
          <a:p>
            <a:pPr marL="808038" lvl="1" indent="-350838">
              <a:lnSpc>
                <a:spcPct val="100000"/>
              </a:lnSpc>
              <a:spcBef>
                <a:spcPts val="160"/>
              </a:spcBef>
              <a:buSzPct val="70000"/>
              <a:buFont typeface="Wingdings" panose="05000000000000000000" pitchFamily="2" charset="2"/>
              <a:buChar char="§"/>
              <a:tabLst>
                <a:tab pos="469900" algn="l"/>
              </a:tabLst>
            </a:pPr>
            <a:r>
              <a:rPr sz="2800" u="heavy" spc="-15" dirty="0">
                <a:solidFill>
                  <a:srgbClr val="C82506"/>
                </a:solidFill>
                <a:latin typeface="Gill Sans MT"/>
                <a:cs typeface="Gill Sans MT"/>
              </a:rPr>
              <a:t>ca</a:t>
            </a:r>
            <a:r>
              <a:rPr sz="2800" u="heavy" dirty="0">
                <a:solidFill>
                  <a:srgbClr val="C82506"/>
                </a:solidFill>
                <a:latin typeface="Gill Sans MT"/>
                <a:cs typeface="Gill Sans MT"/>
              </a:rPr>
              <a:t>n</a:t>
            </a:r>
            <a:r>
              <a:rPr sz="2800" u="heavy" spc="-10" dirty="0">
                <a:solidFill>
                  <a:srgbClr val="C82506"/>
                </a:solidFill>
                <a:latin typeface="Gill Sans MT"/>
                <a:cs typeface="Gill Sans MT"/>
              </a:rPr>
              <a:t> </a:t>
            </a:r>
            <a:r>
              <a:rPr sz="2800" u="heavy" dirty="0">
                <a:solidFill>
                  <a:srgbClr val="C82506"/>
                </a:solidFill>
                <a:latin typeface="Gill Sans MT"/>
                <a:cs typeface="Gill Sans MT"/>
              </a:rPr>
              <a:t>be</a:t>
            </a:r>
            <a:r>
              <a:rPr sz="2800" u="heavy" spc="-15" dirty="0">
                <a:solidFill>
                  <a:srgbClr val="C82506"/>
                </a:solidFill>
                <a:latin typeface="Gill Sans MT"/>
                <a:cs typeface="Gill Sans MT"/>
              </a:rPr>
              <a:t> d</a:t>
            </a:r>
            <a:r>
              <a:rPr sz="2800" u="heavy" dirty="0">
                <a:solidFill>
                  <a:srgbClr val="C82506"/>
                </a:solidFill>
                <a:latin typeface="Gill Sans MT"/>
                <a:cs typeface="Gill Sans MT"/>
              </a:rPr>
              <a:t>e</a:t>
            </a:r>
            <a:r>
              <a:rPr sz="2800" u="heavy" spc="-5" dirty="0">
                <a:solidFill>
                  <a:srgbClr val="C82506"/>
                </a:solidFill>
                <a:latin typeface="Gill Sans MT"/>
                <a:cs typeface="Gill Sans MT"/>
              </a:rPr>
              <a:t>l</a:t>
            </a:r>
            <a:r>
              <a:rPr sz="2800" u="heavy" spc="-130" dirty="0">
                <a:solidFill>
                  <a:srgbClr val="C82506"/>
                </a:solidFill>
                <a:latin typeface="Gill Sans MT"/>
                <a:cs typeface="Gill Sans MT"/>
              </a:rPr>
              <a:t>a</a:t>
            </a:r>
            <a:r>
              <a:rPr sz="2800" u="heavy" spc="-75" dirty="0">
                <a:solidFill>
                  <a:srgbClr val="C82506"/>
                </a:solidFill>
                <a:latin typeface="Gill Sans MT"/>
                <a:cs typeface="Gill Sans MT"/>
              </a:rPr>
              <a:t>y</a:t>
            </a:r>
            <a:r>
              <a:rPr sz="2800" u="heavy" spc="-15" dirty="0">
                <a:solidFill>
                  <a:srgbClr val="C82506"/>
                </a:solidFill>
                <a:latin typeface="Gill Sans MT"/>
                <a:cs typeface="Gill Sans MT"/>
              </a:rPr>
              <a:t>ed</a:t>
            </a:r>
            <a:endParaRPr sz="2800" dirty="0">
              <a:latin typeface="Gill Sans MT"/>
              <a:cs typeface="Gill Sans MT"/>
            </a:endParaRPr>
          </a:p>
          <a:p>
            <a:pPr marL="1036638" lvl="2" indent="-228600">
              <a:lnSpc>
                <a:spcPct val="100000"/>
              </a:lnSpc>
              <a:spcBef>
                <a:spcPts val="160"/>
              </a:spcBef>
              <a:buClr>
                <a:srgbClr val="C82506"/>
              </a:buClr>
              <a:buFont typeface="Lucida Sans Unicode"/>
              <a:buChar char="‣"/>
              <a:tabLst>
                <a:tab pos="1143000" algn="l"/>
              </a:tabLst>
            </a:pPr>
            <a:r>
              <a:rPr sz="2800" spc="-15" dirty="0">
                <a:solidFill>
                  <a:srgbClr val="C82506"/>
                </a:solidFill>
                <a:latin typeface="Gill Sans MT"/>
                <a:cs typeface="Gill Sans MT"/>
              </a:rPr>
              <a:t>eg</a:t>
            </a:r>
            <a:r>
              <a:rPr sz="2800" dirty="0">
                <a:solidFill>
                  <a:srgbClr val="C82506"/>
                </a:solidFill>
                <a:latin typeface="Gill Sans MT"/>
                <a:cs typeface="Gill Sans MT"/>
              </a:rPr>
              <a:t>.</a:t>
            </a:r>
            <a:r>
              <a:rPr sz="2800" spc="-285" dirty="0">
                <a:solidFill>
                  <a:srgbClr val="C82506"/>
                </a:solidFill>
                <a:latin typeface="Gill Sans MT"/>
                <a:cs typeface="Gill Sans MT"/>
              </a:rPr>
              <a:t> </a:t>
            </a:r>
            <a:r>
              <a:rPr sz="2800" spc="-5" dirty="0">
                <a:solidFill>
                  <a:srgbClr val="C82506"/>
                </a:solidFill>
                <a:latin typeface="Gill Sans MT"/>
                <a:cs typeface="Gill Sans MT"/>
              </a:rPr>
              <a:t>i</a:t>
            </a:r>
            <a:r>
              <a:rPr sz="2800" spc="-45" dirty="0">
                <a:solidFill>
                  <a:srgbClr val="C82506"/>
                </a:solidFill>
                <a:latin typeface="Gill Sans MT"/>
                <a:cs typeface="Gill Sans MT"/>
              </a:rPr>
              <a:t>n</a:t>
            </a:r>
            <a:r>
              <a:rPr sz="2800" spc="-75" dirty="0">
                <a:solidFill>
                  <a:srgbClr val="C82506"/>
                </a:solidFill>
                <a:latin typeface="Gill Sans MT"/>
                <a:cs typeface="Gill Sans MT"/>
              </a:rPr>
              <a:t>v</a:t>
            </a:r>
            <a:r>
              <a:rPr sz="2800" spc="-15" dirty="0">
                <a:solidFill>
                  <a:srgbClr val="C82506"/>
                </a:solidFill>
                <a:latin typeface="Gill Sans MT"/>
                <a:cs typeface="Gill Sans MT"/>
              </a:rPr>
              <a:t>es</a:t>
            </a:r>
            <a:r>
              <a:rPr sz="2800" dirty="0">
                <a:solidFill>
                  <a:srgbClr val="C82506"/>
                </a:solidFill>
                <a:latin typeface="Gill Sans MT"/>
                <a:cs typeface="Gill Sans MT"/>
              </a:rPr>
              <a:t>t</a:t>
            </a:r>
            <a:r>
              <a:rPr sz="2800" spc="-5" dirty="0">
                <a:solidFill>
                  <a:srgbClr val="C82506"/>
                </a:solidFill>
                <a:latin typeface="Gill Sans MT"/>
                <a:cs typeface="Gill Sans MT"/>
              </a:rPr>
              <a:t>i</a:t>
            </a:r>
            <a:r>
              <a:rPr sz="2800" spc="-15" dirty="0">
                <a:solidFill>
                  <a:srgbClr val="C82506"/>
                </a:solidFill>
                <a:latin typeface="Gill Sans MT"/>
                <a:cs typeface="Gill Sans MT"/>
              </a:rPr>
              <a:t>ng</a:t>
            </a:r>
            <a:r>
              <a:rPr sz="2800" spc="-5" dirty="0">
                <a:solidFill>
                  <a:srgbClr val="C82506"/>
                </a:solidFill>
                <a:latin typeface="Gill Sans MT"/>
                <a:cs typeface="Gill Sans MT"/>
              </a:rPr>
              <a:t> </a:t>
            </a:r>
            <a:r>
              <a:rPr sz="2800" dirty="0">
                <a:solidFill>
                  <a:srgbClr val="C82506"/>
                </a:solidFill>
                <a:latin typeface="Gill Sans MT"/>
                <a:cs typeface="Gill Sans MT"/>
              </a:rPr>
              <a:t>be</a:t>
            </a:r>
            <a:r>
              <a:rPr sz="2800" spc="-30" dirty="0">
                <a:solidFill>
                  <a:srgbClr val="C82506"/>
                </a:solidFill>
                <a:latin typeface="Gill Sans MT"/>
                <a:cs typeface="Gill Sans MT"/>
              </a:rPr>
              <a:t>f</a:t>
            </a:r>
            <a:r>
              <a:rPr sz="2800" spc="-20" dirty="0">
                <a:solidFill>
                  <a:srgbClr val="C82506"/>
                </a:solidFill>
                <a:latin typeface="Gill Sans MT"/>
                <a:cs typeface="Gill Sans MT"/>
              </a:rPr>
              <a:t>o</a:t>
            </a:r>
            <a:r>
              <a:rPr sz="2800" spc="-75" dirty="0">
                <a:solidFill>
                  <a:srgbClr val="C82506"/>
                </a:solidFill>
                <a:latin typeface="Gill Sans MT"/>
                <a:cs typeface="Gill Sans MT"/>
              </a:rPr>
              <a:t>r</a:t>
            </a:r>
            <a:r>
              <a:rPr sz="2800" dirty="0">
                <a:solidFill>
                  <a:srgbClr val="C82506"/>
                </a:solidFill>
                <a:latin typeface="Gill Sans MT"/>
                <a:cs typeface="Gill Sans MT"/>
              </a:rPr>
              <a:t>e</a:t>
            </a:r>
            <a:r>
              <a:rPr sz="2800" spc="-5" dirty="0">
                <a:solidFill>
                  <a:srgbClr val="C82506"/>
                </a:solidFill>
                <a:latin typeface="Gill Sans MT"/>
                <a:cs typeface="Gill Sans MT"/>
              </a:rPr>
              <a:t> </a:t>
            </a:r>
            <a:r>
              <a:rPr sz="2800" spc="-15" dirty="0">
                <a:solidFill>
                  <a:srgbClr val="C82506"/>
                </a:solidFill>
                <a:latin typeface="Gill Sans MT"/>
                <a:cs typeface="Gill Sans MT"/>
              </a:rPr>
              <a:t>cas</a:t>
            </a:r>
            <a:r>
              <a:rPr sz="2800" dirty="0">
                <a:solidFill>
                  <a:srgbClr val="C82506"/>
                </a:solidFill>
                <a:latin typeface="Gill Sans MT"/>
                <a:cs typeface="Gill Sans MT"/>
              </a:rPr>
              <a:t>h</a:t>
            </a:r>
            <a:r>
              <a:rPr sz="2800" spc="-5" dirty="0">
                <a:solidFill>
                  <a:srgbClr val="C82506"/>
                </a:solidFill>
                <a:latin typeface="Gill Sans MT"/>
                <a:cs typeface="Gill Sans MT"/>
              </a:rPr>
              <a:t>i</a:t>
            </a:r>
            <a:r>
              <a:rPr sz="2800" spc="-15" dirty="0">
                <a:solidFill>
                  <a:srgbClr val="C82506"/>
                </a:solidFill>
                <a:latin typeface="Gill Sans MT"/>
                <a:cs typeface="Gill Sans MT"/>
              </a:rPr>
              <a:t>ng</a:t>
            </a:r>
            <a:r>
              <a:rPr sz="2800" spc="-5" dirty="0">
                <a:solidFill>
                  <a:srgbClr val="C82506"/>
                </a:solidFill>
                <a:latin typeface="Gill Sans MT"/>
                <a:cs typeface="Gill Sans MT"/>
              </a:rPr>
              <a:t> i</a:t>
            </a:r>
            <a:r>
              <a:rPr sz="2800" dirty="0">
                <a:solidFill>
                  <a:srgbClr val="C82506"/>
                </a:solidFill>
                <a:latin typeface="Gill Sans MT"/>
                <a:cs typeface="Gill Sans MT"/>
              </a:rPr>
              <a:t>n</a:t>
            </a:r>
            <a:r>
              <a:rPr sz="2800" spc="-5" dirty="0">
                <a:solidFill>
                  <a:srgbClr val="C82506"/>
                </a:solidFill>
                <a:latin typeface="Gill Sans MT"/>
                <a:cs typeface="Gill Sans MT"/>
              </a:rPr>
              <a:t> l</a:t>
            </a:r>
            <a:r>
              <a:rPr sz="2800" spc="-15" dirty="0">
                <a:solidFill>
                  <a:srgbClr val="C82506"/>
                </a:solidFill>
                <a:latin typeface="Gill Sans MT"/>
                <a:cs typeface="Gill Sans MT"/>
              </a:rPr>
              <a:t>a</a:t>
            </a:r>
            <a:r>
              <a:rPr sz="2800" dirty="0">
                <a:solidFill>
                  <a:srgbClr val="C82506"/>
                </a:solidFill>
                <a:latin typeface="Gill Sans MT"/>
                <a:cs typeface="Gill Sans MT"/>
              </a:rPr>
              <a:t>ter</a:t>
            </a:r>
            <a:endParaRPr sz="2800" dirty="0">
              <a:latin typeface="Gill Sans MT"/>
              <a:cs typeface="Gill Sans MT"/>
            </a:endParaRPr>
          </a:p>
        </p:txBody>
      </p:sp>
      <p:sp>
        <p:nvSpPr>
          <p:cNvPr id="11" name="Slide Number Placeholder 10">
            <a:extLst>
              <a:ext uri="{FF2B5EF4-FFF2-40B4-BE49-F238E27FC236}">
                <a16:creationId xmlns:a16="http://schemas.microsoft.com/office/drawing/2014/main" id="{EDC0461D-8F11-77E4-C93A-8F46C6462D5B}"/>
              </a:ext>
            </a:extLst>
          </p:cNvPr>
          <p:cNvSpPr>
            <a:spLocks noGrp="1"/>
          </p:cNvSpPr>
          <p:nvPr>
            <p:ph type="sldNum" sz="quarter" idx="2"/>
          </p:nvPr>
        </p:nvSpPr>
        <p:spPr/>
        <p:txBody>
          <a:bodyPr/>
          <a:lstStyle/>
          <a:p>
            <a:fld id="{86CB4B4D-7CA3-9044-876B-883B54F8677D}" type="slidenum">
              <a:rPr lang="en-US" smtClean="0"/>
              <a:pPr/>
              <a:t>27</a:t>
            </a:fld>
            <a:r>
              <a:rPr lang="en-US" dirty="0"/>
              <a:t>/33</a:t>
            </a:r>
          </a:p>
        </p:txBody>
      </p:sp>
      <p:sp>
        <p:nvSpPr>
          <p:cNvPr id="12" name="Footer Placeholder 11">
            <a:extLst>
              <a:ext uri="{FF2B5EF4-FFF2-40B4-BE49-F238E27FC236}">
                <a16:creationId xmlns:a16="http://schemas.microsoft.com/office/drawing/2014/main" id="{71FCF97D-04FD-7A91-2785-15C08294B542}"/>
              </a:ext>
            </a:extLst>
          </p:cNvPr>
          <p:cNvSpPr>
            <a:spLocks noGrp="1"/>
          </p:cNvSpPr>
          <p:nvPr>
            <p:ph type="ftr" sz="quarter" idx="5"/>
          </p:nvPr>
        </p:nvSpPr>
        <p:spPr/>
        <p:txBody>
          <a:bodyPr/>
          <a:lstStyle/>
          <a:p>
            <a:pPr defTabSz="406400" hangingPunct="0">
              <a:defRPr/>
            </a:pPr>
            <a:r>
              <a:rPr lang="en-US" dirty="0"/>
              <a:t>Week-6</a:t>
            </a:r>
          </a:p>
        </p:txBody>
      </p:sp>
      <p:sp>
        <p:nvSpPr>
          <p:cNvPr id="13" name="Rectangle 12">
            <a:extLst>
              <a:ext uri="{FF2B5EF4-FFF2-40B4-BE49-F238E27FC236}">
                <a16:creationId xmlns:a16="http://schemas.microsoft.com/office/drawing/2014/main" id="{FCDFD285-DDD1-903F-CB4E-4B4A14F0CAF3}"/>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tx1"/>
                </a:solidFill>
              </a:rPr>
              <a:t>   FIT5226-S2-2024</a:t>
            </a:r>
            <a:endParaRPr lang="en-US" b="1" dirty="0">
              <a:solidFill>
                <a:schemeClr val="tx1"/>
              </a:solidFill>
            </a:endParaRPr>
          </a:p>
        </p:txBody>
      </p:sp>
      <p:sp>
        <p:nvSpPr>
          <p:cNvPr id="14" name="Rectangle 13">
            <a:extLst>
              <a:ext uri="{FF2B5EF4-FFF2-40B4-BE49-F238E27FC236}">
                <a16:creationId xmlns:a16="http://schemas.microsoft.com/office/drawing/2014/main" id="{30244390-BE98-670D-6D68-55AD6EB64119}"/>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72A8D45-31A0-B41E-4756-0D08D015ED0D}"/>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More</a:t>
            </a:r>
            <a:r>
              <a:rPr spc="-5" dirty="0"/>
              <a:t> </a:t>
            </a:r>
            <a:r>
              <a:rPr dirty="0"/>
              <a:t>Example</a:t>
            </a:r>
            <a:r>
              <a:rPr spc="-5" dirty="0"/>
              <a:t> </a:t>
            </a:r>
            <a:r>
              <a:rPr spc="-30" dirty="0"/>
              <a:t>G</a:t>
            </a:r>
            <a:r>
              <a:rPr dirty="0"/>
              <a:t>ames</a:t>
            </a:r>
          </a:p>
        </p:txBody>
      </p:sp>
      <p:sp>
        <p:nvSpPr>
          <p:cNvPr id="5" name="object 5"/>
          <p:cNvSpPr/>
          <p:nvPr/>
        </p:nvSpPr>
        <p:spPr>
          <a:xfrm>
            <a:off x="314365" y="1735025"/>
            <a:ext cx="5381925" cy="682530"/>
          </a:xfrm>
          <a:prstGeom prst="rect">
            <a:avLst/>
          </a:prstGeom>
          <a:blipFill>
            <a:blip r:embed="rId3" cstate="print"/>
            <a:stretch>
              <a:fillRect/>
            </a:stretch>
          </a:blipFill>
        </p:spPr>
        <p:txBody>
          <a:bodyPr wrap="square" lIns="0" tIns="0" rIns="0" bIns="0" rtlCol="0"/>
          <a:lstStyle/>
          <a:p>
            <a:endParaRPr/>
          </a:p>
        </p:txBody>
      </p:sp>
      <p:sp>
        <p:nvSpPr>
          <p:cNvPr id="6" name="object 6"/>
          <p:cNvSpPr txBox="1"/>
          <p:nvPr/>
        </p:nvSpPr>
        <p:spPr>
          <a:xfrm>
            <a:off x="322247" y="2885437"/>
            <a:ext cx="8141970" cy="2794000"/>
          </a:xfrm>
          <a:prstGeom prst="rect">
            <a:avLst/>
          </a:prstGeom>
        </p:spPr>
        <p:txBody>
          <a:bodyPr vert="horz" wrap="square" lIns="0" tIns="0" rIns="0" bIns="0" rtlCol="0">
            <a:spAutoFit/>
          </a:bodyPr>
          <a:lstStyle/>
          <a:p>
            <a:pPr marL="12700" marR="5080">
              <a:lnSpc>
                <a:spcPct val="106100"/>
              </a:lnSpc>
            </a:pPr>
            <a:r>
              <a:rPr sz="2200" dirty="0">
                <a:latin typeface="Times New Roman"/>
                <a:cs typeface="Times New Roman"/>
              </a:rPr>
              <a:t>S</a:t>
            </a:r>
            <a:r>
              <a:rPr sz="2200" spc="-10" dirty="0">
                <a:latin typeface="Times New Roman"/>
                <a:cs typeface="Times New Roman"/>
              </a:rPr>
              <a:t>hould you s</a:t>
            </a:r>
            <a:r>
              <a:rPr sz="2200" spc="-15" dirty="0">
                <a:latin typeface="Times New Roman"/>
                <a:cs typeface="Times New Roman"/>
              </a:rPr>
              <a:t>e</a:t>
            </a:r>
            <a:r>
              <a:rPr sz="2200" dirty="0">
                <a:latin typeface="Times New Roman"/>
                <a:cs typeface="Times New Roman"/>
              </a:rPr>
              <a:t>nd your </a:t>
            </a:r>
            <a:r>
              <a:rPr sz="2200" spc="-15" dirty="0">
                <a:latin typeface="Times New Roman"/>
                <a:cs typeface="Times New Roman"/>
              </a:rPr>
              <a:t>packe</a:t>
            </a:r>
            <a:r>
              <a:rPr sz="2200" spc="-10" dirty="0">
                <a:latin typeface="Times New Roman"/>
                <a:cs typeface="Times New Roman"/>
              </a:rPr>
              <a:t>t</a:t>
            </a:r>
            <a:r>
              <a:rPr sz="2200" dirty="0">
                <a:latin typeface="Times New Roman"/>
                <a:cs typeface="Times New Roman"/>
              </a:rPr>
              <a:t>s us</a:t>
            </a:r>
            <a:r>
              <a:rPr sz="2200" spc="-10" dirty="0">
                <a:latin typeface="Times New Roman"/>
                <a:cs typeface="Times New Roman"/>
              </a:rPr>
              <a:t>i</a:t>
            </a:r>
            <a:r>
              <a:rPr sz="2200" dirty="0">
                <a:latin typeface="Times New Roman"/>
                <a:cs typeface="Times New Roman"/>
              </a:rPr>
              <a:t>ng </a:t>
            </a:r>
            <a:r>
              <a:rPr sz="2200" spc="-15" dirty="0">
                <a:latin typeface="Times New Roman"/>
                <a:cs typeface="Times New Roman"/>
              </a:rPr>
              <a:t>c</a:t>
            </a:r>
            <a:r>
              <a:rPr sz="2200" spc="-10" dirty="0">
                <a:latin typeface="Times New Roman"/>
                <a:cs typeface="Times New Roman"/>
              </a:rPr>
              <a:t>orr</a:t>
            </a:r>
            <a:r>
              <a:rPr sz="2200" spc="-15" dirty="0">
                <a:latin typeface="Times New Roman"/>
                <a:cs typeface="Times New Roman"/>
              </a:rPr>
              <a:t>ec</a:t>
            </a:r>
            <a:r>
              <a:rPr sz="2200" spc="-10" dirty="0">
                <a:latin typeface="Times New Roman"/>
                <a:cs typeface="Times New Roman"/>
              </a:rPr>
              <a:t>tly-impl</a:t>
            </a:r>
            <a:r>
              <a:rPr sz="2200" spc="-15" dirty="0">
                <a:latin typeface="Times New Roman"/>
                <a:cs typeface="Times New Roman"/>
              </a:rPr>
              <a:t>e</a:t>
            </a:r>
            <a:r>
              <a:rPr sz="2200" spc="-20" dirty="0">
                <a:latin typeface="Times New Roman"/>
                <a:cs typeface="Times New Roman"/>
              </a:rPr>
              <a:t>m</a:t>
            </a:r>
            <a:r>
              <a:rPr sz="2200" spc="-15" dirty="0">
                <a:latin typeface="Times New Roman"/>
                <a:cs typeface="Times New Roman"/>
              </a:rPr>
              <a:t>e</a:t>
            </a:r>
            <a:r>
              <a:rPr sz="2200" spc="-10" dirty="0">
                <a:latin typeface="Times New Roman"/>
                <a:cs typeface="Times New Roman"/>
              </a:rPr>
              <a:t>nt</a:t>
            </a:r>
            <a:r>
              <a:rPr sz="2200" spc="-15" dirty="0">
                <a:latin typeface="Times New Roman"/>
                <a:cs typeface="Times New Roman"/>
              </a:rPr>
              <a:t>e</a:t>
            </a:r>
            <a:r>
              <a:rPr sz="2200" dirty="0">
                <a:latin typeface="Times New Roman"/>
                <a:cs typeface="Times New Roman"/>
              </a:rPr>
              <a:t>d </a:t>
            </a:r>
            <a:r>
              <a:rPr sz="2200" b="1" dirty="0">
                <a:latin typeface="Times New Roman"/>
                <a:cs typeface="Times New Roman"/>
              </a:rPr>
              <a:t>TC</a:t>
            </a:r>
            <a:r>
              <a:rPr sz="2200" b="1" spc="-15" dirty="0">
                <a:latin typeface="Times New Roman"/>
                <a:cs typeface="Times New Roman"/>
              </a:rPr>
              <a:t>P</a:t>
            </a:r>
            <a:r>
              <a:rPr sz="2200" b="1" dirty="0">
                <a:latin typeface="Times New Roman"/>
                <a:cs typeface="Times New Roman"/>
              </a:rPr>
              <a:t> </a:t>
            </a:r>
            <a:r>
              <a:rPr sz="2200" dirty="0">
                <a:latin typeface="Times New Roman"/>
                <a:cs typeface="Times New Roman"/>
              </a:rPr>
              <a:t>(w</a:t>
            </a:r>
            <a:r>
              <a:rPr sz="2200" spc="-10" dirty="0">
                <a:latin typeface="Times New Roman"/>
                <a:cs typeface="Times New Roman"/>
              </a:rPr>
              <a:t>hi</a:t>
            </a:r>
            <a:r>
              <a:rPr sz="2200" spc="-15" dirty="0">
                <a:latin typeface="Times New Roman"/>
                <a:cs typeface="Times New Roman"/>
              </a:rPr>
              <a:t>c</a:t>
            </a:r>
            <a:r>
              <a:rPr sz="2200" dirty="0">
                <a:latin typeface="Times New Roman"/>
                <a:cs typeface="Times New Roman"/>
              </a:rPr>
              <a:t>h </a:t>
            </a:r>
            <a:r>
              <a:rPr sz="2200" spc="-15" dirty="0">
                <a:latin typeface="Times New Roman"/>
                <a:cs typeface="Times New Roman"/>
              </a:rPr>
              <a:t>ha</a:t>
            </a:r>
            <a:r>
              <a:rPr sz="2200" dirty="0">
                <a:latin typeface="Times New Roman"/>
                <a:cs typeface="Times New Roman"/>
              </a:rPr>
              <a:t>s </a:t>
            </a:r>
            <a:r>
              <a:rPr sz="2200" spc="-10" dirty="0">
                <a:latin typeface="Times New Roman"/>
                <a:cs typeface="Times New Roman"/>
              </a:rPr>
              <a:t>a</a:t>
            </a:r>
            <a:r>
              <a:rPr sz="2200" spc="-5" dirty="0">
                <a:latin typeface="Times New Roman"/>
                <a:cs typeface="Times New Roman"/>
              </a:rPr>
              <a:t> </a:t>
            </a:r>
            <a:r>
              <a:rPr sz="2200" spc="-15" dirty="0">
                <a:latin typeface="Times New Roman"/>
                <a:cs typeface="Times New Roman"/>
              </a:rPr>
              <a:t>“bac</a:t>
            </a:r>
            <a:r>
              <a:rPr sz="2200" dirty="0">
                <a:latin typeface="Times New Roman"/>
                <a:cs typeface="Times New Roman"/>
              </a:rPr>
              <a:t>ko</a:t>
            </a:r>
            <a:r>
              <a:rPr sz="2200" spc="-40" dirty="0">
                <a:latin typeface="Times New Roman"/>
                <a:cs typeface="Times New Roman"/>
              </a:rPr>
              <a:t>f</a:t>
            </a:r>
            <a:r>
              <a:rPr sz="2200" spc="-10" dirty="0">
                <a:latin typeface="Times New Roman"/>
                <a:cs typeface="Times New Roman"/>
              </a:rPr>
              <a:t>f”</a:t>
            </a:r>
            <a:r>
              <a:rPr sz="2200" spc="-5" dirty="0">
                <a:latin typeface="Times New Roman"/>
                <a:cs typeface="Times New Roman"/>
              </a:rPr>
              <a:t> </a:t>
            </a:r>
            <a:r>
              <a:rPr sz="2200" spc="-20" dirty="0">
                <a:latin typeface="Times New Roman"/>
                <a:cs typeface="Times New Roman"/>
              </a:rPr>
              <a:t>m</a:t>
            </a:r>
            <a:r>
              <a:rPr sz="2200" spc="-15" dirty="0">
                <a:latin typeface="Times New Roman"/>
                <a:cs typeface="Times New Roman"/>
              </a:rPr>
              <a:t>echa</a:t>
            </a:r>
            <a:r>
              <a:rPr sz="2200" spc="-10" dirty="0">
                <a:latin typeface="Times New Roman"/>
                <a:cs typeface="Times New Roman"/>
              </a:rPr>
              <a:t>ni</a:t>
            </a:r>
            <a:r>
              <a:rPr sz="2200" dirty="0">
                <a:latin typeface="Times New Roman"/>
                <a:cs typeface="Times New Roman"/>
              </a:rPr>
              <a:t>s</a:t>
            </a:r>
            <a:r>
              <a:rPr sz="2200" spc="-20" dirty="0">
                <a:latin typeface="Times New Roman"/>
                <a:cs typeface="Times New Roman"/>
              </a:rPr>
              <a:t>m</a:t>
            </a:r>
            <a:r>
              <a:rPr sz="2200" dirty="0">
                <a:latin typeface="Times New Roman"/>
                <a:cs typeface="Times New Roman"/>
              </a:rPr>
              <a:t>) or us</a:t>
            </a:r>
            <a:r>
              <a:rPr sz="2200" spc="-10" dirty="0">
                <a:latin typeface="Times New Roman"/>
                <a:cs typeface="Times New Roman"/>
              </a:rPr>
              <a:t>e</a:t>
            </a:r>
            <a:r>
              <a:rPr sz="2200" spc="-5" dirty="0">
                <a:latin typeface="Times New Roman"/>
                <a:cs typeface="Times New Roman"/>
              </a:rPr>
              <a:t> </a:t>
            </a:r>
            <a:r>
              <a:rPr sz="2200" spc="-10" dirty="0">
                <a:latin typeface="Times New Roman"/>
                <a:cs typeface="Times New Roman"/>
              </a:rPr>
              <a:t>a</a:t>
            </a:r>
            <a:r>
              <a:rPr sz="2200" spc="-5" dirty="0">
                <a:latin typeface="Times New Roman"/>
                <a:cs typeface="Times New Roman"/>
              </a:rPr>
              <a:t> </a:t>
            </a:r>
            <a:r>
              <a:rPr sz="2200" spc="-15" dirty="0">
                <a:latin typeface="Times New Roman"/>
                <a:cs typeface="Times New Roman"/>
              </a:rPr>
              <a:t>de</a:t>
            </a:r>
            <a:r>
              <a:rPr sz="2200" spc="-10" dirty="0">
                <a:latin typeface="Times New Roman"/>
                <a:cs typeface="Times New Roman"/>
              </a:rPr>
              <a:t>f</a:t>
            </a:r>
            <a:r>
              <a:rPr sz="2200" spc="-15" dirty="0">
                <a:latin typeface="Times New Roman"/>
                <a:cs typeface="Times New Roman"/>
              </a:rPr>
              <a:t>ec</a:t>
            </a:r>
            <a:r>
              <a:rPr sz="2200" spc="-10" dirty="0">
                <a:latin typeface="Times New Roman"/>
                <a:cs typeface="Times New Roman"/>
              </a:rPr>
              <a:t>tive</a:t>
            </a:r>
            <a:r>
              <a:rPr sz="2200" spc="-5" dirty="0">
                <a:latin typeface="Times New Roman"/>
                <a:cs typeface="Times New Roman"/>
              </a:rPr>
              <a:t> </a:t>
            </a:r>
            <a:r>
              <a:rPr sz="2200" spc="-10" dirty="0">
                <a:latin typeface="Times New Roman"/>
                <a:cs typeface="Times New Roman"/>
              </a:rPr>
              <a:t>impl</a:t>
            </a:r>
            <a:r>
              <a:rPr sz="2200" spc="-15" dirty="0">
                <a:latin typeface="Times New Roman"/>
                <a:cs typeface="Times New Roman"/>
              </a:rPr>
              <a:t>e</a:t>
            </a:r>
            <a:r>
              <a:rPr sz="2200" spc="-20" dirty="0">
                <a:latin typeface="Times New Roman"/>
                <a:cs typeface="Times New Roman"/>
              </a:rPr>
              <a:t>m</a:t>
            </a:r>
            <a:r>
              <a:rPr sz="2200" spc="-15" dirty="0">
                <a:latin typeface="Times New Roman"/>
                <a:cs typeface="Times New Roman"/>
              </a:rPr>
              <a:t>e</a:t>
            </a:r>
            <a:r>
              <a:rPr sz="2200" spc="-10" dirty="0">
                <a:latin typeface="Times New Roman"/>
                <a:cs typeface="Times New Roman"/>
              </a:rPr>
              <a:t>nt</a:t>
            </a:r>
            <a:r>
              <a:rPr sz="2200" spc="-15" dirty="0">
                <a:latin typeface="Times New Roman"/>
                <a:cs typeface="Times New Roman"/>
              </a:rPr>
              <a:t>a</a:t>
            </a:r>
            <a:r>
              <a:rPr sz="2200" spc="-10" dirty="0">
                <a:latin typeface="Times New Roman"/>
                <a:cs typeface="Times New Roman"/>
              </a:rPr>
              <a:t>ti</a:t>
            </a:r>
            <a:r>
              <a:rPr sz="2200" dirty="0">
                <a:latin typeface="Times New Roman"/>
                <a:cs typeface="Times New Roman"/>
              </a:rPr>
              <a:t>on (w</a:t>
            </a:r>
            <a:r>
              <a:rPr sz="2200" spc="-10" dirty="0">
                <a:latin typeface="Times New Roman"/>
                <a:cs typeface="Times New Roman"/>
              </a:rPr>
              <a:t>hi</a:t>
            </a:r>
            <a:r>
              <a:rPr sz="2200" spc="-15" dirty="0">
                <a:latin typeface="Times New Roman"/>
                <a:cs typeface="Times New Roman"/>
              </a:rPr>
              <a:t>c</a:t>
            </a:r>
            <a:r>
              <a:rPr sz="2200" dirty="0">
                <a:latin typeface="Times New Roman"/>
                <a:cs typeface="Times New Roman"/>
              </a:rPr>
              <a:t>h </a:t>
            </a:r>
            <a:r>
              <a:rPr sz="2200" spc="-15" dirty="0">
                <a:latin typeface="Times New Roman"/>
                <a:cs typeface="Times New Roman"/>
              </a:rPr>
              <a:t>doe</a:t>
            </a:r>
            <a:r>
              <a:rPr sz="2200" dirty="0">
                <a:latin typeface="Times New Roman"/>
                <a:cs typeface="Times New Roman"/>
              </a:rPr>
              <a:t>sn</a:t>
            </a:r>
            <a:r>
              <a:rPr sz="2200" spc="-40" dirty="0">
                <a:latin typeface="Times New Roman"/>
                <a:cs typeface="Times New Roman"/>
              </a:rPr>
              <a:t>’</a:t>
            </a:r>
            <a:r>
              <a:rPr sz="2200" spc="-10" dirty="0">
                <a:latin typeface="Times New Roman"/>
                <a:cs typeface="Times New Roman"/>
              </a:rPr>
              <a:t>t)?</a:t>
            </a:r>
            <a:endParaRPr sz="2200" dirty="0">
              <a:latin typeface="Times New Roman"/>
              <a:cs typeface="Times New Roman"/>
            </a:endParaRPr>
          </a:p>
          <a:p>
            <a:pPr>
              <a:lnSpc>
                <a:spcPct val="100000"/>
              </a:lnSpc>
              <a:spcBef>
                <a:spcPts val="27"/>
              </a:spcBef>
            </a:pPr>
            <a:endParaRPr sz="2550" dirty="0">
              <a:latin typeface="Times New Roman"/>
              <a:cs typeface="Times New Roman"/>
            </a:endParaRPr>
          </a:p>
          <a:p>
            <a:pPr marL="12700">
              <a:lnSpc>
                <a:spcPct val="100000"/>
              </a:lnSpc>
            </a:pPr>
            <a:r>
              <a:rPr sz="2200" dirty="0">
                <a:latin typeface="Times New Roman"/>
                <a:cs typeface="Times New Roman"/>
              </a:rPr>
              <a:t>Cons</a:t>
            </a:r>
            <a:r>
              <a:rPr sz="2200" spc="-10" dirty="0">
                <a:latin typeface="Times New Roman"/>
                <a:cs typeface="Times New Roman"/>
              </a:rPr>
              <a:t>id</a:t>
            </a:r>
            <a:r>
              <a:rPr sz="2200" spc="-15" dirty="0">
                <a:latin typeface="Times New Roman"/>
                <a:cs typeface="Times New Roman"/>
              </a:rPr>
              <a:t>e</a:t>
            </a:r>
            <a:r>
              <a:rPr sz="2200" dirty="0">
                <a:latin typeface="Times New Roman"/>
                <a:cs typeface="Times New Roman"/>
              </a:rPr>
              <a:t>r </a:t>
            </a:r>
            <a:r>
              <a:rPr sz="2200" spc="-10" dirty="0">
                <a:latin typeface="Times New Roman"/>
                <a:cs typeface="Times New Roman"/>
              </a:rPr>
              <a:t>thi</a:t>
            </a:r>
            <a:r>
              <a:rPr sz="2200" dirty="0">
                <a:latin typeface="Times New Roman"/>
                <a:cs typeface="Times New Roman"/>
              </a:rPr>
              <a:t>s s</a:t>
            </a:r>
            <a:r>
              <a:rPr sz="2200" spc="-10" dirty="0">
                <a:latin typeface="Times New Roman"/>
                <a:cs typeface="Times New Roman"/>
              </a:rPr>
              <a:t>itu</a:t>
            </a:r>
            <a:r>
              <a:rPr sz="2200" spc="-15" dirty="0">
                <a:latin typeface="Times New Roman"/>
                <a:cs typeface="Times New Roman"/>
              </a:rPr>
              <a:t>a</a:t>
            </a:r>
            <a:r>
              <a:rPr sz="2200" spc="-10" dirty="0">
                <a:latin typeface="Times New Roman"/>
                <a:cs typeface="Times New Roman"/>
              </a:rPr>
              <a:t>ti</a:t>
            </a:r>
            <a:r>
              <a:rPr sz="2200" dirty="0">
                <a:latin typeface="Times New Roman"/>
                <a:cs typeface="Times New Roman"/>
              </a:rPr>
              <a:t>on </a:t>
            </a:r>
            <a:r>
              <a:rPr sz="2200" spc="-15" dirty="0">
                <a:latin typeface="Times New Roman"/>
                <a:cs typeface="Times New Roman"/>
              </a:rPr>
              <a:t>a</a:t>
            </a:r>
            <a:r>
              <a:rPr sz="2200" dirty="0">
                <a:latin typeface="Times New Roman"/>
                <a:cs typeface="Times New Roman"/>
              </a:rPr>
              <a:t>s </a:t>
            </a:r>
            <a:r>
              <a:rPr sz="2200" spc="-10" dirty="0">
                <a:latin typeface="Times New Roman"/>
                <a:cs typeface="Times New Roman"/>
              </a:rPr>
              <a:t>a</a:t>
            </a:r>
            <a:r>
              <a:rPr sz="2200" spc="-5" dirty="0">
                <a:latin typeface="Times New Roman"/>
                <a:cs typeface="Times New Roman"/>
              </a:rPr>
              <a:t> </a:t>
            </a:r>
            <a:r>
              <a:rPr sz="2200" spc="-10" dirty="0">
                <a:latin typeface="Times New Roman"/>
                <a:cs typeface="Times New Roman"/>
              </a:rPr>
              <a:t>t</a:t>
            </a:r>
            <a:r>
              <a:rPr sz="2200" dirty="0">
                <a:latin typeface="Times New Roman"/>
                <a:cs typeface="Times New Roman"/>
              </a:rPr>
              <a:t>w</a:t>
            </a:r>
            <a:r>
              <a:rPr sz="2200" spc="-10" dirty="0">
                <a:latin typeface="Times New Roman"/>
                <a:cs typeface="Times New Roman"/>
              </a:rPr>
              <a:t>o-pl</a:t>
            </a:r>
            <a:r>
              <a:rPr sz="2200" spc="-15" dirty="0">
                <a:latin typeface="Times New Roman"/>
                <a:cs typeface="Times New Roman"/>
              </a:rPr>
              <a:t>aye</a:t>
            </a:r>
            <a:r>
              <a:rPr sz="2200" dirty="0">
                <a:latin typeface="Times New Roman"/>
                <a:cs typeface="Times New Roman"/>
              </a:rPr>
              <a:t>r </a:t>
            </a:r>
            <a:r>
              <a:rPr sz="2200" spc="-15" dirty="0">
                <a:latin typeface="Times New Roman"/>
                <a:cs typeface="Times New Roman"/>
              </a:rPr>
              <a:t>ga</a:t>
            </a:r>
            <a:r>
              <a:rPr sz="2200" spc="-20" dirty="0">
                <a:latin typeface="Times New Roman"/>
                <a:cs typeface="Times New Roman"/>
              </a:rPr>
              <a:t>m</a:t>
            </a:r>
            <a:r>
              <a:rPr sz="2200" spc="-15" dirty="0">
                <a:latin typeface="Times New Roman"/>
                <a:cs typeface="Times New Roman"/>
              </a:rPr>
              <a:t>e</a:t>
            </a:r>
            <a:r>
              <a:rPr sz="2200" spc="-10" dirty="0">
                <a:latin typeface="Times New Roman"/>
                <a:cs typeface="Times New Roman"/>
              </a:rPr>
              <a:t>:</a:t>
            </a:r>
            <a:endParaRPr sz="2200" dirty="0">
              <a:latin typeface="Times New Roman"/>
              <a:cs typeface="Times New Roman"/>
            </a:endParaRPr>
          </a:p>
          <a:p>
            <a:pPr marL="241300" indent="-228600">
              <a:lnSpc>
                <a:spcPct val="100000"/>
              </a:lnSpc>
              <a:spcBef>
                <a:spcPts val="160"/>
              </a:spcBef>
              <a:buFont typeface="Times New Roman"/>
              <a:buChar char="•"/>
              <a:tabLst>
                <a:tab pos="241300" algn="l"/>
              </a:tabLst>
            </a:pPr>
            <a:r>
              <a:rPr sz="2200" spc="-10" dirty="0">
                <a:latin typeface="Times New Roman"/>
                <a:cs typeface="Times New Roman"/>
              </a:rPr>
              <a:t>both use</a:t>
            </a:r>
            <a:r>
              <a:rPr sz="2200" spc="-5" dirty="0">
                <a:latin typeface="Times New Roman"/>
                <a:cs typeface="Times New Roman"/>
              </a:rPr>
              <a:t> </a:t>
            </a:r>
            <a:r>
              <a:rPr sz="2200" spc="-10" dirty="0">
                <a:latin typeface="Times New Roman"/>
                <a:cs typeface="Times New Roman"/>
              </a:rPr>
              <a:t>a</a:t>
            </a:r>
            <a:r>
              <a:rPr sz="2200" spc="-5" dirty="0">
                <a:latin typeface="Times New Roman"/>
                <a:cs typeface="Times New Roman"/>
              </a:rPr>
              <a:t> </a:t>
            </a:r>
            <a:r>
              <a:rPr sz="2200" spc="-15" dirty="0">
                <a:latin typeface="Times New Roman"/>
                <a:cs typeface="Times New Roman"/>
              </a:rPr>
              <a:t>c</a:t>
            </a:r>
            <a:r>
              <a:rPr sz="2200" spc="-10" dirty="0">
                <a:latin typeface="Times New Roman"/>
                <a:cs typeface="Times New Roman"/>
              </a:rPr>
              <a:t>orr</a:t>
            </a:r>
            <a:r>
              <a:rPr sz="2200" spc="-15" dirty="0">
                <a:latin typeface="Times New Roman"/>
                <a:cs typeface="Times New Roman"/>
              </a:rPr>
              <a:t>ec</a:t>
            </a:r>
            <a:r>
              <a:rPr sz="2200" spc="-10" dirty="0">
                <a:latin typeface="Times New Roman"/>
                <a:cs typeface="Times New Roman"/>
              </a:rPr>
              <a:t>t</a:t>
            </a:r>
            <a:r>
              <a:rPr sz="2200" dirty="0">
                <a:latin typeface="Times New Roman"/>
                <a:cs typeface="Times New Roman"/>
              </a:rPr>
              <a:t> </a:t>
            </a:r>
            <a:r>
              <a:rPr sz="2200" spc="-10" dirty="0">
                <a:latin typeface="Times New Roman"/>
                <a:cs typeface="Times New Roman"/>
              </a:rPr>
              <a:t>impl</a:t>
            </a:r>
            <a:r>
              <a:rPr sz="2200" spc="-15" dirty="0">
                <a:latin typeface="Times New Roman"/>
                <a:cs typeface="Times New Roman"/>
              </a:rPr>
              <a:t>e</a:t>
            </a:r>
            <a:r>
              <a:rPr sz="2200" spc="-20" dirty="0">
                <a:latin typeface="Times New Roman"/>
                <a:cs typeface="Times New Roman"/>
              </a:rPr>
              <a:t>m</a:t>
            </a:r>
            <a:r>
              <a:rPr sz="2200" spc="-15" dirty="0">
                <a:latin typeface="Times New Roman"/>
                <a:cs typeface="Times New Roman"/>
              </a:rPr>
              <a:t>e</a:t>
            </a:r>
            <a:r>
              <a:rPr sz="2200" spc="-10" dirty="0">
                <a:latin typeface="Times New Roman"/>
                <a:cs typeface="Times New Roman"/>
              </a:rPr>
              <a:t>nt</a:t>
            </a:r>
            <a:r>
              <a:rPr sz="2200" spc="-15" dirty="0">
                <a:latin typeface="Times New Roman"/>
                <a:cs typeface="Times New Roman"/>
              </a:rPr>
              <a:t>a</a:t>
            </a:r>
            <a:r>
              <a:rPr sz="2200" spc="-10" dirty="0">
                <a:latin typeface="Times New Roman"/>
                <a:cs typeface="Times New Roman"/>
              </a:rPr>
              <a:t>tion:</a:t>
            </a:r>
            <a:r>
              <a:rPr sz="2200" dirty="0">
                <a:latin typeface="Times New Roman"/>
                <a:cs typeface="Times New Roman"/>
              </a:rPr>
              <a:t> </a:t>
            </a:r>
            <a:r>
              <a:rPr sz="2200" spc="-10" dirty="0">
                <a:latin typeface="Times New Roman"/>
                <a:cs typeface="Times New Roman"/>
              </a:rPr>
              <a:t>bot</a:t>
            </a:r>
            <a:r>
              <a:rPr sz="2200" dirty="0">
                <a:latin typeface="Times New Roman"/>
                <a:cs typeface="Times New Roman"/>
              </a:rPr>
              <a:t>h </a:t>
            </a:r>
            <a:r>
              <a:rPr sz="2200" spc="-15" dirty="0">
                <a:latin typeface="Times New Roman"/>
                <a:cs typeface="Times New Roman"/>
              </a:rPr>
              <a:t>ge</a:t>
            </a:r>
            <a:r>
              <a:rPr sz="2200" spc="-10" dirty="0">
                <a:latin typeface="Times New Roman"/>
                <a:cs typeface="Times New Roman"/>
              </a:rPr>
              <a:t>t</a:t>
            </a:r>
            <a:r>
              <a:rPr sz="2200" dirty="0">
                <a:latin typeface="Times New Roman"/>
                <a:cs typeface="Times New Roman"/>
              </a:rPr>
              <a:t> 1 </a:t>
            </a:r>
            <a:r>
              <a:rPr sz="2200" spc="-20" dirty="0">
                <a:latin typeface="Times New Roman"/>
                <a:cs typeface="Times New Roman"/>
              </a:rPr>
              <a:t>m</a:t>
            </a:r>
            <a:r>
              <a:rPr sz="2200" dirty="0">
                <a:latin typeface="Times New Roman"/>
                <a:cs typeface="Times New Roman"/>
              </a:rPr>
              <a:t>s </a:t>
            </a:r>
            <a:r>
              <a:rPr sz="2200" spc="-15" dirty="0">
                <a:latin typeface="Times New Roman"/>
                <a:cs typeface="Times New Roman"/>
              </a:rPr>
              <a:t>de</a:t>
            </a:r>
            <a:r>
              <a:rPr sz="2200" spc="-10" dirty="0">
                <a:latin typeface="Times New Roman"/>
                <a:cs typeface="Times New Roman"/>
              </a:rPr>
              <a:t>l</a:t>
            </a:r>
            <a:r>
              <a:rPr sz="2200" spc="-15" dirty="0">
                <a:latin typeface="Times New Roman"/>
                <a:cs typeface="Times New Roman"/>
              </a:rPr>
              <a:t>a</a:t>
            </a:r>
            <a:r>
              <a:rPr sz="2200" dirty="0">
                <a:latin typeface="Times New Roman"/>
                <a:cs typeface="Times New Roman"/>
              </a:rPr>
              <a:t>y</a:t>
            </a:r>
          </a:p>
          <a:p>
            <a:pPr marL="241300" indent="-228600">
              <a:lnSpc>
                <a:spcPct val="100000"/>
              </a:lnSpc>
              <a:spcBef>
                <a:spcPts val="160"/>
              </a:spcBef>
              <a:buFont typeface="Times New Roman"/>
              <a:buChar char="•"/>
              <a:tabLst>
                <a:tab pos="241300" algn="l"/>
              </a:tabLst>
            </a:pPr>
            <a:r>
              <a:rPr sz="2200" spc="-15" dirty="0">
                <a:latin typeface="Times New Roman"/>
                <a:cs typeface="Times New Roman"/>
              </a:rPr>
              <a:t>one</a:t>
            </a:r>
            <a:r>
              <a:rPr sz="2200" spc="-5" dirty="0">
                <a:latin typeface="Times New Roman"/>
                <a:cs typeface="Times New Roman"/>
              </a:rPr>
              <a:t> </a:t>
            </a:r>
            <a:r>
              <a:rPr sz="2200" spc="-15" dirty="0">
                <a:latin typeface="Times New Roman"/>
                <a:cs typeface="Times New Roman"/>
              </a:rPr>
              <a:t>c</a:t>
            </a:r>
            <a:r>
              <a:rPr sz="2200" spc="-10" dirty="0">
                <a:latin typeface="Times New Roman"/>
                <a:cs typeface="Times New Roman"/>
              </a:rPr>
              <a:t>orr</a:t>
            </a:r>
            <a:r>
              <a:rPr sz="2200" spc="-15" dirty="0">
                <a:latin typeface="Times New Roman"/>
                <a:cs typeface="Times New Roman"/>
              </a:rPr>
              <a:t>ec</a:t>
            </a:r>
            <a:r>
              <a:rPr sz="2200" spc="-10" dirty="0">
                <a:latin typeface="Times New Roman"/>
                <a:cs typeface="Times New Roman"/>
              </a:rPr>
              <a:t>t</a:t>
            </a:r>
            <a:r>
              <a:rPr sz="2200" dirty="0">
                <a:latin typeface="Times New Roman"/>
                <a:cs typeface="Times New Roman"/>
              </a:rPr>
              <a:t>, </a:t>
            </a:r>
            <a:r>
              <a:rPr sz="2200" spc="-15" dirty="0">
                <a:latin typeface="Times New Roman"/>
                <a:cs typeface="Times New Roman"/>
              </a:rPr>
              <a:t>one</a:t>
            </a:r>
            <a:r>
              <a:rPr sz="2200" spc="-5" dirty="0">
                <a:latin typeface="Times New Roman"/>
                <a:cs typeface="Times New Roman"/>
              </a:rPr>
              <a:t> </a:t>
            </a:r>
            <a:r>
              <a:rPr sz="2200" spc="-15" dirty="0">
                <a:latin typeface="Times New Roman"/>
                <a:cs typeface="Times New Roman"/>
              </a:rPr>
              <a:t>de</a:t>
            </a:r>
            <a:r>
              <a:rPr sz="2200" spc="-10" dirty="0">
                <a:latin typeface="Times New Roman"/>
                <a:cs typeface="Times New Roman"/>
              </a:rPr>
              <a:t>f</a:t>
            </a:r>
            <a:r>
              <a:rPr sz="2200" spc="-15" dirty="0">
                <a:latin typeface="Times New Roman"/>
                <a:cs typeface="Times New Roman"/>
              </a:rPr>
              <a:t>ec</a:t>
            </a:r>
            <a:r>
              <a:rPr sz="2200" spc="-10" dirty="0">
                <a:latin typeface="Times New Roman"/>
                <a:cs typeface="Times New Roman"/>
              </a:rPr>
              <a:t>tiv</a:t>
            </a:r>
            <a:r>
              <a:rPr sz="2200" spc="-15" dirty="0">
                <a:latin typeface="Times New Roman"/>
                <a:cs typeface="Times New Roman"/>
              </a:rPr>
              <a:t>e</a:t>
            </a:r>
            <a:r>
              <a:rPr sz="2200" spc="-10" dirty="0">
                <a:latin typeface="Times New Roman"/>
                <a:cs typeface="Times New Roman"/>
              </a:rPr>
              <a:t>:</a:t>
            </a:r>
            <a:r>
              <a:rPr sz="2200" dirty="0">
                <a:latin typeface="Times New Roman"/>
                <a:cs typeface="Times New Roman"/>
              </a:rPr>
              <a:t> 4 </a:t>
            </a:r>
            <a:r>
              <a:rPr sz="2200" spc="-20" dirty="0">
                <a:latin typeface="Times New Roman"/>
                <a:cs typeface="Times New Roman"/>
              </a:rPr>
              <a:t>m</a:t>
            </a:r>
            <a:r>
              <a:rPr sz="2200" dirty="0">
                <a:latin typeface="Times New Roman"/>
                <a:cs typeface="Times New Roman"/>
              </a:rPr>
              <a:t>s </a:t>
            </a:r>
            <a:r>
              <a:rPr sz="2200" spc="-15" dirty="0">
                <a:latin typeface="Times New Roman"/>
                <a:cs typeface="Times New Roman"/>
              </a:rPr>
              <a:t>de</a:t>
            </a:r>
            <a:r>
              <a:rPr sz="2200" spc="-10" dirty="0">
                <a:latin typeface="Times New Roman"/>
                <a:cs typeface="Times New Roman"/>
              </a:rPr>
              <a:t>l</a:t>
            </a:r>
            <a:r>
              <a:rPr sz="2200" spc="-15" dirty="0">
                <a:latin typeface="Times New Roman"/>
                <a:cs typeface="Times New Roman"/>
              </a:rPr>
              <a:t>a</a:t>
            </a:r>
            <a:r>
              <a:rPr sz="2200" dirty="0">
                <a:latin typeface="Times New Roman"/>
                <a:cs typeface="Times New Roman"/>
              </a:rPr>
              <a:t>y for </a:t>
            </a:r>
            <a:r>
              <a:rPr sz="2200" spc="-15" dirty="0">
                <a:latin typeface="Times New Roman"/>
                <a:cs typeface="Times New Roman"/>
              </a:rPr>
              <a:t>c</a:t>
            </a:r>
            <a:r>
              <a:rPr sz="2200" spc="-10" dirty="0">
                <a:latin typeface="Times New Roman"/>
                <a:cs typeface="Times New Roman"/>
              </a:rPr>
              <a:t>orr</a:t>
            </a:r>
            <a:r>
              <a:rPr sz="2200" spc="-15" dirty="0">
                <a:latin typeface="Times New Roman"/>
                <a:cs typeface="Times New Roman"/>
              </a:rPr>
              <a:t>ec</a:t>
            </a:r>
            <a:r>
              <a:rPr sz="2200" spc="-10" dirty="0">
                <a:latin typeface="Times New Roman"/>
                <a:cs typeface="Times New Roman"/>
              </a:rPr>
              <a:t>t</a:t>
            </a:r>
            <a:r>
              <a:rPr sz="2200" dirty="0">
                <a:latin typeface="Times New Roman"/>
                <a:cs typeface="Times New Roman"/>
              </a:rPr>
              <a:t>, 0 </a:t>
            </a:r>
            <a:r>
              <a:rPr sz="2200" spc="-20" dirty="0">
                <a:latin typeface="Times New Roman"/>
                <a:cs typeface="Times New Roman"/>
              </a:rPr>
              <a:t>m</a:t>
            </a:r>
            <a:r>
              <a:rPr sz="2200" dirty="0">
                <a:latin typeface="Times New Roman"/>
                <a:cs typeface="Times New Roman"/>
              </a:rPr>
              <a:t>s for </a:t>
            </a:r>
            <a:r>
              <a:rPr sz="2200" spc="-15" dirty="0">
                <a:latin typeface="Times New Roman"/>
                <a:cs typeface="Times New Roman"/>
              </a:rPr>
              <a:t>de</a:t>
            </a:r>
            <a:r>
              <a:rPr sz="2200" spc="-10" dirty="0">
                <a:latin typeface="Times New Roman"/>
                <a:cs typeface="Times New Roman"/>
              </a:rPr>
              <a:t>f</a:t>
            </a:r>
            <a:r>
              <a:rPr sz="2200" spc="-15" dirty="0">
                <a:latin typeface="Times New Roman"/>
                <a:cs typeface="Times New Roman"/>
              </a:rPr>
              <a:t>ec</a:t>
            </a:r>
            <a:r>
              <a:rPr sz="2200" spc="-10" dirty="0">
                <a:latin typeface="Times New Roman"/>
                <a:cs typeface="Times New Roman"/>
              </a:rPr>
              <a:t>tive</a:t>
            </a:r>
            <a:endParaRPr sz="2200" dirty="0">
              <a:latin typeface="Times New Roman"/>
              <a:cs typeface="Times New Roman"/>
            </a:endParaRPr>
          </a:p>
          <a:p>
            <a:pPr marL="241300" indent="-228600">
              <a:lnSpc>
                <a:spcPct val="100000"/>
              </a:lnSpc>
              <a:spcBef>
                <a:spcPts val="160"/>
              </a:spcBef>
              <a:buFont typeface="Times New Roman"/>
              <a:buChar char="•"/>
              <a:tabLst>
                <a:tab pos="241300" algn="l"/>
              </a:tabLst>
            </a:pPr>
            <a:r>
              <a:rPr sz="2200" spc="-10" dirty="0">
                <a:latin typeface="Times New Roman"/>
                <a:cs typeface="Times New Roman"/>
              </a:rPr>
              <a:t>both </a:t>
            </a:r>
            <a:r>
              <a:rPr sz="2200" spc="-15" dirty="0">
                <a:latin typeface="Times New Roman"/>
                <a:cs typeface="Times New Roman"/>
              </a:rPr>
              <a:t>de</a:t>
            </a:r>
            <a:r>
              <a:rPr sz="2200" spc="-10" dirty="0">
                <a:latin typeface="Times New Roman"/>
                <a:cs typeface="Times New Roman"/>
              </a:rPr>
              <a:t>f</a:t>
            </a:r>
            <a:r>
              <a:rPr sz="2200" spc="-15" dirty="0">
                <a:latin typeface="Times New Roman"/>
                <a:cs typeface="Times New Roman"/>
              </a:rPr>
              <a:t>ec</a:t>
            </a:r>
            <a:r>
              <a:rPr sz="2200" spc="-10" dirty="0">
                <a:latin typeface="Times New Roman"/>
                <a:cs typeface="Times New Roman"/>
              </a:rPr>
              <a:t>tiv</a:t>
            </a:r>
            <a:r>
              <a:rPr sz="2200" spc="-15" dirty="0">
                <a:latin typeface="Times New Roman"/>
                <a:cs typeface="Times New Roman"/>
              </a:rPr>
              <a:t>e</a:t>
            </a:r>
            <a:r>
              <a:rPr sz="2200" spc="-10" dirty="0">
                <a:latin typeface="Times New Roman"/>
                <a:cs typeface="Times New Roman"/>
              </a:rPr>
              <a:t>:</a:t>
            </a:r>
            <a:r>
              <a:rPr sz="2200" dirty="0">
                <a:latin typeface="Times New Roman"/>
                <a:cs typeface="Times New Roman"/>
              </a:rPr>
              <a:t> </a:t>
            </a:r>
            <a:r>
              <a:rPr sz="2200" spc="-10" dirty="0">
                <a:latin typeface="Times New Roman"/>
                <a:cs typeface="Times New Roman"/>
              </a:rPr>
              <a:t>bot</a:t>
            </a:r>
            <a:r>
              <a:rPr sz="2200" dirty="0">
                <a:latin typeface="Times New Roman"/>
                <a:cs typeface="Times New Roman"/>
              </a:rPr>
              <a:t>h </a:t>
            </a:r>
            <a:r>
              <a:rPr sz="2200" spc="-15" dirty="0">
                <a:latin typeface="Times New Roman"/>
                <a:cs typeface="Times New Roman"/>
              </a:rPr>
              <a:t>ge</a:t>
            </a:r>
            <a:r>
              <a:rPr sz="2200" spc="-10" dirty="0">
                <a:latin typeface="Times New Roman"/>
                <a:cs typeface="Times New Roman"/>
              </a:rPr>
              <a:t>t</a:t>
            </a:r>
            <a:r>
              <a:rPr sz="2200" dirty="0">
                <a:latin typeface="Times New Roman"/>
                <a:cs typeface="Times New Roman"/>
              </a:rPr>
              <a:t> </a:t>
            </a:r>
            <a:r>
              <a:rPr sz="2200" spc="-10" dirty="0">
                <a:latin typeface="Times New Roman"/>
                <a:cs typeface="Times New Roman"/>
              </a:rPr>
              <a:t>a</a:t>
            </a:r>
            <a:r>
              <a:rPr sz="2200" spc="-5" dirty="0">
                <a:latin typeface="Times New Roman"/>
                <a:cs typeface="Times New Roman"/>
              </a:rPr>
              <a:t> </a:t>
            </a:r>
            <a:r>
              <a:rPr sz="2200" dirty="0">
                <a:latin typeface="Times New Roman"/>
                <a:cs typeface="Times New Roman"/>
              </a:rPr>
              <a:t>3 </a:t>
            </a:r>
            <a:r>
              <a:rPr sz="2200" spc="-20" dirty="0">
                <a:latin typeface="Times New Roman"/>
                <a:cs typeface="Times New Roman"/>
              </a:rPr>
              <a:t>m</a:t>
            </a:r>
            <a:r>
              <a:rPr sz="2200" dirty="0">
                <a:latin typeface="Times New Roman"/>
                <a:cs typeface="Times New Roman"/>
              </a:rPr>
              <a:t>s </a:t>
            </a:r>
            <a:r>
              <a:rPr sz="2200" spc="-15" dirty="0">
                <a:latin typeface="Times New Roman"/>
                <a:cs typeface="Times New Roman"/>
              </a:rPr>
              <a:t>de</a:t>
            </a:r>
            <a:r>
              <a:rPr sz="2200" spc="-10" dirty="0">
                <a:latin typeface="Times New Roman"/>
                <a:cs typeface="Times New Roman"/>
              </a:rPr>
              <a:t>l</a:t>
            </a:r>
            <a:r>
              <a:rPr sz="2200" spc="-15" dirty="0">
                <a:latin typeface="Times New Roman"/>
                <a:cs typeface="Times New Roman"/>
              </a:rPr>
              <a:t>a</a:t>
            </a:r>
            <a:r>
              <a:rPr sz="2200" spc="-145" dirty="0">
                <a:latin typeface="Times New Roman"/>
                <a:cs typeface="Times New Roman"/>
              </a:rPr>
              <a:t>y</a:t>
            </a:r>
            <a:r>
              <a:rPr sz="2200" dirty="0">
                <a:latin typeface="Times New Roman"/>
                <a:cs typeface="Times New Roman"/>
              </a:rPr>
              <a:t>.</a:t>
            </a:r>
          </a:p>
        </p:txBody>
      </p:sp>
      <p:sp>
        <p:nvSpPr>
          <p:cNvPr id="10" name="Slide Number Placeholder 9">
            <a:extLst>
              <a:ext uri="{FF2B5EF4-FFF2-40B4-BE49-F238E27FC236}">
                <a16:creationId xmlns:a16="http://schemas.microsoft.com/office/drawing/2014/main" id="{1A2645BE-F586-0433-931A-EA558A71635F}"/>
              </a:ext>
            </a:extLst>
          </p:cNvPr>
          <p:cNvSpPr>
            <a:spLocks noGrp="1"/>
          </p:cNvSpPr>
          <p:nvPr>
            <p:ph type="sldNum" sz="quarter" idx="2"/>
          </p:nvPr>
        </p:nvSpPr>
        <p:spPr/>
        <p:txBody>
          <a:bodyPr/>
          <a:lstStyle/>
          <a:p>
            <a:fld id="{86CB4B4D-7CA3-9044-876B-883B54F8677D}" type="slidenum">
              <a:rPr lang="en-US" smtClean="0"/>
              <a:pPr/>
              <a:t>28</a:t>
            </a:fld>
            <a:r>
              <a:rPr lang="en-US" dirty="0"/>
              <a:t>/33</a:t>
            </a:r>
          </a:p>
        </p:txBody>
      </p:sp>
      <p:sp>
        <p:nvSpPr>
          <p:cNvPr id="11" name="Footer Placeholder 10">
            <a:extLst>
              <a:ext uri="{FF2B5EF4-FFF2-40B4-BE49-F238E27FC236}">
                <a16:creationId xmlns:a16="http://schemas.microsoft.com/office/drawing/2014/main" id="{DB64F21A-9BA2-5DF8-B60F-14D10C48CBDF}"/>
              </a:ext>
            </a:extLst>
          </p:cNvPr>
          <p:cNvSpPr>
            <a:spLocks noGrp="1"/>
          </p:cNvSpPr>
          <p:nvPr>
            <p:ph type="ftr" sz="quarter" idx="5"/>
          </p:nvPr>
        </p:nvSpPr>
        <p:spPr/>
        <p:txBody>
          <a:bodyPr/>
          <a:lstStyle/>
          <a:p>
            <a:pPr defTabSz="406400" hangingPunct="0">
              <a:defRPr/>
            </a:pPr>
            <a:r>
              <a:rPr lang="en-US" dirty="0"/>
              <a:t>Week-6</a:t>
            </a:r>
          </a:p>
        </p:txBody>
      </p:sp>
      <p:sp>
        <p:nvSpPr>
          <p:cNvPr id="12" name="Rectangle 11">
            <a:extLst>
              <a:ext uri="{FF2B5EF4-FFF2-40B4-BE49-F238E27FC236}">
                <a16:creationId xmlns:a16="http://schemas.microsoft.com/office/drawing/2014/main" id="{382319F8-B2E3-57FE-180C-D7E1B31C122F}"/>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p:txBody>
      </p:sp>
      <p:sp>
        <p:nvSpPr>
          <p:cNvPr id="13" name="Rectangle 12">
            <a:extLst>
              <a:ext uri="{FF2B5EF4-FFF2-40B4-BE49-F238E27FC236}">
                <a16:creationId xmlns:a16="http://schemas.microsoft.com/office/drawing/2014/main" id="{30C8F25B-8BD5-27ED-0CAA-3638B811F1BC}"/>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05EF253-91D6-B933-DE1F-A26FAE0C8E0D}"/>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25" dirty="0"/>
              <a:t>T</a:t>
            </a:r>
            <a:r>
              <a:rPr dirty="0"/>
              <a:t>C</a:t>
            </a:r>
            <a:r>
              <a:rPr spc="-25" dirty="0"/>
              <a:t>P</a:t>
            </a:r>
            <a:r>
              <a:rPr spc="-60" dirty="0"/>
              <a:t> </a:t>
            </a:r>
            <a:r>
              <a:rPr dirty="0"/>
              <a:t>Backo</a:t>
            </a:r>
            <a:r>
              <a:rPr spc="-70" dirty="0"/>
              <a:t>f</a:t>
            </a:r>
            <a:r>
              <a:rPr spc="-10" dirty="0"/>
              <a:t>f</a:t>
            </a:r>
            <a:r>
              <a:rPr spc="-5" dirty="0"/>
              <a:t> </a:t>
            </a:r>
            <a:r>
              <a:rPr spc="-30" dirty="0"/>
              <a:t>G</a:t>
            </a:r>
            <a:r>
              <a:rPr dirty="0"/>
              <a:t>ames</a:t>
            </a:r>
          </a:p>
        </p:txBody>
      </p:sp>
      <p:sp>
        <p:nvSpPr>
          <p:cNvPr id="5" name="object 5"/>
          <p:cNvSpPr txBox="1"/>
          <p:nvPr/>
        </p:nvSpPr>
        <p:spPr>
          <a:xfrm>
            <a:off x="304800" y="4343400"/>
            <a:ext cx="7902575" cy="1371600"/>
          </a:xfrm>
          <a:prstGeom prst="rect">
            <a:avLst/>
          </a:prstGeom>
        </p:spPr>
        <p:txBody>
          <a:bodyPr vert="horz" wrap="square" lIns="0" tIns="0" rIns="0" bIns="0" rtlCol="0">
            <a:spAutoFit/>
          </a:bodyPr>
          <a:lstStyle/>
          <a:p>
            <a:pPr marL="12700">
              <a:lnSpc>
                <a:spcPct val="100000"/>
              </a:lnSpc>
            </a:pPr>
            <a:r>
              <a:rPr sz="2200" dirty="0">
                <a:latin typeface="Times New Roman"/>
                <a:cs typeface="Times New Roman"/>
              </a:rPr>
              <a:t>Cons</a:t>
            </a:r>
            <a:r>
              <a:rPr sz="2200" spc="-10" dirty="0">
                <a:latin typeface="Times New Roman"/>
                <a:cs typeface="Times New Roman"/>
              </a:rPr>
              <a:t>id</a:t>
            </a:r>
            <a:r>
              <a:rPr sz="2200" spc="-15" dirty="0">
                <a:latin typeface="Times New Roman"/>
                <a:cs typeface="Times New Roman"/>
              </a:rPr>
              <a:t>e</a:t>
            </a:r>
            <a:r>
              <a:rPr sz="2200" dirty="0">
                <a:latin typeface="Times New Roman"/>
                <a:cs typeface="Times New Roman"/>
              </a:rPr>
              <a:t>r </a:t>
            </a:r>
            <a:r>
              <a:rPr sz="2200" spc="-10" dirty="0">
                <a:latin typeface="Times New Roman"/>
                <a:cs typeface="Times New Roman"/>
              </a:rPr>
              <a:t>thi</a:t>
            </a:r>
            <a:r>
              <a:rPr sz="2200" dirty="0">
                <a:latin typeface="Times New Roman"/>
                <a:cs typeface="Times New Roman"/>
              </a:rPr>
              <a:t>s s</a:t>
            </a:r>
            <a:r>
              <a:rPr sz="2200" spc="-10" dirty="0">
                <a:latin typeface="Times New Roman"/>
                <a:cs typeface="Times New Roman"/>
              </a:rPr>
              <a:t>itu</a:t>
            </a:r>
            <a:r>
              <a:rPr sz="2200" spc="-15" dirty="0">
                <a:latin typeface="Times New Roman"/>
                <a:cs typeface="Times New Roman"/>
              </a:rPr>
              <a:t>a</a:t>
            </a:r>
            <a:r>
              <a:rPr sz="2200" spc="-10" dirty="0">
                <a:latin typeface="Times New Roman"/>
                <a:cs typeface="Times New Roman"/>
              </a:rPr>
              <a:t>ti</a:t>
            </a:r>
            <a:r>
              <a:rPr sz="2200" dirty="0">
                <a:latin typeface="Times New Roman"/>
                <a:cs typeface="Times New Roman"/>
              </a:rPr>
              <a:t>on </a:t>
            </a:r>
            <a:r>
              <a:rPr sz="2200" spc="-15" dirty="0">
                <a:latin typeface="Times New Roman"/>
                <a:cs typeface="Times New Roman"/>
              </a:rPr>
              <a:t>a</a:t>
            </a:r>
            <a:r>
              <a:rPr sz="2200" dirty="0">
                <a:latin typeface="Times New Roman"/>
                <a:cs typeface="Times New Roman"/>
              </a:rPr>
              <a:t>s </a:t>
            </a:r>
            <a:r>
              <a:rPr sz="2200" spc="-10" dirty="0">
                <a:latin typeface="Times New Roman"/>
                <a:cs typeface="Times New Roman"/>
              </a:rPr>
              <a:t>a</a:t>
            </a:r>
            <a:r>
              <a:rPr sz="2200" spc="-5" dirty="0">
                <a:latin typeface="Times New Roman"/>
                <a:cs typeface="Times New Roman"/>
              </a:rPr>
              <a:t> </a:t>
            </a:r>
            <a:r>
              <a:rPr sz="2200" spc="-10" dirty="0">
                <a:latin typeface="Times New Roman"/>
                <a:cs typeface="Times New Roman"/>
              </a:rPr>
              <a:t>t</a:t>
            </a:r>
            <a:r>
              <a:rPr sz="2200" dirty="0">
                <a:latin typeface="Times New Roman"/>
                <a:cs typeface="Times New Roman"/>
              </a:rPr>
              <a:t>w</a:t>
            </a:r>
            <a:r>
              <a:rPr sz="2200" spc="-10" dirty="0">
                <a:latin typeface="Times New Roman"/>
                <a:cs typeface="Times New Roman"/>
              </a:rPr>
              <a:t>o-pl</a:t>
            </a:r>
            <a:r>
              <a:rPr sz="2200" spc="-15" dirty="0">
                <a:latin typeface="Times New Roman"/>
                <a:cs typeface="Times New Roman"/>
              </a:rPr>
              <a:t>aye</a:t>
            </a:r>
            <a:r>
              <a:rPr sz="2200" dirty="0">
                <a:latin typeface="Times New Roman"/>
                <a:cs typeface="Times New Roman"/>
              </a:rPr>
              <a:t>r </a:t>
            </a:r>
            <a:r>
              <a:rPr sz="2200" spc="-15" dirty="0">
                <a:latin typeface="Times New Roman"/>
                <a:cs typeface="Times New Roman"/>
              </a:rPr>
              <a:t>ga</a:t>
            </a:r>
            <a:r>
              <a:rPr sz="2200" spc="-20" dirty="0">
                <a:latin typeface="Times New Roman"/>
                <a:cs typeface="Times New Roman"/>
              </a:rPr>
              <a:t>m</a:t>
            </a:r>
            <a:r>
              <a:rPr sz="2200" spc="-15" dirty="0">
                <a:latin typeface="Times New Roman"/>
                <a:cs typeface="Times New Roman"/>
              </a:rPr>
              <a:t>e</a:t>
            </a:r>
            <a:r>
              <a:rPr sz="2200" spc="-10" dirty="0">
                <a:latin typeface="Times New Roman"/>
                <a:cs typeface="Times New Roman"/>
              </a:rPr>
              <a:t>:</a:t>
            </a:r>
            <a:endParaRPr sz="2200" dirty="0">
              <a:latin typeface="Times New Roman"/>
              <a:cs typeface="Times New Roman"/>
            </a:endParaRPr>
          </a:p>
          <a:p>
            <a:pPr marL="241300" indent="-228600">
              <a:lnSpc>
                <a:spcPct val="100000"/>
              </a:lnSpc>
              <a:spcBef>
                <a:spcPts val="160"/>
              </a:spcBef>
              <a:buFont typeface="Times New Roman"/>
              <a:buChar char="•"/>
              <a:tabLst>
                <a:tab pos="241300" algn="l"/>
              </a:tabLst>
            </a:pPr>
            <a:r>
              <a:rPr sz="2200" spc="-10" dirty="0">
                <a:latin typeface="Times New Roman"/>
                <a:cs typeface="Times New Roman"/>
              </a:rPr>
              <a:t>both use</a:t>
            </a:r>
            <a:r>
              <a:rPr sz="2200" spc="-5" dirty="0">
                <a:latin typeface="Times New Roman"/>
                <a:cs typeface="Times New Roman"/>
              </a:rPr>
              <a:t> </a:t>
            </a:r>
            <a:r>
              <a:rPr sz="2200" spc="-10" dirty="0">
                <a:latin typeface="Times New Roman"/>
                <a:cs typeface="Times New Roman"/>
              </a:rPr>
              <a:t>a</a:t>
            </a:r>
            <a:r>
              <a:rPr sz="2200" spc="-5" dirty="0">
                <a:latin typeface="Times New Roman"/>
                <a:cs typeface="Times New Roman"/>
              </a:rPr>
              <a:t> </a:t>
            </a:r>
            <a:r>
              <a:rPr sz="2200" spc="-15" dirty="0">
                <a:latin typeface="Times New Roman"/>
                <a:cs typeface="Times New Roman"/>
              </a:rPr>
              <a:t>c</a:t>
            </a:r>
            <a:r>
              <a:rPr sz="2200" spc="-10" dirty="0">
                <a:latin typeface="Times New Roman"/>
                <a:cs typeface="Times New Roman"/>
              </a:rPr>
              <a:t>orr</a:t>
            </a:r>
            <a:r>
              <a:rPr sz="2200" spc="-15" dirty="0">
                <a:latin typeface="Times New Roman"/>
                <a:cs typeface="Times New Roman"/>
              </a:rPr>
              <a:t>ec</a:t>
            </a:r>
            <a:r>
              <a:rPr sz="2200" spc="-10" dirty="0">
                <a:latin typeface="Times New Roman"/>
                <a:cs typeface="Times New Roman"/>
              </a:rPr>
              <a:t>t</a:t>
            </a:r>
            <a:r>
              <a:rPr sz="2200" dirty="0">
                <a:latin typeface="Times New Roman"/>
                <a:cs typeface="Times New Roman"/>
              </a:rPr>
              <a:t> </a:t>
            </a:r>
            <a:r>
              <a:rPr sz="2200" spc="-10" dirty="0">
                <a:latin typeface="Times New Roman"/>
                <a:cs typeface="Times New Roman"/>
              </a:rPr>
              <a:t>impl</a:t>
            </a:r>
            <a:r>
              <a:rPr sz="2200" spc="-15" dirty="0">
                <a:latin typeface="Times New Roman"/>
                <a:cs typeface="Times New Roman"/>
              </a:rPr>
              <a:t>e</a:t>
            </a:r>
            <a:r>
              <a:rPr sz="2200" spc="-20" dirty="0">
                <a:latin typeface="Times New Roman"/>
                <a:cs typeface="Times New Roman"/>
              </a:rPr>
              <a:t>m</a:t>
            </a:r>
            <a:r>
              <a:rPr sz="2200" spc="-15" dirty="0">
                <a:latin typeface="Times New Roman"/>
                <a:cs typeface="Times New Roman"/>
              </a:rPr>
              <a:t>e</a:t>
            </a:r>
            <a:r>
              <a:rPr sz="2200" spc="-10" dirty="0">
                <a:latin typeface="Times New Roman"/>
                <a:cs typeface="Times New Roman"/>
              </a:rPr>
              <a:t>nt</a:t>
            </a:r>
            <a:r>
              <a:rPr sz="2200" spc="-15" dirty="0">
                <a:latin typeface="Times New Roman"/>
                <a:cs typeface="Times New Roman"/>
              </a:rPr>
              <a:t>a</a:t>
            </a:r>
            <a:r>
              <a:rPr sz="2200" spc="-10" dirty="0">
                <a:latin typeface="Times New Roman"/>
                <a:cs typeface="Times New Roman"/>
              </a:rPr>
              <a:t>tion:</a:t>
            </a:r>
            <a:r>
              <a:rPr sz="2200" dirty="0">
                <a:latin typeface="Times New Roman"/>
                <a:cs typeface="Times New Roman"/>
              </a:rPr>
              <a:t> </a:t>
            </a:r>
            <a:r>
              <a:rPr sz="2200" spc="-10" dirty="0">
                <a:latin typeface="Times New Roman"/>
                <a:cs typeface="Times New Roman"/>
              </a:rPr>
              <a:t>bot</a:t>
            </a:r>
            <a:r>
              <a:rPr sz="2200" dirty="0">
                <a:latin typeface="Times New Roman"/>
                <a:cs typeface="Times New Roman"/>
              </a:rPr>
              <a:t>h </a:t>
            </a:r>
            <a:r>
              <a:rPr sz="2200" spc="-15" dirty="0">
                <a:latin typeface="Times New Roman"/>
                <a:cs typeface="Times New Roman"/>
              </a:rPr>
              <a:t>ge</a:t>
            </a:r>
            <a:r>
              <a:rPr sz="2200" spc="-10" dirty="0">
                <a:latin typeface="Times New Roman"/>
                <a:cs typeface="Times New Roman"/>
              </a:rPr>
              <a:t>t</a:t>
            </a:r>
            <a:r>
              <a:rPr sz="2200" dirty="0">
                <a:latin typeface="Times New Roman"/>
                <a:cs typeface="Times New Roman"/>
              </a:rPr>
              <a:t> 1 </a:t>
            </a:r>
            <a:r>
              <a:rPr sz="2200" spc="-20" dirty="0">
                <a:latin typeface="Times New Roman"/>
                <a:cs typeface="Times New Roman"/>
              </a:rPr>
              <a:t>m</a:t>
            </a:r>
            <a:r>
              <a:rPr sz="2200" dirty="0">
                <a:latin typeface="Times New Roman"/>
                <a:cs typeface="Times New Roman"/>
              </a:rPr>
              <a:t>s </a:t>
            </a:r>
            <a:r>
              <a:rPr sz="2200" spc="-15" dirty="0">
                <a:latin typeface="Times New Roman"/>
                <a:cs typeface="Times New Roman"/>
              </a:rPr>
              <a:t>de</a:t>
            </a:r>
            <a:r>
              <a:rPr sz="2200" spc="-10" dirty="0">
                <a:latin typeface="Times New Roman"/>
                <a:cs typeface="Times New Roman"/>
              </a:rPr>
              <a:t>l</a:t>
            </a:r>
            <a:r>
              <a:rPr sz="2200" spc="-15" dirty="0">
                <a:latin typeface="Times New Roman"/>
                <a:cs typeface="Times New Roman"/>
              </a:rPr>
              <a:t>a</a:t>
            </a:r>
            <a:r>
              <a:rPr sz="2200" dirty="0">
                <a:latin typeface="Times New Roman"/>
                <a:cs typeface="Times New Roman"/>
              </a:rPr>
              <a:t>y</a:t>
            </a:r>
          </a:p>
          <a:p>
            <a:pPr marL="241300" indent="-228600">
              <a:lnSpc>
                <a:spcPct val="100000"/>
              </a:lnSpc>
              <a:spcBef>
                <a:spcPts val="160"/>
              </a:spcBef>
              <a:buFont typeface="Times New Roman"/>
              <a:buChar char="•"/>
              <a:tabLst>
                <a:tab pos="241300" algn="l"/>
              </a:tabLst>
            </a:pPr>
            <a:r>
              <a:rPr sz="2200" spc="-15" dirty="0">
                <a:latin typeface="Times New Roman"/>
                <a:cs typeface="Times New Roman"/>
              </a:rPr>
              <a:t>one</a:t>
            </a:r>
            <a:r>
              <a:rPr sz="2200" spc="-5" dirty="0">
                <a:latin typeface="Times New Roman"/>
                <a:cs typeface="Times New Roman"/>
              </a:rPr>
              <a:t> </a:t>
            </a:r>
            <a:r>
              <a:rPr sz="2200" spc="-15" dirty="0">
                <a:latin typeface="Times New Roman"/>
                <a:cs typeface="Times New Roman"/>
              </a:rPr>
              <a:t>c</a:t>
            </a:r>
            <a:r>
              <a:rPr sz="2200" spc="-10" dirty="0">
                <a:latin typeface="Times New Roman"/>
                <a:cs typeface="Times New Roman"/>
              </a:rPr>
              <a:t>orr</a:t>
            </a:r>
            <a:r>
              <a:rPr sz="2200" spc="-15" dirty="0">
                <a:latin typeface="Times New Roman"/>
                <a:cs typeface="Times New Roman"/>
              </a:rPr>
              <a:t>ec</a:t>
            </a:r>
            <a:r>
              <a:rPr sz="2200" spc="-10" dirty="0">
                <a:latin typeface="Times New Roman"/>
                <a:cs typeface="Times New Roman"/>
              </a:rPr>
              <a:t>t</a:t>
            </a:r>
            <a:r>
              <a:rPr sz="2200" dirty="0">
                <a:latin typeface="Times New Roman"/>
                <a:cs typeface="Times New Roman"/>
              </a:rPr>
              <a:t>, </a:t>
            </a:r>
            <a:r>
              <a:rPr sz="2200" spc="-15" dirty="0">
                <a:latin typeface="Times New Roman"/>
                <a:cs typeface="Times New Roman"/>
              </a:rPr>
              <a:t>one</a:t>
            </a:r>
            <a:r>
              <a:rPr sz="2200" spc="-5" dirty="0">
                <a:latin typeface="Times New Roman"/>
                <a:cs typeface="Times New Roman"/>
              </a:rPr>
              <a:t> </a:t>
            </a:r>
            <a:r>
              <a:rPr sz="2200" spc="-15" dirty="0">
                <a:latin typeface="Times New Roman"/>
                <a:cs typeface="Times New Roman"/>
              </a:rPr>
              <a:t>de</a:t>
            </a:r>
            <a:r>
              <a:rPr sz="2200" spc="-10" dirty="0">
                <a:latin typeface="Times New Roman"/>
                <a:cs typeface="Times New Roman"/>
              </a:rPr>
              <a:t>f</a:t>
            </a:r>
            <a:r>
              <a:rPr sz="2200" spc="-15" dirty="0">
                <a:latin typeface="Times New Roman"/>
                <a:cs typeface="Times New Roman"/>
              </a:rPr>
              <a:t>ec</a:t>
            </a:r>
            <a:r>
              <a:rPr sz="2200" spc="-10" dirty="0">
                <a:latin typeface="Times New Roman"/>
                <a:cs typeface="Times New Roman"/>
              </a:rPr>
              <a:t>tiv</a:t>
            </a:r>
            <a:r>
              <a:rPr sz="2200" spc="-15" dirty="0">
                <a:latin typeface="Times New Roman"/>
                <a:cs typeface="Times New Roman"/>
              </a:rPr>
              <a:t>e</a:t>
            </a:r>
            <a:r>
              <a:rPr sz="2200" spc="-10" dirty="0">
                <a:latin typeface="Times New Roman"/>
                <a:cs typeface="Times New Roman"/>
              </a:rPr>
              <a:t>:</a:t>
            </a:r>
            <a:r>
              <a:rPr sz="2200" dirty="0">
                <a:latin typeface="Times New Roman"/>
                <a:cs typeface="Times New Roman"/>
              </a:rPr>
              <a:t> 4 </a:t>
            </a:r>
            <a:r>
              <a:rPr sz="2200" spc="-20" dirty="0">
                <a:latin typeface="Times New Roman"/>
                <a:cs typeface="Times New Roman"/>
              </a:rPr>
              <a:t>m</a:t>
            </a:r>
            <a:r>
              <a:rPr sz="2200" dirty="0">
                <a:latin typeface="Times New Roman"/>
                <a:cs typeface="Times New Roman"/>
              </a:rPr>
              <a:t>s </a:t>
            </a:r>
            <a:r>
              <a:rPr sz="2200" spc="-15" dirty="0">
                <a:latin typeface="Times New Roman"/>
                <a:cs typeface="Times New Roman"/>
              </a:rPr>
              <a:t>de</a:t>
            </a:r>
            <a:r>
              <a:rPr sz="2200" spc="-10" dirty="0">
                <a:latin typeface="Times New Roman"/>
                <a:cs typeface="Times New Roman"/>
              </a:rPr>
              <a:t>l</a:t>
            </a:r>
            <a:r>
              <a:rPr sz="2200" spc="-15" dirty="0">
                <a:latin typeface="Times New Roman"/>
                <a:cs typeface="Times New Roman"/>
              </a:rPr>
              <a:t>a</a:t>
            </a:r>
            <a:r>
              <a:rPr sz="2200" dirty="0">
                <a:latin typeface="Times New Roman"/>
                <a:cs typeface="Times New Roman"/>
              </a:rPr>
              <a:t>y for </a:t>
            </a:r>
            <a:r>
              <a:rPr sz="2200" spc="-15" dirty="0">
                <a:latin typeface="Times New Roman"/>
                <a:cs typeface="Times New Roman"/>
              </a:rPr>
              <a:t>c</a:t>
            </a:r>
            <a:r>
              <a:rPr sz="2200" spc="-10" dirty="0">
                <a:latin typeface="Times New Roman"/>
                <a:cs typeface="Times New Roman"/>
              </a:rPr>
              <a:t>orr</a:t>
            </a:r>
            <a:r>
              <a:rPr sz="2200" spc="-15" dirty="0">
                <a:latin typeface="Times New Roman"/>
                <a:cs typeface="Times New Roman"/>
              </a:rPr>
              <a:t>ec</a:t>
            </a:r>
            <a:r>
              <a:rPr sz="2200" spc="-10" dirty="0">
                <a:latin typeface="Times New Roman"/>
                <a:cs typeface="Times New Roman"/>
              </a:rPr>
              <a:t>t</a:t>
            </a:r>
            <a:r>
              <a:rPr sz="2200" dirty="0">
                <a:latin typeface="Times New Roman"/>
                <a:cs typeface="Times New Roman"/>
              </a:rPr>
              <a:t>, 0 </a:t>
            </a:r>
            <a:r>
              <a:rPr sz="2200" spc="-20" dirty="0">
                <a:latin typeface="Times New Roman"/>
                <a:cs typeface="Times New Roman"/>
              </a:rPr>
              <a:t>m</a:t>
            </a:r>
            <a:r>
              <a:rPr sz="2200" dirty="0">
                <a:latin typeface="Times New Roman"/>
                <a:cs typeface="Times New Roman"/>
              </a:rPr>
              <a:t>s for </a:t>
            </a:r>
            <a:r>
              <a:rPr sz="2200" spc="-15" dirty="0">
                <a:latin typeface="Times New Roman"/>
                <a:cs typeface="Times New Roman"/>
              </a:rPr>
              <a:t>de</a:t>
            </a:r>
            <a:r>
              <a:rPr sz="2200" spc="-10" dirty="0">
                <a:latin typeface="Times New Roman"/>
                <a:cs typeface="Times New Roman"/>
              </a:rPr>
              <a:t>f</a:t>
            </a:r>
            <a:r>
              <a:rPr sz="2200" spc="-15" dirty="0">
                <a:latin typeface="Times New Roman"/>
                <a:cs typeface="Times New Roman"/>
              </a:rPr>
              <a:t>ec</a:t>
            </a:r>
            <a:r>
              <a:rPr sz="2200" spc="-10" dirty="0">
                <a:latin typeface="Times New Roman"/>
                <a:cs typeface="Times New Roman"/>
              </a:rPr>
              <a:t>tive</a:t>
            </a:r>
            <a:endParaRPr sz="2200" dirty="0">
              <a:latin typeface="Times New Roman"/>
              <a:cs typeface="Times New Roman"/>
            </a:endParaRPr>
          </a:p>
          <a:p>
            <a:pPr marL="241300" indent="-228600">
              <a:lnSpc>
                <a:spcPct val="100000"/>
              </a:lnSpc>
              <a:spcBef>
                <a:spcPts val="160"/>
              </a:spcBef>
              <a:buFont typeface="Times New Roman"/>
              <a:buChar char="•"/>
              <a:tabLst>
                <a:tab pos="241300" algn="l"/>
              </a:tabLst>
            </a:pPr>
            <a:r>
              <a:rPr sz="2200" spc="-10" dirty="0">
                <a:latin typeface="Times New Roman"/>
                <a:cs typeface="Times New Roman"/>
              </a:rPr>
              <a:t>both </a:t>
            </a:r>
            <a:r>
              <a:rPr sz="2200" spc="-15" dirty="0">
                <a:latin typeface="Times New Roman"/>
                <a:cs typeface="Times New Roman"/>
              </a:rPr>
              <a:t>de</a:t>
            </a:r>
            <a:r>
              <a:rPr sz="2200" spc="-10" dirty="0">
                <a:latin typeface="Times New Roman"/>
                <a:cs typeface="Times New Roman"/>
              </a:rPr>
              <a:t>f</a:t>
            </a:r>
            <a:r>
              <a:rPr sz="2200" spc="-15" dirty="0">
                <a:latin typeface="Times New Roman"/>
                <a:cs typeface="Times New Roman"/>
              </a:rPr>
              <a:t>ec</a:t>
            </a:r>
            <a:r>
              <a:rPr sz="2200" spc="-10" dirty="0">
                <a:latin typeface="Times New Roman"/>
                <a:cs typeface="Times New Roman"/>
              </a:rPr>
              <a:t>tiv</a:t>
            </a:r>
            <a:r>
              <a:rPr sz="2200" spc="-15" dirty="0">
                <a:latin typeface="Times New Roman"/>
                <a:cs typeface="Times New Roman"/>
              </a:rPr>
              <a:t>e</a:t>
            </a:r>
            <a:r>
              <a:rPr sz="2200" spc="-10" dirty="0">
                <a:latin typeface="Times New Roman"/>
                <a:cs typeface="Times New Roman"/>
              </a:rPr>
              <a:t>:</a:t>
            </a:r>
            <a:r>
              <a:rPr sz="2200" dirty="0">
                <a:latin typeface="Times New Roman"/>
                <a:cs typeface="Times New Roman"/>
              </a:rPr>
              <a:t> </a:t>
            </a:r>
            <a:r>
              <a:rPr sz="2200" spc="-10" dirty="0">
                <a:latin typeface="Times New Roman"/>
                <a:cs typeface="Times New Roman"/>
              </a:rPr>
              <a:t>bot</a:t>
            </a:r>
            <a:r>
              <a:rPr sz="2200" dirty="0">
                <a:latin typeface="Times New Roman"/>
                <a:cs typeface="Times New Roman"/>
              </a:rPr>
              <a:t>h </a:t>
            </a:r>
            <a:r>
              <a:rPr sz="2200" spc="-15" dirty="0">
                <a:latin typeface="Times New Roman"/>
                <a:cs typeface="Times New Roman"/>
              </a:rPr>
              <a:t>ge</a:t>
            </a:r>
            <a:r>
              <a:rPr sz="2200" spc="-10" dirty="0">
                <a:latin typeface="Times New Roman"/>
                <a:cs typeface="Times New Roman"/>
              </a:rPr>
              <a:t>t</a:t>
            </a:r>
            <a:r>
              <a:rPr sz="2200" dirty="0">
                <a:latin typeface="Times New Roman"/>
                <a:cs typeface="Times New Roman"/>
              </a:rPr>
              <a:t> </a:t>
            </a:r>
            <a:r>
              <a:rPr sz="2200" spc="-10" dirty="0">
                <a:latin typeface="Times New Roman"/>
                <a:cs typeface="Times New Roman"/>
              </a:rPr>
              <a:t>a</a:t>
            </a:r>
            <a:r>
              <a:rPr sz="2200" spc="-5" dirty="0">
                <a:latin typeface="Times New Roman"/>
                <a:cs typeface="Times New Roman"/>
              </a:rPr>
              <a:t> </a:t>
            </a:r>
            <a:r>
              <a:rPr sz="2200" dirty="0">
                <a:latin typeface="Times New Roman"/>
                <a:cs typeface="Times New Roman"/>
              </a:rPr>
              <a:t>3 </a:t>
            </a:r>
            <a:r>
              <a:rPr sz="2200" spc="-20" dirty="0">
                <a:latin typeface="Times New Roman"/>
                <a:cs typeface="Times New Roman"/>
              </a:rPr>
              <a:t>m</a:t>
            </a:r>
            <a:r>
              <a:rPr sz="2200" dirty="0">
                <a:latin typeface="Times New Roman"/>
                <a:cs typeface="Times New Roman"/>
              </a:rPr>
              <a:t>s </a:t>
            </a:r>
            <a:r>
              <a:rPr sz="2200" spc="-15" dirty="0">
                <a:latin typeface="Times New Roman"/>
                <a:cs typeface="Times New Roman"/>
              </a:rPr>
              <a:t>de</a:t>
            </a:r>
            <a:r>
              <a:rPr sz="2200" spc="-10" dirty="0">
                <a:latin typeface="Times New Roman"/>
                <a:cs typeface="Times New Roman"/>
              </a:rPr>
              <a:t>l</a:t>
            </a:r>
            <a:r>
              <a:rPr sz="2200" spc="-15" dirty="0">
                <a:latin typeface="Times New Roman"/>
                <a:cs typeface="Times New Roman"/>
              </a:rPr>
              <a:t>a</a:t>
            </a:r>
            <a:r>
              <a:rPr sz="2200" spc="-145" dirty="0">
                <a:latin typeface="Times New Roman"/>
                <a:cs typeface="Times New Roman"/>
              </a:rPr>
              <a:t>y</a:t>
            </a:r>
            <a:r>
              <a:rPr sz="2200" dirty="0">
                <a:latin typeface="Times New Roman"/>
                <a:cs typeface="Times New Roman"/>
              </a:rPr>
              <a:t>.</a:t>
            </a:r>
          </a:p>
        </p:txBody>
      </p:sp>
      <p:sp>
        <p:nvSpPr>
          <p:cNvPr id="7" name="object 7"/>
          <p:cNvSpPr txBox="1"/>
          <p:nvPr/>
        </p:nvSpPr>
        <p:spPr>
          <a:xfrm>
            <a:off x="304844" y="1740029"/>
            <a:ext cx="2673350" cy="1915909"/>
          </a:xfrm>
          <a:prstGeom prst="rect">
            <a:avLst/>
          </a:prstGeom>
        </p:spPr>
        <p:txBody>
          <a:bodyPr vert="horz" wrap="square" lIns="0" tIns="0" rIns="0" bIns="0" rtlCol="0">
            <a:spAutoFit/>
          </a:bodyPr>
          <a:lstStyle/>
          <a:p>
            <a:pPr marL="431800">
              <a:lnSpc>
                <a:spcPct val="100000"/>
              </a:lnSpc>
              <a:tabLst>
                <a:tab pos="867410" algn="l"/>
                <a:tab pos="1964055" algn="l"/>
                <a:tab pos="2660015" algn="l"/>
              </a:tabLst>
            </a:pPr>
            <a:r>
              <a:rPr sz="3400" dirty="0">
                <a:latin typeface="Times New Roman"/>
                <a:cs typeface="Times New Roman"/>
              </a:rPr>
              <a:t> 	</a:t>
            </a:r>
            <a:r>
              <a:rPr sz="3400" dirty="0">
                <a:latin typeface="Calibri"/>
                <a:cs typeface="Calibri"/>
              </a:rPr>
              <a:t>C</a:t>
            </a:r>
            <a:r>
              <a:rPr sz="3400" dirty="0">
                <a:latin typeface="Times New Roman"/>
                <a:cs typeface="Times New Roman"/>
              </a:rPr>
              <a:t> 	</a:t>
            </a:r>
            <a:r>
              <a:rPr sz="3400" dirty="0">
                <a:latin typeface="Calibri"/>
                <a:cs typeface="Calibri"/>
              </a:rPr>
              <a:t>D</a:t>
            </a:r>
            <a:r>
              <a:rPr sz="3400" dirty="0">
                <a:latin typeface="Times New Roman"/>
                <a:cs typeface="Times New Roman"/>
              </a:rPr>
              <a:t> 	</a:t>
            </a:r>
          </a:p>
          <a:p>
            <a:pPr marL="12700" indent="17145">
              <a:lnSpc>
                <a:spcPct val="100000"/>
              </a:lnSpc>
              <a:spcBef>
                <a:spcPts val="920"/>
              </a:spcBef>
            </a:pPr>
            <a:r>
              <a:rPr sz="3400" dirty="0">
                <a:latin typeface="Calibri"/>
                <a:cs typeface="Calibri"/>
              </a:rPr>
              <a:t>C</a:t>
            </a:r>
          </a:p>
          <a:p>
            <a:pPr marL="12700">
              <a:lnSpc>
                <a:spcPct val="100000"/>
              </a:lnSpc>
              <a:spcBef>
                <a:spcPts val="1814"/>
              </a:spcBef>
            </a:pPr>
            <a:r>
              <a:rPr sz="3400" dirty="0">
                <a:latin typeface="Calibri"/>
                <a:cs typeface="Calibri"/>
              </a:rPr>
              <a:t>D</a:t>
            </a:r>
          </a:p>
        </p:txBody>
      </p:sp>
      <p:graphicFrame>
        <p:nvGraphicFramePr>
          <p:cNvPr id="8" name="object 8"/>
          <p:cNvGraphicFramePr>
            <a:graphicFrameLocks noGrp="1"/>
          </p:cNvGraphicFramePr>
          <p:nvPr>
            <p:extLst>
              <p:ext uri="{D42A27DB-BD31-4B8C-83A1-F6EECF244321}">
                <p14:modId xmlns:p14="http://schemas.microsoft.com/office/powerpoint/2010/main" val="1022111712"/>
              </p:ext>
            </p:extLst>
          </p:nvPr>
        </p:nvGraphicFramePr>
        <p:xfrm>
          <a:off x="729297" y="2227262"/>
          <a:ext cx="2228009" cy="149114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2398">
                <a:tc>
                  <a:txBody>
                    <a:bodyPr/>
                    <a:lstStyle/>
                    <a:p>
                      <a:pPr marL="0" indent="0" algn="ctr">
                        <a:lnSpc>
                          <a:spcPct val="100000"/>
                        </a:lnSpc>
                      </a:pPr>
                      <a:r>
                        <a:rPr lang="en-US" sz="1800" i="1" spc="-20" dirty="0">
                          <a:latin typeface="Meiryo"/>
                          <a:cs typeface="Meiryo"/>
                        </a:rPr>
                        <a:t>-</a:t>
                      </a:r>
                      <a:r>
                        <a:rPr sz="1800" i="1" spc="-20" dirty="0">
                          <a:latin typeface="Meiryo"/>
                          <a:cs typeface="Meiryo"/>
                        </a:rPr>
                        <a:t>­</a:t>
                      </a:r>
                      <a:r>
                        <a:rPr sz="1800" spc="-20" dirty="0">
                          <a:latin typeface="Times New Roman"/>
                          <a:cs typeface="Times New Roman"/>
                        </a:rPr>
                        <a:t>1</a:t>
                      </a:r>
                      <a:r>
                        <a:rPr sz="1800" i="1" dirty="0">
                          <a:latin typeface="Times New Roman"/>
                          <a:cs typeface="Times New Roman"/>
                        </a:rPr>
                        <a:t>,</a:t>
                      </a:r>
                      <a:r>
                        <a:rPr sz="1800" i="1" spc="-175" dirty="0">
                          <a:latin typeface="Times New Roman"/>
                          <a:cs typeface="Times New Roman"/>
                        </a:rPr>
                        <a:t> </a:t>
                      </a:r>
                      <a:r>
                        <a:rPr sz="1800" i="1" spc="-45" dirty="0">
                          <a:latin typeface="Meiryo"/>
                          <a:cs typeface="Meiryo"/>
                        </a:rPr>
                        <a:t>­</a:t>
                      </a:r>
                      <a:r>
                        <a:rPr lang="en-US" sz="1800" i="1" spc="-45" dirty="0">
                          <a:latin typeface="Meiryo"/>
                          <a:cs typeface="Meiryo"/>
                        </a:rPr>
                        <a:t>-</a:t>
                      </a:r>
                      <a:r>
                        <a:rPr sz="1800" dirty="0">
                          <a:latin typeface="Times New Roman"/>
                          <a:cs typeface="Times New Roman"/>
                        </a:rPr>
                        <a:t>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0" indent="0" algn="ctr">
                        <a:lnSpc>
                          <a:spcPct val="100000"/>
                        </a:lnSpc>
                      </a:pPr>
                      <a:r>
                        <a:rPr sz="1800" i="1" spc="-20" dirty="0">
                          <a:latin typeface="Meiryo"/>
                          <a:cs typeface="Meiryo"/>
                        </a:rPr>
                        <a:t>­</a:t>
                      </a:r>
                      <a:r>
                        <a:rPr lang="en-US" sz="1800" i="1" spc="-20" dirty="0">
                          <a:latin typeface="Meiryo"/>
                          <a:cs typeface="Meiryo"/>
                        </a:rPr>
                        <a:t>-</a:t>
                      </a:r>
                      <a:r>
                        <a:rPr sz="1800" spc="-20" dirty="0">
                          <a:latin typeface="Times New Roman"/>
                          <a:cs typeface="Times New Roman"/>
                        </a:rPr>
                        <a:t>4</a:t>
                      </a:r>
                      <a:r>
                        <a:rPr sz="1800" i="1" dirty="0">
                          <a:latin typeface="Times New Roman"/>
                          <a:cs typeface="Times New Roman"/>
                        </a:rPr>
                        <a:t>,</a:t>
                      </a:r>
                      <a:r>
                        <a:rPr sz="1800" i="1" spc="-175" dirty="0">
                          <a:latin typeface="Times New Roman"/>
                          <a:cs typeface="Times New Roman"/>
                        </a:rPr>
                        <a:t> </a:t>
                      </a:r>
                      <a:r>
                        <a:rPr sz="1800" dirty="0">
                          <a:latin typeface="Times New Roman"/>
                          <a:cs typeface="Times New Roman"/>
                        </a:rPr>
                        <a:t>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0" indent="0" algn="ctr">
                        <a:lnSpc>
                          <a:spcPct val="100000"/>
                        </a:lnSpc>
                      </a:pPr>
                      <a:r>
                        <a:rPr sz="1800" dirty="0">
                          <a:latin typeface="Times New Roman"/>
                          <a:cs typeface="Times New Roman"/>
                        </a:rPr>
                        <a:t>0</a:t>
                      </a:r>
                      <a:r>
                        <a:rPr sz="1800" i="1" dirty="0">
                          <a:latin typeface="Times New Roman"/>
                          <a:cs typeface="Times New Roman"/>
                        </a:rPr>
                        <a:t>,</a:t>
                      </a:r>
                      <a:r>
                        <a:rPr sz="1800" i="1" spc="-135" dirty="0">
                          <a:latin typeface="Times New Roman"/>
                          <a:cs typeface="Times New Roman"/>
                        </a:rPr>
                        <a:t> </a:t>
                      </a:r>
                      <a:r>
                        <a:rPr sz="1800" i="1" spc="-45" dirty="0">
                          <a:latin typeface="Meiryo"/>
                          <a:cs typeface="Meiryo"/>
                        </a:rPr>
                        <a:t>­</a:t>
                      </a:r>
                      <a:r>
                        <a:rPr lang="en-US" sz="1800" i="1" spc="-45" dirty="0">
                          <a:latin typeface="Meiryo"/>
                          <a:cs typeface="Meiryo"/>
                        </a:rPr>
                        <a:t>-</a:t>
                      </a:r>
                      <a:r>
                        <a:rPr sz="1800" dirty="0">
                          <a:latin typeface="Times New Roman"/>
                          <a:cs typeface="Times New Roman"/>
                        </a:rPr>
                        <a:t>4</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0" indent="0" algn="ctr">
                        <a:lnSpc>
                          <a:spcPct val="100000"/>
                        </a:lnSpc>
                      </a:pPr>
                      <a:r>
                        <a:rPr lang="en-US" sz="1800" i="1" spc="-20" dirty="0">
                          <a:latin typeface="Meiryo"/>
                          <a:cs typeface="Meiryo"/>
                        </a:rPr>
                        <a:t>-</a:t>
                      </a:r>
                      <a:r>
                        <a:rPr sz="1800" i="1" spc="-20" dirty="0">
                          <a:latin typeface="Meiryo"/>
                          <a:cs typeface="Meiryo"/>
                        </a:rPr>
                        <a:t>­</a:t>
                      </a:r>
                      <a:r>
                        <a:rPr sz="1800" spc="-20" dirty="0">
                          <a:latin typeface="Times New Roman"/>
                          <a:cs typeface="Times New Roman"/>
                        </a:rPr>
                        <a:t>3</a:t>
                      </a:r>
                      <a:r>
                        <a:rPr sz="1800" i="1" dirty="0">
                          <a:latin typeface="Times New Roman"/>
                          <a:cs typeface="Times New Roman"/>
                        </a:rPr>
                        <a:t>,</a:t>
                      </a:r>
                      <a:r>
                        <a:rPr sz="1800" i="1" spc="-175" dirty="0">
                          <a:latin typeface="Times New Roman"/>
                          <a:cs typeface="Times New Roman"/>
                        </a:rPr>
                        <a:t> </a:t>
                      </a:r>
                      <a:r>
                        <a:rPr lang="en-US" sz="1800" i="1" spc="-175" dirty="0">
                          <a:latin typeface="Times New Roman"/>
                          <a:cs typeface="Times New Roman"/>
                        </a:rPr>
                        <a:t>-</a:t>
                      </a:r>
                      <a:r>
                        <a:rPr sz="1800" i="1" spc="-45" dirty="0">
                          <a:latin typeface="Meiryo"/>
                          <a:cs typeface="Meiryo"/>
                        </a:rPr>
                        <a:t>­</a:t>
                      </a:r>
                      <a:r>
                        <a:rPr sz="1800" dirty="0">
                          <a:latin typeface="Times New Roman"/>
                          <a:cs typeface="Times New Roman"/>
                        </a:rPr>
                        <a:t>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2" name="Slide Number Placeholder 11">
            <a:extLst>
              <a:ext uri="{FF2B5EF4-FFF2-40B4-BE49-F238E27FC236}">
                <a16:creationId xmlns:a16="http://schemas.microsoft.com/office/drawing/2014/main" id="{61B7856F-4254-7D90-0004-596FF0C49F67}"/>
              </a:ext>
            </a:extLst>
          </p:cNvPr>
          <p:cNvSpPr>
            <a:spLocks noGrp="1"/>
          </p:cNvSpPr>
          <p:nvPr>
            <p:ph type="sldNum" sz="quarter" idx="2"/>
          </p:nvPr>
        </p:nvSpPr>
        <p:spPr/>
        <p:txBody>
          <a:bodyPr/>
          <a:lstStyle/>
          <a:p>
            <a:fld id="{86CB4B4D-7CA3-9044-876B-883B54F8677D}" type="slidenum">
              <a:rPr lang="en-US" smtClean="0"/>
              <a:pPr/>
              <a:t>29</a:t>
            </a:fld>
            <a:r>
              <a:rPr lang="en-US" dirty="0"/>
              <a:t>/33</a:t>
            </a:r>
          </a:p>
        </p:txBody>
      </p:sp>
      <p:sp>
        <p:nvSpPr>
          <p:cNvPr id="13" name="Footer Placeholder 12">
            <a:extLst>
              <a:ext uri="{FF2B5EF4-FFF2-40B4-BE49-F238E27FC236}">
                <a16:creationId xmlns:a16="http://schemas.microsoft.com/office/drawing/2014/main" id="{18B11A91-20A6-D328-0A46-84F46EDFDA12}"/>
              </a:ext>
            </a:extLst>
          </p:cNvPr>
          <p:cNvSpPr>
            <a:spLocks noGrp="1"/>
          </p:cNvSpPr>
          <p:nvPr>
            <p:ph type="ftr" sz="quarter" idx="5"/>
          </p:nvPr>
        </p:nvSpPr>
        <p:spPr/>
        <p:txBody>
          <a:bodyPr/>
          <a:lstStyle/>
          <a:p>
            <a:pPr defTabSz="406400" hangingPunct="0">
              <a:defRPr/>
            </a:pPr>
            <a:r>
              <a:rPr lang="en-US" dirty="0"/>
              <a:t>Week-6</a:t>
            </a:r>
          </a:p>
        </p:txBody>
      </p:sp>
      <p:sp>
        <p:nvSpPr>
          <p:cNvPr id="14" name="Rectangle 13">
            <a:extLst>
              <a:ext uri="{FF2B5EF4-FFF2-40B4-BE49-F238E27FC236}">
                <a16:creationId xmlns:a16="http://schemas.microsoft.com/office/drawing/2014/main" id="{7D4866CB-DBE4-964D-DEDE-959DFED8AB35}"/>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p:txBody>
      </p:sp>
      <p:sp>
        <p:nvSpPr>
          <p:cNvPr id="15" name="Rectangle 14">
            <a:extLst>
              <a:ext uri="{FF2B5EF4-FFF2-40B4-BE49-F238E27FC236}">
                <a16:creationId xmlns:a16="http://schemas.microsoft.com/office/drawing/2014/main" id="{9729E305-D0FC-0B9E-8E84-6A0365B726F1}"/>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1B65848-771A-CCC2-FC15-F255261DC884}"/>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08487FD-FD99-95F8-AFC3-BF3D26EECE09}"/>
              </a:ext>
            </a:extLst>
          </p:cNvPr>
          <p:cNvSpPr txBox="1"/>
          <p:nvPr/>
        </p:nvSpPr>
        <p:spPr>
          <a:xfrm>
            <a:off x="5562600" y="2511474"/>
            <a:ext cx="1828843" cy="646331"/>
          </a:xfrm>
          <a:prstGeom prst="rect">
            <a:avLst/>
          </a:prstGeom>
          <a:noFill/>
        </p:spPr>
        <p:txBody>
          <a:bodyPr wrap="square">
            <a:spAutoFit/>
          </a:bodyPr>
          <a:lstStyle/>
          <a:p>
            <a:r>
              <a:rPr lang="en-US" b="0" i="0" dirty="0">
                <a:effectLst/>
                <a:latin typeface="Söhne Mono"/>
              </a:rPr>
              <a:t>Correct (C)</a:t>
            </a:r>
          </a:p>
          <a:p>
            <a:r>
              <a:rPr lang="en-US" b="0" i="0" dirty="0">
                <a:effectLst/>
                <a:latin typeface="Söhne Mono"/>
              </a:rPr>
              <a:t>Defective (D)</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30" dirty="0"/>
              <a:t>G</a:t>
            </a:r>
            <a:r>
              <a:rPr dirty="0"/>
              <a:t>eneral</a:t>
            </a:r>
            <a:r>
              <a:rPr spc="-5" dirty="0"/>
              <a:t> </a:t>
            </a:r>
            <a:r>
              <a:rPr spc="-25" dirty="0"/>
              <a:t>F</a:t>
            </a:r>
            <a:r>
              <a:rPr dirty="0"/>
              <a:t>ro</a:t>
            </a:r>
            <a:r>
              <a:rPr spc="-20" dirty="0"/>
              <a:t>m:</a:t>
            </a:r>
            <a:r>
              <a:rPr spc="-5" dirty="0"/>
              <a:t> </a:t>
            </a:r>
            <a:r>
              <a:rPr dirty="0"/>
              <a:t>Prisoners’</a:t>
            </a:r>
            <a:r>
              <a:rPr spc="-120" dirty="0"/>
              <a:t> </a:t>
            </a:r>
            <a:r>
              <a:rPr dirty="0"/>
              <a:t>dilemma</a:t>
            </a:r>
          </a:p>
        </p:txBody>
      </p:sp>
      <p:sp>
        <p:nvSpPr>
          <p:cNvPr id="6" name="object 6"/>
          <p:cNvSpPr txBox="1"/>
          <p:nvPr/>
        </p:nvSpPr>
        <p:spPr>
          <a:xfrm>
            <a:off x="304844" y="1740029"/>
            <a:ext cx="4242435" cy="2808461"/>
          </a:xfrm>
          <a:prstGeom prst="rect">
            <a:avLst/>
          </a:prstGeom>
        </p:spPr>
        <p:txBody>
          <a:bodyPr vert="horz" wrap="square" lIns="0" tIns="0" rIns="0" bIns="0" rtlCol="0">
            <a:spAutoFit/>
          </a:bodyPr>
          <a:lstStyle/>
          <a:p>
            <a:pPr marL="431800">
              <a:lnSpc>
                <a:spcPct val="100000"/>
              </a:lnSpc>
              <a:tabLst>
                <a:tab pos="867410" algn="l"/>
                <a:tab pos="1964055" algn="l"/>
                <a:tab pos="2660015" algn="l"/>
              </a:tabLst>
            </a:pPr>
            <a:r>
              <a:rPr sz="3400" dirty="0">
                <a:latin typeface="Times New Roman"/>
                <a:cs typeface="Times New Roman"/>
              </a:rPr>
              <a:t> 	</a:t>
            </a:r>
            <a:r>
              <a:rPr sz="3400" dirty="0">
                <a:latin typeface="Calibri"/>
                <a:cs typeface="Calibri"/>
              </a:rPr>
              <a:t>C</a:t>
            </a:r>
            <a:r>
              <a:rPr sz="3400" dirty="0">
                <a:latin typeface="Times New Roman"/>
                <a:cs typeface="Times New Roman"/>
              </a:rPr>
              <a:t> 	</a:t>
            </a:r>
            <a:r>
              <a:rPr sz="3400" dirty="0">
                <a:latin typeface="Calibri"/>
                <a:cs typeface="Calibri"/>
              </a:rPr>
              <a:t>D</a:t>
            </a:r>
            <a:r>
              <a:rPr sz="3400" dirty="0">
                <a:latin typeface="Times New Roman"/>
                <a:cs typeface="Times New Roman"/>
              </a:rPr>
              <a:t> 	</a:t>
            </a:r>
          </a:p>
          <a:p>
            <a:pPr marL="12700" indent="17145">
              <a:lnSpc>
                <a:spcPct val="100000"/>
              </a:lnSpc>
              <a:spcBef>
                <a:spcPts val="920"/>
              </a:spcBef>
            </a:pPr>
            <a:r>
              <a:rPr sz="3400" dirty="0">
                <a:latin typeface="Calibri"/>
                <a:cs typeface="Calibri"/>
              </a:rPr>
              <a:t>C</a:t>
            </a:r>
          </a:p>
          <a:p>
            <a:pPr marL="12700">
              <a:lnSpc>
                <a:spcPct val="100000"/>
              </a:lnSpc>
              <a:spcBef>
                <a:spcPts val="1814"/>
              </a:spcBef>
            </a:pPr>
            <a:r>
              <a:rPr sz="3400" dirty="0">
                <a:latin typeface="Calibri"/>
                <a:cs typeface="Calibri"/>
              </a:rPr>
              <a:t>D</a:t>
            </a:r>
          </a:p>
          <a:p>
            <a:pPr>
              <a:lnSpc>
                <a:spcPct val="100000"/>
              </a:lnSpc>
              <a:spcBef>
                <a:spcPts val="45"/>
              </a:spcBef>
            </a:pPr>
            <a:endParaRPr sz="3500" dirty="0">
              <a:latin typeface="Times New Roman"/>
              <a:cs typeface="Times New Roman"/>
            </a:endParaRPr>
          </a:p>
          <a:p>
            <a:pPr marL="245745" indent="-228600">
              <a:lnSpc>
                <a:spcPct val="100000"/>
              </a:lnSpc>
              <a:buFont typeface="Times New Roman"/>
              <a:buChar char="•"/>
              <a:tabLst>
                <a:tab pos="246379" algn="l"/>
              </a:tabLst>
            </a:pPr>
            <a:r>
              <a:rPr sz="3300" spc="-22" baseline="1262" dirty="0">
                <a:latin typeface="Times New Roman"/>
                <a:cs typeface="Times New Roman"/>
              </a:rPr>
              <a:t>a</a:t>
            </a:r>
            <a:r>
              <a:rPr sz="3300" baseline="1262" dirty="0">
                <a:latin typeface="Times New Roman"/>
                <a:cs typeface="Times New Roman"/>
              </a:rPr>
              <a:t>ny s</a:t>
            </a:r>
            <a:r>
              <a:rPr sz="3300" spc="-22" baseline="1262" dirty="0">
                <a:latin typeface="Times New Roman"/>
                <a:cs typeface="Times New Roman"/>
              </a:rPr>
              <a:t>uc</a:t>
            </a:r>
            <a:r>
              <a:rPr sz="3300" baseline="1262" dirty="0">
                <a:latin typeface="Times New Roman"/>
                <a:cs typeface="Times New Roman"/>
              </a:rPr>
              <a:t>h </a:t>
            </a:r>
            <a:r>
              <a:rPr sz="3300" spc="-22" baseline="1262" dirty="0">
                <a:latin typeface="Times New Roman"/>
                <a:cs typeface="Times New Roman"/>
              </a:rPr>
              <a:t>game</a:t>
            </a:r>
            <a:r>
              <a:rPr sz="3300" spc="-7" baseline="1262" dirty="0">
                <a:latin typeface="Times New Roman"/>
                <a:cs typeface="Times New Roman"/>
              </a:rPr>
              <a:t> </a:t>
            </a:r>
            <a:r>
              <a:rPr sz="3300" baseline="1262" dirty="0">
                <a:latin typeface="Times New Roman"/>
                <a:cs typeface="Times New Roman"/>
              </a:rPr>
              <a:t>w</a:t>
            </a:r>
            <a:r>
              <a:rPr sz="3300" spc="-15" baseline="1262" dirty="0">
                <a:latin typeface="Times New Roman"/>
                <a:cs typeface="Times New Roman"/>
              </a:rPr>
              <a:t>it</a:t>
            </a:r>
            <a:r>
              <a:rPr sz="3300" baseline="1262" dirty="0">
                <a:latin typeface="Times New Roman"/>
                <a:cs typeface="Times New Roman"/>
              </a:rPr>
              <a:t>h </a:t>
            </a:r>
            <a:r>
              <a:rPr sz="3450" i="1" spc="15" baseline="1207" dirty="0">
                <a:latin typeface="Times New Roman"/>
                <a:cs typeface="Times New Roman"/>
              </a:rPr>
              <a:t>c</a:t>
            </a:r>
            <a:r>
              <a:rPr sz="3450" i="1" spc="104" baseline="1207" dirty="0">
                <a:latin typeface="Times New Roman"/>
                <a:cs typeface="Times New Roman"/>
              </a:rPr>
              <a:t> </a:t>
            </a:r>
            <a:r>
              <a:rPr sz="3450" spc="-127" baseline="1207" dirty="0">
                <a:latin typeface="Tahoma"/>
                <a:cs typeface="Tahoma"/>
              </a:rPr>
              <a:t>&gt;</a:t>
            </a:r>
            <a:r>
              <a:rPr sz="3450" spc="-112" baseline="1207" dirty="0">
                <a:latin typeface="Tahoma"/>
                <a:cs typeface="Tahoma"/>
              </a:rPr>
              <a:t> </a:t>
            </a:r>
            <a:r>
              <a:rPr sz="3450" i="1" spc="15" baseline="1207" dirty="0">
                <a:latin typeface="Times New Roman"/>
                <a:cs typeface="Times New Roman"/>
              </a:rPr>
              <a:t>a</a:t>
            </a:r>
            <a:r>
              <a:rPr sz="3450" i="1" spc="104" baseline="1207" dirty="0">
                <a:latin typeface="Times New Roman"/>
                <a:cs typeface="Times New Roman"/>
              </a:rPr>
              <a:t> </a:t>
            </a:r>
            <a:r>
              <a:rPr sz="3450" spc="-127" baseline="1207" dirty="0">
                <a:latin typeface="Tahoma"/>
                <a:cs typeface="Tahoma"/>
              </a:rPr>
              <a:t>&gt;</a:t>
            </a:r>
            <a:r>
              <a:rPr sz="3450" spc="-112" baseline="1207" dirty="0">
                <a:latin typeface="Tahoma"/>
                <a:cs typeface="Tahoma"/>
              </a:rPr>
              <a:t> </a:t>
            </a:r>
            <a:r>
              <a:rPr sz="3450" i="1" spc="15" baseline="1207" dirty="0">
                <a:latin typeface="Times New Roman"/>
                <a:cs typeface="Times New Roman"/>
              </a:rPr>
              <a:t>d</a:t>
            </a:r>
            <a:r>
              <a:rPr sz="3450" i="1" spc="209" baseline="1207" dirty="0">
                <a:latin typeface="Times New Roman"/>
                <a:cs typeface="Times New Roman"/>
              </a:rPr>
              <a:t> </a:t>
            </a:r>
            <a:r>
              <a:rPr sz="3450" spc="-127" baseline="1207" dirty="0">
                <a:latin typeface="Tahoma"/>
                <a:cs typeface="Tahoma"/>
              </a:rPr>
              <a:t>&gt;</a:t>
            </a:r>
            <a:r>
              <a:rPr sz="3450" spc="-112" baseline="1207" dirty="0">
                <a:latin typeface="Tahoma"/>
                <a:cs typeface="Tahoma"/>
              </a:rPr>
              <a:t> </a:t>
            </a:r>
            <a:r>
              <a:rPr sz="3450" i="1" spc="15" baseline="1207" dirty="0">
                <a:latin typeface="Times New Roman"/>
                <a:cs typeface="Times New Roman"/>
              </a:rPr>
              <a:t>b</a:t>
            </a:r>
            <a:endParaRPr sz="3450" baseline="1207" dirty="0">
              <a:latin typeface="Times New Roman"/>
              <a:cs typeface="Times New Roman"/>
            </a:endParaRPr>
          </a:p>
        </p:txBody>
      </p:sp>
      <p:graphicFrame>
        <p:nvGraphicFramePr>
          <p:cNvPr id="7" name="object 7"/>
          <p:cNvGraphicFramePr>
            <a:graphicFrameLocks noGrp="1"/>
          </p:cNvGraphicFramePr>
          <p:nvPr>
            <p:extLst>
              <p:ext uri="{D42A27DB-BD31-4B8C-83A1-F6EECF244321}">
                <p14:modId xmlns:p14="http://schemas.microsoft.com/office/powerpoint/2010/main" val="308371615"/>
              </p:ext>
            </p:extLst>
          </p:nvPr>
        </p:nvGraphicFramePr>
        <p:xfrm>
          <a:off x="729297" y="2227262"/>
          <a:ext cx="2228009" cy="149114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2398">
                <a:tc>
                  <a:txBody>
                    <a:bodyPr/>
                    <a:lstStyle/>
                    <a:p>
                      <a:pPr marL="0" indent="0" algn="ctr">
                        <a:lnSpc>
                          <a:spcPct val="100000"/>
                        </a:lnSpc>
                      </a:pPr>
                      <a:r>
                        <a:rPr sz="1800" i="1" spc="-20" dirty="0">
                          <a:latin typeface="Meiryo"/>
                          <a:cs typeface="Meiryo"/>
                        </a:rPr>
                        <a:t>a</a:t>
                      </a:r>
                      <a:r>
                        <a:rPr sz="1800" i="1" dirty="0">
                          <a:latin typeface="Times New Roman"/>
                          <a:cs typeface="Times New Roman"/>
                        </a:rPr>
                        <a:t>,</a:t>
                      </a:r>
                      <a:r>
                        <a:rPr sz="1800" i="1" spc="-175" dirty="0">
                          <a:latin typeface="Times New Roman"/>
                          <a:cs typeface="Times New Roman"/>
                        </a:rPr>
                        <a:t> </a:t>
                      </a:r>
                      <a:r>
                        <a:rPr sz="1800" i="1" dirty="0">
                          <a:latin typeface="Meiryo"/>
                          <a:cs typeface="Meiryo"/>
                        </a:rPr>
                        <a:t>a</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9525" indent="-9525" algn="ctr">
                        <a:lnSpc>
                          <a:spcPct val="100000"/>
                        </a:lnSpc>
                      </a:pPr>
                      <a:r>
                        <a:rPr sz="1800" i="1" spc="-20" dirty="0">
                          <a:latin typeface="Meiryo"/>
                          <a:cs typeface="Meiryo"/>
                        </a:rPr>
                        <a:t>b</a:t>
                      </a:r>
                      <a:r>
                        <a:rPr sz="1800" i="1" dirty="0">
                          <a:latin typeface="Times New Roman"/>
                          <a:cs typeface="Times New Roman"/>
                        </a:rPr>
                        <a:t>,</a:t>
                      </a:r>
                      <a:r>
                        <a:rPr sz="1800" i="1" spc="-175" dirty="0">
                          <a:latin typeface="Times New Roman"/>
                          <a:cs typeface="Times New Roman"/>
                        </a:rPr>
                        <a:t> </a:t>
                      </a:r>
                      <a:r>
                        <a:rPr sz="1800" i="1" dirty="0">
                          <a:latin typeface="Meiryo"/>
                          <a:cs typeface="Meiryo"/>
                        </a:rPr>
                        <a:t>c</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0" indent="0" algn="ctr">
                        <a:lnSpc>
                          <a:spcPct val="100000"/>
                        </a:lnSpc>
                      </a:pPr>
                      <a:r>
                        <a:rPr sz="1800" i="1" spc="-45" dirty="0">
                          <a:latin typeface="Meiryo"/>
                          <a:cs typeface="Meiryo"/>
                        </a:rPr>
                        <a:t>c</a:t>
                      </a:r>
                      <a:r>
                        <a:rPr sz="1800" i="1" dirty="0">
                          <a:latin typeface="Times New Roman"/>
                          <a:cs typeface="Times New Roman"/>
                        </a:rPr>
                        <a:t>,</a:t>
                      </a:r>
                      <a:r>
                        <a:rPr sz="1800" i="1" spc="-135" dirty="0">
                          <a:latin typeface="Times New Roman"/>
                          <a:cs typeface="Times New Roman"/>
                        </a:rPr>
                        <a:t> </a:t>
                      </a:r>
                      <a:r>
                        <a:rPr sz="1800" i="1" dirty="0">
                          <a:latin typeface="Meiryo"/>
                          <a:cs typeface="Meiryo"/>
                        </a:rPr>
                        <a:t>b</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0" indent="0" algn="ctr">
                        <a:lnSpc>
                          <a:spcPct val="100000"/>
                        </a:lnSpc>
                      </a:pPr>
                      <a:r>
                        <a:rPr sz="1800" i="1" spc="-20" dirty="0">
                          <a:latin typeface="Meiryo"/>
                          <a:cs typeface="Meiryo"/>
                        </a:rPr>
                        <a:t>d</a:t>
                      </a:r>
                      <a:r>
                        <a:rPr sz="1800" i="1" dirty="0">
                          <a:latin typeface="Times New Roman"/>
                          <a:cs typeface="Times New Roman"/>
                        </a:rPr>
                        <a:t>,</a:t>
                      </a:r>
                      <a:r>
                        <a:rPr sz="1800" i="1" spc="-175" dirty="0">
                          <a:latin typeface="Times New Roman"/>
                          <a:cs typeface="Times New Roman"/>
                        </a:rPr>
                        <a:t> </a:t>
                      </a:r>
                      <a:r>
                        <a:rPr sz="1800" i="1" dirty="0">
                          <a:latin typeface="Meiryo"/>
                          <a:cs typeface="Meiryo"/>
                        </a:rPr>
                        <a:t>d</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1" name="Slide Number Placeholder 10">
            <a:extLst>
              <a:ext uri="{FF2B5EF4-FFF2-40B4-BE49-F238E27FC236}">
                <a16:creationId xmlns:a16="http://schemas.microsoft.com/office/drawing/2014/main" id="{1285B45D-E3D6-B0C4-AEC7-8DA9F3DD4AB0}"/>
              </a:ext>
            </a:extLst>
          </p:cNvPr>
          <p:cNvSpPr>
            <a:spLocks noGrp="1"/>
          </p:cNvSpPr>
          <p:nvPr>
            <p:ph type="sldNum" sz="quarter" idx="2"/>
          </p:nvPr>
        </p:nvSpPr>
        <p:spPr/>
        <p:txBody>
          <a:bodyPr/>
          <a:lstStyle/>
          <a:p>
            <a:fld id="{86CB4B4D-7CA3-9044-876B-883B54F8677D}" type="slidenum">
              <a:rPr lang="en-US" smtClean="0"/>
              <a:pPr/>
              <a:t>30</a:t>
            </a:fld>
            <a:r>
              <a:rPr lang="en-US" dirty="0"/>
              <a:t>/33</a:t>
            </a:r>
          </a:p>
        </p:txBody>
      </p:sp>
      <p:sp>
        <p:nvSpPr>
          <p:cNvPr id="12" name="Footer Placeholder 11">
            <a:extLst>
              <a:ext uri="{FF2B5EF4-FFF2-40B4-BE49-F238E27FC236}">
                <a16:creationId xmlns:a16="http://schemas.microsoft.com/office/drawing/2014/main" id="{5A40C91E-4736-22E4-8710-C6717733AA03}"/>
              </a:ext>
            </a:extLst>
          </p:cNvPr>
          <p:cNvSpPr>
            <a:spLocks noGrp="1"/>
          </p:cNvSpPr>
          <p:nvPr>
            <p:ph type="ftr" sz="quarter" idx="5"/>
          </p:nvPr>
        </p:nvSpPr>
        <p:spPr/>
        <p:txBody>
          <a:bodyPr/>
          <a:lstStyle/>
          <a:p>
            <a:pPr defTabSz="406400" hangingPunct="0">
              <a:defRPr/>
            </a:pPr>
            <a:r>
              <a:rPr lang="en-US" dirty="0"/>
              <a:t>Week-6</a:t>
            </a:r>
          </a:p>
        </p:txBody>
      </p:sp>
      <p:sp>
        <p:nvSpPr>
          <p:cNvPr id="13" name="Rectangle 12">
            <a:extLst>
              <a:ext uri="{FF2B5EF4-FFF2-40B4-BE49-F238E27FC236}">
                <a16:creationId xmlns:a16="http://schemas.microsoft.com/office/drawing/2014/main" id="{DB994E15-483D-47D9-8E84-1C91FD3B5655}"/>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p:txBody>
      </p:sp>
      <p:sp>
        <p:nvSpPr>
          <p:cNvPr id="14" name="Rectangle 13">
            <a:extLst>
              <a:ext uri="{FF2B5EF4-FFF2-40B4-BE49-F238E27FC236}">
                <a16:creationId xmlns:a16="http://schemas.microsoft.com/office/drawing/2014/main" id="{F4D52552-B05E-8797-43FE-3C671E053342}"/>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FDE774B-B3F0-7209-94EE-F7682F63A185}"/>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140" dirty="0"/>
              <a:t>T</a:t>
            </a:r>
            <a:r>
              <a:rPr dirty="0"/>
              <a:t>ra</a:t>
            </a:r>
            <a:r>
              <a:rPr spc="-70" dirty="0"/>
              <a:t>f</a:t>
            </a:r>
            <a:r>
              <a:rPr spc="-15" dirty="0"/>
              <a:t>f</a:t>
            </a:r>
            <a:r>
              <a:rPr dirty="0"/>
              <a:t>ic</a:t>
            </a:r>
            <a:r>
              <a:rPr spc="-5" dirty="0"/>
              <a:t> </a:t>
            </a:r>
            <a:r>
              <a:rPr spc="-30" dirty="0"/>
              <a:t>G</a:t>
            </a:r>
            <a:r>
              <a:rPr dirty="0"/>
              <a:t>ame</a:t>
            </a:r>
          </a:p>
        </p:txBody>
      </p:sp>
      <p:sp>
        <p:nvSpPr>
          <p:cNvPr id="5" name="object 5"/>
          <p:cNvSpPr txBox="1"/>
          <p:nvPr/>
        </p:nvSpPr>
        <p:spPr>
          <a:xfrm>
            <a:off x="309356" y="4148753"/>
            <a:ext cx="4692650" cy="304800"/>
          </a:xfrm>
          <a:prstGeom prst="rect">
            <a:avLst/>
          </a:prstGeom>
        </p:spPr>
        <p:txBody>
          <a:bodyPr vert="horz" wrap="square" lIns="0" tIns="0" rIns="0" bIns="0" rtlCol="0">
            <a:spAutoFit/>
          </a:bodyPr>
          <a:lstStyle/>
          <a:p>
            <a:pPr marL="241300" indent="-228600">
              <a:lnSpc>
                <a:spcPct val="100000"/>
              </a:lnSpc>
              <a:buFont typeface="Times New Roman"/>
              <a:buChar char="•"/>
              <a:tabLst>
                <a:tab pos="241300" algn="l"/>
              </a:tabLst>
            </a:pPr>
            <a:r>
              <a:rPr sz="2200" dirty="0">
                <a:latin typeface="Times New Roman"/>
                <a:cs typeface="Times New Roman"/>
              </a:rPr>
              <a:t>w</a:t>
            </a:r>
            <a:r>
              <a:rPr sz="2200" spc="-10" dirty="0">
                <a:latin typeface="Times New Roman"/>
                <a:cs typeface="Times New Roman"/>
              </a:rPr>
              <a:t>hi</a:t>
            </a:r>
            <a:r>
              <a:rPr sz="2200" spc="-15" dirty="0">
                <a:latin typeface="Times New Roman"/>
                <a:cs typeface="Times New Roman"/>
              </a:rPr>
              <a:t>c</a:t>
            </a:r>
            <a:r>
              <a:rPr sz="2200" dirty="0">
                <a:latin typeface="Times New Roman"/>
                <a:cs typeface="Times New Roman"/>
              </a:rPr>
              <a:t>h s</a:t>
            </a:r>
            <a:r>
              <a:rPr sz="2200" spc="-10" dirty="0">
                <a:latin typeface="Times New Roman"/>
                <a:cs typeface="Times New Roman"/>
              </a:rPr>
              <a:t>ide</a:t>
            </a:r>
            <a:r>
              <a:rPr sz="2200" spc="-5" dirty="0">
                <a:latin typeface="Times New Roman"/>
                <a:cs typeface="Times New Roman"/>
              </a:rPr>
              <a:t> </a:t>
            </a:r>
            <a:r>
              <a:rPr sz="2200" dirty="0">
                <a:latin typeface="Times New Roman"/>
                <a:cs typeface="Times New Roman"/>
              </a:rPr>
              <a:t>of </a:t>
            </a:r>
            <a:r>
              <a:rPr sz="2200" spc="-10" dirty="0">
                <a:latin typeface="Times New Roman"/>
                <a:cs typeface="Times New Roman"/>
              </a:rPr>
              <a:t>the</a:t>
            </a:r>
            <a:r>
              <a:rPr sz="2200" spc="-5" dirty="0">
                <a:latin typeface="Times New Roman"/>
                <a:cs typeface="Times New Roman"/>
              </a:rPr>
              <a:t> </a:t>
            </a:r>
            <a:r>
              <a:rPr sz="2200" spc="-10" dirty="0">
                <a:latin typeface="Times New Roman"/>
                <a:cs typeface="Times New Roman"/>
              </a:rPr>
              <a:t>roa</a:t>
            </a:r>
            <a:r>
              <a:rPr sz="2200" dirty="0">
                <a:latin typeface="Times New Roman"/>
                <a:cs typeface="Times New Roman"/>
              </a:rPr>
              <a:t>d do you </a:t>
            </a:r>
            <a:r>
              <a:rPr sz="2200" spc="-10" dirty="0">
                <a:latin typeface="Times New Roman"/>
                <a:cs typeface="Times New Roman"/>
              </a:rPr>
              <a:t>drive</a:t>
            </a:r>
            <a:r>
              <a:rPr sz="2200" spc="-5" dirty="0">
                <a:latin typeface="Times New Roman"/>
                <a:cs typeface="Times New Roman"/>
              </a:rPr>
              <a:t> </a:t>
            </a:r>
            <a:r>
              <a:rPr sz="2200" spc="-15" dirty="0">
                <a:latin typeface="Times New Roman"/>
                <a:cs typeface="Times New Roman"/>
              </a:rPr>
              <a:t>on?</a:t>
            </a:r>
            <a:endParaRPr sz="2200">
              <a:latin typeface="Times New Roman"/>
              <a:cs typeface="Times New Roman"/>
            </a:endParaRPr>
          </a:p>
        </p:txBody>
      </p:sp>
      <p:sp>
        <p:nvSpPr>
          <p:cNvPr id="7" name="object 7"/>
          <p:cNvSpPr txBox="1"/>
          <p:nvPr/>
        </p:nvSpPr>
        <p:spPr>
          <a:xfrm>
            <a:off x="320446" y="1740029"/>
            <a:ext cx="2658110" cy="1915909"/>
          </a:xfrm>
          <a:prstGeom prst="rect">
            <a:avLst/>
          </a:prstGeom>
        </p:spPr>
        <p:txBody>
          <a:bodyPr vert="horz" wrap="square" lIns="0" tIns="0" rIns="0" bIns="0" rtlCol="0">
            <a:spAutoFit/>
          </a:bodyPr>
          <a:lstStyle/>
          <a:p>
            <a:pPr marL="416559">
              <a:lnSpc>
                <a:spcPct val="100000"/>
              </a:lnSpc>
              <a:tabLst>
                <a:tab pos="876300" algn="l"/>
                <a:tab pos="1964055" algn="l"/>
                <a:tab pos="2644140" algn="l"/>
              </a:tabLst>
            </a:pPr>
            <a:r>
              <a:rPr sz="3400" dirty="0">
                <a:latin typeface="Times New Roman"/>
                <a:cs typeface="Times New Roman"/>
              </a:rPr>
              <a:t> 	</a:t>
            </a:r>
            <a:r>
              <a:rPr sz="3400" dirty="0">
                <a:latin typeface="Calibri"/>
                <a:cs typeface="Calibri"/>
              </a:rPr>
              <a:t>L</a:t>
            </a:r>
            <a:r>
              <a:rPr sz="3400" dirty="0">
                <a:latin typeface="Times New Roman"/>
                <a:cs typeface="Times New Roman"/>
              </a:rPr>
              <a:t> 	</a:t>
            </a:r>
            <a:r>
              <a:rPr sz="3400" spc="-20" dirty="0">
                <a:latin typeface="Calibri"/>
                <a:cs typeface="Calibri"/>
              </a:rPr>
              <a:t>R</a:t>
            </a:r>
            <a:r>
              <a:rPr sz="3400" spc="-20" dirty="0">
                <a:latin typeface="Times New Roman"/>
                <a:cs typeface="Times New Roman"/>
              </a:rPr>
              <a:t> 	</a:t>
            </a:r>
            <a:endParaRPr sz="3400" dirty="0">
              <a:latin typeface="Times New Roman"/>
              <a:cs typeface="Times New Roman"/>
            </a:endParaRPr>
          </a:p>
          <a:p>
            <a:pPr marL="12700" indent="26034">
              <a:lnSpc>
                <a:spcPct val="100000"/>
              </a:lnSpc>
              <a:spcBef>
                <a:spcPts val="920"/>
              </a:spcBef>
            </a:pPr>
            <a:r>
              <a:rPr sz="3400" dirty="0">
                <a:latin typeface="Calibri"/>
                <a:cs typeface="Calibri"/>
              </a:rPr>
              <a:t>L</a:t>
            </a:r>
          </a:p>
          <a:p>
            <a:pPr marL="12700">
              <a:lnSpc>
                <a:spcPct val="100000"/>
              </a:lnSpc>
              <a:spcBef>
                <a:spcPts val="1814"/>
              </a:spcBef>
            </a:pPr>
            <a:r>
              <a:rPr sz="3400" spc="-20" dirty="0">
                <a:latin typeface="Calibri"/>
                <a:cs typeface="Calibri"/>
              </a:rPr>
              <a:t>R</a:t>
            </a:r>
            <a:endParaRPr sz="3400" dirty="0">
              <a:latin typeface="Calibri"/>
              <a:cs typeface="Calibri"/>
            </a:endParaRPr>
          </a:p>
        </p:txBody>
      </p:sp>
      <p:graphicFrame>
        <p:nvGraphicFramePr>
          <p:cNvPr id="8" name="object 8"/>
          <p:cNvGraphicFramePr>
            <a:graphicFrameLocks noGrp="1"/>
          </p:cNvGraphicFramePr>
          <p:nvPr>
            <p:extLst>
              <p:ext uri="{D42A27DB-BD31-4B8C-83A1-F6EECF244321}">
                <p14:modId xmlns:p14="http://schemas.microsoft.com/office/powerpoint/2010/main" val="3546263619"/>
              </p:ext>
            </p:extLst>
          </p:nvPr>
        </p:nvGraphicFramePr>
        <p:xfrm>
          <a:off x="729297" y="2227262"/>
          <a:ext cx="2228009" cy="149114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2398">
                <a:tc>
                  <a:txBody>
                    <a:bodyPr/>
                    <a:lstStyle/>
                    <a:p>
                      <a:pPr marL="1905" algn="ctr">
                        <a:lnSpc>
                          <a:spcPct val="100000"/>
                        </a:lnSpc>
                      </a:pPr>
                      <a:r>
                        <a:rPr sz="1800" i="1" dirty="0">
                          <a:latin typeface="Meiryo"/>
                          <a:cs typeface="Meiryo"/>
                        </a:rPr>
                        <a:t>1</a:t>
                      </a:r>
                      <a:r>
                        <a:rPr lang="en-US" sz="1800" i="1" dirty="0">
                          <a:latin typeface="Meiryo"/>
                          <a:cs typeface="Meiryo"/>
                        </a:rPr>
                        <a:t>,1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1905" algn="ctr">
                        <a:lnSpc>
                          <a:spcPct val="100000"/>
                        </a:lnSpc>
                      </a:pPr>
                      <a:r>
                        <a:rPr sz="1800" i="1" dirty="0">
                          <a:latin typeface="Meiryo"/>
                          <a:cs typeface="Meiryo"/>
                        </a:rPr>
                        <a:t>0</a:t>
                      </a:r>
                      <a:r>
                        <a:rPr lang="en-US" sz="1800" i="1" dirty="0">
                          <a:latin typeface="Meiryo"/>
                          <a:cs typeface="Meiryo"/>
                        </a:rPr>
                        <a:t>,0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algn="ctr">
                        <a:lnSpc>
                          <a:spcPct val="100000"/>
                        </a:lnSpc>
                      </a:pPr>
                      <a:r>
                        <a:rPr sz="1800" i="1" dirty="0">
                          <a:latin typeface="Meiryo"/>
                          <a:cs typeface="Meiryo"/>
                        </a:rPr>
                        <a:t>0</a:t>
                      </a:r>
                      <a:r>
                        <a:rPr lang="en-US" sz="1800" i="1" dirty="0">
                          <a:latin typeface="Meiryo"/>
                          <a:cs typeface="Meiryo"/>
                        </a:rPr>
                        <a:t>,0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1905" algn="ctr">
                        <a:lnSpc>
                          <a:spcPct val="100000"/>
                        </a:lnSpc>
                      </a:pPr>
                      <a:r>
                        <a:rPr sz="1800" i="1" dirty="0">
                          <a:latin typeface="Meiryo"/>
                          <a:cs typeface="Meiryo"/>
                        </a:rPr>
                        <a:t>1</a:t>
                      </a:r>
                      <a:r>
                        <a:rPr lang="en-US" sz="1800" i="1" dirty="0">
                          <a:latin typeface="Meiryo"/>
                          <a:cs typeface="Meiryo"/>
                        </a:rPr>
                        <a:t>,1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1" name="Slide Number Placeholder 10">
            <a:extLst>
              <a:ext uri="{FF2B5EF4-FFF2-40B4-BE49-F238E27FC236}">
                <a16:creationId xmlns:a16="http://schemas.microsoft.com/office/drawing/2014/main" id="{0875CCDB-94D4-B838-8A3B-93A1E901CA3A}"/>
              </a:ext>
            </a:extLst>
          </p:cNvPr>
          <p:cNvSpPr>
            <a:spLocks noGrp="1"/>
          </p:cNvSpPr>
          <p:nvPr>
            <p:ph type="sldNum" sz="quarter" idx="2"/>
          </p:nvPr>
        </p:nvSpPr>
        <p:spPr/>
        <p:txBody>
          <a:bodyPr/>
          <a:lstStyle/>
          <a:p>
            <a:fld id="{86CB4B4D-7CA3-9044-876B-883B54F8677D}" type="slidenum">
              <a:rPr lang="en-US" smtClean="0"/>
              <a:pPr/>
              <a:t>31</a:t>
            </a:fld>
            <a:r>
              <a:rPr lang="en-US" dirty="0"/>
              <a:t>/33</a:t>
            </a:r>
          </a:p>
        </p:txBody>
      </p:sp>
      <p:sp>
        <p:nvSpPr>
          <p:cNvPr id="12" name="Footer Placeholder 11">
            <a:extLst>
              <a:ext uri="{FF2B5EF4-FFF2-40B4-BE49-F238E27FC236}">
                <a16:creationId xmlns:a16="http://schemas.microsoft.com/office/drawing/2014/main" id="{C13D7D98-AFD6-7DE8-FFD1-83F46EAD1DBB}"/>
              </a:ext>
            </a:extLst>
          </p:cNvPr>
          <p:cNvSpPr>
            <a:spLocks noGrp="1"/>
          </p:cNvSpPr>
          <p:nvPr>
            <p:ph type="ftr" sz="quarter" idx="5"/>
          </p:nvPr>
        </p:nvSpPr>
        <p:spPr/>
        <p:txBody>
          <a:bodyPr/>
          <a:lstStyle/>
          <a:p>
            <a:pPr defTabSz="406400" hangingPunct="0">
              <a:defRPr/>
            </a:pPr>
            <a:r>
              <a:rPr lang="en-US" dirty="0"/>
              <a:t>Week-6</a:t>
            </a:r>
          </a:p>
        </p:txBody>
      </p:sp>
      <p:sp>
        <p:nvSpPr>
          <p:cNvPr id="13" name="Rectangle 12">
            <a:extLst>
              <a:ext uri="{FF2B5EF4-FFF2-40B4-BE49-F238E27FC236}">
                <a16:creationId xmlns:a16="http://schemas.microsoft.com/office/drawing/2014/main" id="{141454F9-E8D7-E802-51A5-13724F905EF0}"/>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p:txBody>
      </p:sp>
      <p:sp>
        <p:nvSpPr>
          <p:cNvPr id="14" name="Rectangle 13">
            <a:extLst>
              <a:ext uri="{FF2B5EF4-FFF2-40B4-BE49-F238E27FC236}">
                <a16:creationId xmlns:a16="http://schemas.microsoft.com/office/drawing/2014/main" id="{2E3F88D6-4678-025B-92C1-DC0DCC1F83C5}"/>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644F0AA-B0E2-4BD5-8E80-0C5D47572F5B}"/>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Ba</a:t>
            </a:r>
            <a:r>
              <a:rPr spc="-15" dirty="0"/>
              <a:t>tt</a:t>
            </a:r>
            <a:r>
              <a:rPr dirty="0"/>
              <a:t>le</a:t>
            </a:r>
            <a:r>
              <a:rPr spc="-5" dirty="0"/>
              <a:t> </a:t>
            </a:r>
            <a:r>
              <a:rPr dirty="0"/>
              <a:t>o</a:t>
            </a:r>
            <a:r>
              <a:rPr spc="-10" dirty="0"/>
              <a:t>f</a:t>
            </a:r>
            <a:r>
              <a:rPr spc="-5" dirty="0"/>
              <a:t> </a:t>
            </a:r>
            <a:r>
              <a:rPr spc="-15" dirty="0"/>
              <a:t>t</a:t>
            </a:r>
            <a:r>
              <a:rPr dirty="0"/>
              <a:t>he</a:t>
            </a:r>
            <a:r>
              <a:rPr spc="-5" dirty="0"/>
              <a:t> </a:t>
            </a:r>
            <a:r>
              <a:rPr dirty="0"/>
              <a:t>Sexes</a:t>
            </a:r>
          </a:p>
        </p:txBody>
      </p:sp>
      <p:sp>
        <p:nvSpPr>
          <p:cNvPr id="5" name="object 5"/>
          <p:cNvSpPr txBox="1"/>
          <p:nvPr/>
        </p:nvSpPr>
        <p:spPr>
          <a:xfrm>
            <a:off x="309356" y="4148753"/>
            <a:ext cx="6352540" cy="304800"/>
          </a:xfrm>
          <a:prstGeom prst="rect">
            <a:avLst/>
          </a:prstGeom>
        </p:spPr>
        <p:txBody>
          <a:bodyPr vert="horz" wrap="square" lIns="0" tIns="0" rIns="0" bIns="0" rtlCol="0">
            <a:spAutoFit/>
          </a:bodyPr>
          <a:lstStyle/>
          <a:p>
            <a:pPr marL="241300" indent="-228600">
              <a:lnSpc>
                <a:spcPct val="100000"/>
              </a:lnSpc>
              <a:buFont typeface="Times New Roman"/>
              <a:buChar char="•"/>
              <a:tabLst>
                <a:tab pos="241300" algn="l"/>
              </a:tabLst>
            </a:pPr>
            <a:r>
              <a:rPr sz="2200" spc="-15" dirty="0">
                <a:latin typeface="Times New Roman"/>
                <a:cs typeface="Times New Roman"/>
              </a:rPr>
              <a:t>combine</a:t>
            </a:r>
            <a:r>
              <a:rPr sz="2200" dirty="0">
                <a:latin typeface="Times New Roman"/>
                <a:cs typeface="Times New Roman"/>
              </a:rPr>
              <a:t>s </a:t>
            </a:r>
            <a:r>
              <a:rPr sz="2200" spc="-15" dirty="0">
                <a:latin typeface="Times New Roman"/>
                <a:cs typeface="Times New Roman"/>
              </a:rPr>
              <a:t>e</a:t>
            </a:r>
            <a:r>
              <a:rPr sz="2200" spc="-10" dirty="0">
                <a:latin typeface="Times New Roman"/>
                <a:cs typeface="Times New Roman"/>
              </a:rPr>
              <a:t>l</a:t>
            </a:r>
            <a:r>
              <a:rPr sz="2200" spc="-15" dirty="0">
                <a:latin typeface="Times New Roman"/>
                <a:cs typeface="Times New Roman"/>
              </a:rPr>
              <a:t>e</a:t>
            </a:r>
            <a:r>
              <a:rPr sz="2200" spc="-20" dirty="0">
                <a:latin typeface="Times New Roman"/>
                <a:cs typeface="Times New Roman"/>
              </a:rPr>
              <a:t>m</a:t>
            </a:r>
            <a:r>
              <a:rPr sz="2200" spc="-15" dirty="0">
                <a:latin typeface="Times New Roman"/>
                <a:cs typeface="Times New Roman"/>
              </a:rPr>
              <a:t>e</a:t>
            </a:r>
            <a:r>
              <a:rPr sz="2200" spc="-10" dirty="0">
                <a:latin typeface="Times New Roman"/>
                <a:cs typeface="Times New Roman"/>
              </a:rPr>
              <a:t>nt</a:t>
            </a:r>
            <a:r>
              <a:rPr sz="2200" dirty="0">
                <a:latin typeface="Times New Roman"/>
                <a:cs typeface="Times New Roman"/>
              </a:rPr>
              <a:t>s of </a:t>
            </a:r>
            <a:r>
              <a:rPr sz="2200" spc="-15" dirty="0">
                <a:latin typeface="Times New Roman"/>
                <a:cs typeface="Times New Roman"/>
              </a:rPr>
              <a:t>c</a:t>
            </a:r>
            <a:r>
              <a:rPr sz="2200" spc="-10" dirty="0">
                <a:latin typeface="Times New Roman"/>
                <a:cs typeface="Times New Roman"/>
              </a:rPr>
              <a:t>o-op</a:t>
            </a:r>
            <a:r>
              <a:rPr sz="2200" spc="-15" dirty="0">
                <a:latin typeface="Times New Roman"/>
                <a:cs typeface="Times New Roman"/>
              </a:rPr>
              <a:t>e</a:t>
            </a:r>
            <a:r>
              <a:rPr sz="2200" spc="-10" dirty="0">
                <a:latin typeface="Times New Roman"/>
                <a:cs typeface="Times New Roman"/>
              </a:rPr>
              <a:t>r</a:t>
            </a:r>
            <a:r>
              <a:rPr sz="2200" spc="-15" dirty="0">
                <a:latin typeface="Times New Roman"/>
                <a:cs typeface="Times New Roman"/>
              </a:rPr>
              <a:t>a</a:t>
            </a:r>
            <a:r>
              <a:rPr sz="2200" spc="-10" dirty="0">
                <a:latin typeface="Times New Roman"/>
                <a:cs typeface="Times New Roman"/>
              </a:rPr>
              <a:t>ti</a:t>
            </a:r>
            <a:r>
              <a:rPr sz="2200" dirty="0">
                <a:latin typeface="Times New Roman"/>
                <a:cs typeface="Times New Roman"/>
              </a:rPr>
              <a:t>on </a:t>
            </a:r>
            <a:r>
              <a:rPr sz="2200" spc="-15" dirty="0">
                <a:latin typeface="Times New Roman"/>
                <a:cs typeface="Times New Roman"/>
              </a:rPr>
              <a:t>a</a:t>
            </a:r>
            <a:r>
              <a:rPr sz="2200" dirty="0">
                <a:latin typeface="Times New Roman"/>
                <a:cs typeface="Times New Roman"/>
              </a:rPr>
              <a:t>nd of </a:t>
            </a:r>
            <a:r>
              <a:rPr sz="2200" spc="-15" dirty="0">
                <a:latin typeface="Times New Roman"/>
                <a:cs typeface="Times New Roman"/>
              </a:rPr>
              <a:t>compe</a:t>
            </a:r>
            <a:r>
              <a:rPr sz="2200" spc="-10" dirty="0">
                <a:latin typeface="Times New Roman"/>
                <a:cs typeface="Times New Roman"/>
              </a:rPr>
              <a:t>titi</a:t>
            </a:r>
            <a:r>
              <a:rPr sz="2200" dirty="0">
                <a:latin typeface="Times New Roman"/>
                <a:cs typeface="Times New Roman"/>
              </a:rPr>
              <a:t>on</a:t>
            </a:r>
          </a:p>
        </p:txBody>
      </p:sp>
      <p:sp>
        <p:nvSpPr>
          <p:cNvPr id="7" name="object 7"/>
          <p:cNvSpPr txBox="1"/>
          <p:nvPr/>
        </p:nvSpPr>
        <p:spPr>
          <a:xfrm>
            <a:off x="320235" y="1740029"/>
            <a:ext cx="2658110" cy="1915909"/>
          </a:xfrm>
          <a:prstGeom prst="rect">
            <a:avLst/>
          </a:prstGeom>
        </p:spPr>
        <p:txBody>
          <a:bodyPr vert="horz" wrap="square" lIns="0" tIns="0" rIns="0" bIns="0" rtlCol="0">
            <a:spAutoFit/>
          </a:bodyPr>
          <a:lstStyle/>
          <a:p>
            <a:pPr marL="416559">
              <a:lnSpc>
                <a:spcPct val="100000"/>
              </a:lnSpc>
              <a:tabLst>
                <a:tab pos="849630" algn="l"/>
                <a:tab pos="1981835" algn="l"/>
                <a:tab pos="2644775" algn="l"/>
              </a:tabLst>
            </a:pPr>
            <a:r>
              <a:rPr sz="3400" dirty="0">
                <a:latin typeface="Times New Roman"/>
                <a:cs typeface="Times New Roman"/>
              </a:rPr>
              <a:t> 	</a:t>
            </a:r>
            <a:r>
              <a:rPr sz="3400" spc="-20" dirty="0">
                <a:latin typeface="Calibri"/>
                <a:cs typeface="Calibri"/>
              </a:rPr>
              <a:t>B</a:t>
            </a:r>
            <a:r>
              <a:rPr sz="3400" spc="-20" dirty="0">
                <a:latin typeface="Times New Roman"/>
                <a:cs typeface="Times New Roman"/>
              </a:rPr>
              <a:t> 	</a:t>
            </a:r>
            <a:r>
              <a:rPr sz="3400" spc="-20" dirty="0">
                <a:latin typeface="Calibri"/>
                <a:cs typeface="Calibri"/>
              </a:rPr>
              <a:t>F</a:t>
            </a:r>
            <a:r>
              <a:rPr sz="3400" spc="-20" dirty="0">
                <a:latin typeface="Times New Roman"/>
                <a:cs typeface="Times New Roman"/>
              </a:rPr>
              <a:t> 	</a:t>
            </a:r>
            <a:endParaRPr sz="3400" dirty="0">
              <a:latin typeface="Times New Roman"/>
              <a:cs typeface="Times New Roman"/>
            </a:endParaRPr>
          </a:p>
          <a:p>
            <a:pPr marL="30480" indent="-18415">
              <a:lnSpc>
                <a:spcPct val="100000"/>
              </a:lnSpc>
              <a:spcBef>
                <a:spcPts val="920"/>
              </a:spcBef>
            </a:pPr>
            <a:r>
              <a:rPr sz="3400" spc="-20" dirty="0">
                <a:latin typeface="Calibri"/>
                <a:cs typeface="Calibri"/>
              </a:rPr>
              <a:t>B</a:t>
            </a:r>
            <a:endParaRPr sz="3400" dirty="0">
              <a:latin typeface="Calibri"/>
              <a:cs typeface="Calibri"/>
            </a:endParaRPr>
          </a:p>
          <a:p>
            <a:pPr marL="30480">
              <a:lnSpc>
                <a:spcPct val="100000"/>
              </a:lnSpc>
              <a:spcBef>
                <a:spcPts val="1814"/>
              </a:spcBef>
            </a:pPr>
            <a:r>
              <a:rPr sz="3400" dirty="0">
                <a:latin typeface="Calibri"/>
                <a:cs typeface="Calibri"/>
              </a:rPr>
              <a:t>F</a:t>
            </a:r>
          </a:p>
        </p:txBody>
      </p:sp>
      <p:graphicFrame>
        <p:nvGraphicFramePr>
          <p:cNvPr id="8" name="object 8"/>
          <p:cNvGraphicFramePr>
            <a:graphicFrameLocks noGrp="1"/>
          </p:cNvGraphicFramePr>
          <p:nvPr>
            <p:extLst>
              <p:ext uri="{D42A27DB-BD31-4B8C-83A1-F6EECF244321}">
                <p14:modId xmlns:p14="http://schemas.microsoft.com/office/powerpoint/2010/main" val="3804447080"/>
              </p:ext>
            </p:extLst>
          </p:nvPr>
        </p:nvGraphicFramePr>
        <p:xfrm>
          <a:off x="729297" y="2227262"/>
          <a:ext cx="2228009" cy="149114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2398">
                <a:tc>
                  <a:txBody>
                    <a:bodyPr/>
                    <a:lstStyle/>
                    <a:p>
                      <a:pPr marL="0" indent="0" algn="ctr">
                        <a:lnSpc>
                          <a:spcPct val="100000"/>
                        </a:lnSpc>
                      </a:pPr>
                      <a:r>
                        <a:rPr sz="1800" i="1" spc="-20" dirty="0">
                          <a:latin typeface="Meiryo"/>
                          <a:cs typeface="Meiryo"/>
                        </a:rPr>
                        <a:t>2</a:t>
                      </a:r>
                      <a:r>
                        <a:rPr sz="1800" i="1" dirty="0">
                          <a:latin typeface="Meiryo"/>
                          <a:cs typeface="Meiryo"/>
                        </a:rPr>
                        <a:t>,</a:t>
                      </a:r>
                      <a:r>
                        <a:rPr sz="1800" i="1" spc="-40" dirty="0">
                          <a:latin typeface="Meiryo"/>
                          <a:cs typeface="Meiryo"/>
                        </a:rPr>
                        <a:t> </a:t>
                      </a:r>
                      <a:r>
                        <a:rPr sz="1800" i="1" dirty="0">
                          <a:latin typeface="Meiryo"/>
                          <a:cs typeface="Meiryo"/>
                        </a:rPr>
                        <a:t>1</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0" indent="0" algn="ctr">
                        <a:lnSpc>
                          <a:spcPct val="100000"/>
                        </a:lnSpc>
                      </a:pPr>
                      <a:r>
                        <a:rPr sz="1800" i="1" spc="-20" dirty="0">
                          <a:latin typeface="Meiryo"/>
                          <a:cs typeface="Meiryo"/>
                        </a:rPr>
                        <a:t>0</a:t>
                      </a:r>
                      <a:r>
                        <a:rPr sz="1800" i="1" dirty="0">
                          <a:latin typeface="Meiryo"/>
                          <a:cs typeface="Meiryo"/>
                        </a:rPr>
                        <a:t>,</a:t>
                      </a:r>
                      <a:r>
                        <a:rPr sz="1800" i="1" spc="-40" dirty="0">
                          <a:latin typeface="Meiryo"/>
                          <a:cs typeface="Meiryo"/>
                        </a:rPr>
                        <a:t> </a:t>
                      </a:r>
                      <a:r>
                        <a:rPr sz="1800" i="1" dirty="0">
                          <a:latin typeface="Meiryo"/>
                          <a:cs typeface="Meiryo"/>
                        </a:rPr>
                        <a:t>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0" indent="0" algn="ctr">
                        <a:lnSpc>
                          <a:spcPct val="100000"/>
                        </a:lnSpc>
                      </a:pPr>
                      <a:r>
                        <a:rPr sz="1800" i="1" spc="-20" dirty="0">
                          <a:latin typeface="Meiryo"/>
                          <a:cs typeface="Meiryo"/>
                        </a:rPr>
                        <a:t>0</a:t>
                      </a:r>
                      <a:r>
                        <a:rPr sz="1800" i="1" dirty="0">
                          <a:latin typeface="Meiryo"/>
                          <a:cs typeface="Meiryo"/>
                        </a:rPr>
                        <a:t>,</a:t>
                      </a:r>
                      <a:r>
                        <a:rPr sz="1800" i="1" spc="-40" dirty="0">
                          <a:latin typeface="Meiryo"/>
                          <a:cs typeface="Meiryo"/>
                        </a:rPr>
                        <a:t> </a:t>
                      </a:r>
                      <a:r>
                        <a:rPr sz="1800" i="1" dirty="0">
                          <a:latin typeface="Meiryo"/>
                          <a:cs typeface="Meiryo"/>
                        </a:rPr>
                        <a:t>0</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0" indent="0" algn="ctr">
                        <a:lnSpc>
                          <a:spcPct val="100000"/>
                        </a:lnSpc>
                      </a:pPr>
                      <a:r>
                        <a:rPr sz="1800" i="1" spc="-20" dirty="0">
                          <a:latin typeface="Meiryo"/>
                          <a:cs typeface="Meiryo"/>
                        </a:rPr>
                        <a:t>1</a:t>
                      </a:r>
                      <a:r>
                        <a:rPr sz="1800" i="1" dirty="0">
                          <a:latin typeface="Meiryo"/>
                          <a:cs typeface="Meiryo"/>
                        </a:rPr>
                        <a:t>,</a:t>
                      </a:r>
                      <a:r>
                        <a:rPr sz="1800" i="1" spc="-40" dirty="0">
                          <a:latin typeface="Meiryo"/>
                          <a:cs typeface="Meiryo"/>
                        </a:rPr>
                        <a:t> </a:t>
                      </a:r>
                      <a:r>
                        <a:rPr sz="1800" i="1" dirty="0">
                          <a:latin typeface="Meiryo"/>
                          <a:cs typeface="Meiryo"/>
                        </a:rPr>
                        <a:t>2</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2" name="Slide Number Placeholder 11">
            <a:extLst>
              <a:ext uri="{FF2B5EF4-FFF2-40B4-BE49-F238E27FC236}">
                <a16:creationId xmlns:a16="http://schemas.microsoft.com/office/drawing/2014/main" id="{187FBDCC-7013-E258-AB10-28E2860575D8}"/>
              </a:ext>
            </a:extLst>
          </p:cNvPr>
          <p:cNvSpPr>
            <a:spLocks noGrp="1"/>
          </p:cNvSpPr>
          <p:nvPr>
            <p:ph type="sldNum" sz="quarter" idx="2"/>
          </p:nvPr>
        </p:nvSpPr>
        <p:spPr/>
        <p:txBody>
          <a:bodyPr/>
          <a:lstStyle/>
          <a:p>
            <a:fld id="{86CB4B4D-7CA3-9044-876B-883B54F8677D}" type="slidenum">
              <a:rPr lang="en-US" smtClean="0"/>
              <a:pPr/>
              <a:t>32</a:t>
            </a:fld>
            <a:r>
              <a:rPr lang="en-US" dirty="0"/>
              <a:t>/33</a:t>
            </a:r>
          </a:p>
        </p:txBody>
      </p:sp>
      <p:sp>
        <p:nvSpPr>
          <p:cNvPr id="13" name="Footer Placeholder 12">
            <a:extLst>
              <a:ext uri="{FF2B5EF4-FFF2-40B4-BE49-F238E27FC236}">
                <a16:creationId xmlns:a16="http://schemas.microsoft.com/office/drawing/2014/main" id="{DB10E1C5-3EE7-0A28-8D1B-8DDBC2DAB14A}"/>
              </a:ext>
            </a:extLst>
          </p:cNvPr>
          <p:cNvSpPr>
            <a:spLocks noGrp="1"/>
          </p:cNvSpPr>
          <p:nvPr>
            <p:ph type="ftr" sz="quarter" idx="5"/>
          </p:nvPr>
        </p:nvSpPr>
        <p:spPr/>
        <p:txBody>
          <a:bodyPr/>
          <a:lstStyle/>
          <a:p>
            <a:pPr defTabSz="406400" hangingPunct="0">
              <a:defRPr/>
            </a:pPr>
            <a:r>
              <a:rPr lang="en-US" dirty="0"/>
              <a:t>Week-6</a:t>
            </a:r>
          </a:p>
        </p:txBody>
      </p:sp>
      <p:sp>
        <p:nvSpPr>
          <p:cNvPr id="14" name="Rectangle 13">
            <a:extLst>
              <a:ext uri="{FF2B5EF4-FFF2-40B4-BE49-F238E27FC236}">
                <a16:creationId xmlns:a16="http://schemas.microsoft.com/office/drawing/2014/main" id="{9AFA316F-DBA8-3AA2-2643-F6DC0F73BAC2}"/>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p:txBody>
      </p:sp>
      <p:sp>
        <p:nvSpPr>
          <p:cNvPr id="15" name="Rectangle 14">
            <a:extLst>
              <a:ext uri="{FF2B5EF4-FFF2-40B4-BE49-F238E27FC236}">
                <a16:creationId xmlns:a16="http://schemas.microsoft.com/office/drawing/2014/main" id="{0D644345-9E62-776D-E915-E44EFBADA4C1}"/>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56E10A7-1423-8AAE-F66F-66A98E5371EF}"/>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0F88944-30E0-BBD3-6891-5C81F7353B69}"/>
              </a:ext>
            </a:extLst>
          </p:cNvPr>
          <p:cNvSpPr txBox="1"/>
          <p:nvPr/>
        </p:nvSpPr>
        <p:spPr>
          <a:xfrm>
            <a:off x="6553200" y="2667000"/>
            <a:ext cx="1851469" cy="369332"/>
          </a:xfrm>
          <a:prstGeom prst="rect">
            <a:avLst/>
          </a:prstGeom>
          <a:noFill/>
        </p:spPr>
        <p:txBody>
          <a:bodyPr wrap="none" rtlCol="0">
            <a:spAutoFit/>
          </a:bodyPr>
          <a:lstStyle/>
          <a:p>
            <a:r>
              <a:rPr lang="en-US" dirty="0"/>
              <a:t>Bayley vs Football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323975"/>
            <a:ext cx="8515350" cy="1905"/>
          </a:xfrm>
          <a:custGeom>
            <a:avLst/>
            <a:gdLst/>
            <a:ahLst/>
            <a:cxnLst/>
            <a:rect l="l" t="t" r="r" b="b"/>
            <a:pathLst>
              <a:path w="8515350" h="1905">
                <a:moveTo>
                  <a:pt x="0" y="0"/>
                </a:moveTo>
                <a:lnTo>
                  <a:pt x="8515350" y="1587"/>
                </a:lnTo>
              </a:path>
            </a:pathLst>
          </a:custGeom>
          <a:ln w="101600">
            <a:solidFill>
              <a:srgbClr val="794A8C"/>
            </a:solidFill>
          </a:ln>
        </p:spPr>
        <p:txBody>
          <a:bodyPr wrap="square" lIns="0" tIns="0" rIns="0" bIns="0" rtlCol="0"/>
          <a:lstStyle/>
          <a:p>
            <a:endParaRPr/>
          </a:p>
        </p:txBody>
      </p:sp>
      <p:sp>
        <p:nvSpPr>
          <p:cNvPr id="4" name="object 4"/>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Coopera</a:t>
            </a:r>
            <a:r>
              <a:rPr spc="-15" dirty="0"/>
              <a:t>t</a:t>
            </a:r>
            <a:r>
              <a:rPr dirty="0"/>
              <a:t>ion</a:t>
            </a:r>
            <a:r>
              <a:rPr spc="-5" dirty="0"/>
              <a:t> </a:t>
            </a:r>
            <a:r>
              <a:rPr spc="-30" dirty="0"/>
              <a:t>G</a:t>
            </a:r>
            <a:r>
              <a:rPr dirty="0"/>
              <a:t>ames</a:t>
            </a:r>
          </a:p>
        </p:txBody>
      </p:sp>
      <p:sp>
        <p:nvSpPr>
          <p:cNvPr id="6" name="object 6"/>
          <p:cNvSpPr txBox="1"/>
          <p:nvPr/>
        </p:nvSpPr>
        <p:spPr>
          <a:xfrm>
            <a:off x="304844" y="1740029"/>
            <a:ext cx="4665980" cy="4308872"/>
          </a:xfrm>
          <a:prstGeom prst="rect">
            <a:avLst/>
          </a:prstGeom>
        </p:spPr>
        <p:txBody>
          <a:bodyPr vert="horz" wrap="square" lIns="0" tIns="0" rIns="0" bIns="0" rtlCol="0">
            <a:spAutoFit/>
          </a:bodyPr>
          <a:lstStyle/>
          <a:p>
            <a:pPr marL="431800">
              <a:lnSpc>
                <a:spcPct val="100000"/>
              </a:lnSpc>
              <a:tabLst>
                <a:tab pos="867410" algn="l"/>
                <a:tab pos="1964055" algn="l"/>
                <a:tab pos="2660015" algn="l"/>
              </a:tabLst>
            </a:pPr>
            <a:r>
              <a:rPr sz="3400" dirty="0">
                <a:latin typeface="Times New Roman"/>
                <a:cs typeface="Times New Roman"/>
              </a:rPr>
              <a:t> 	</a:t>
            </a:r>
            <a:r>
              <a:rPr sz="3400" dirty="0">
                <a:latin typeface="Calibri"/>
                <a:cs typeface="Calibri"/>
              </a:rPr>
              <a:t>C</a:t>
            </a:r>
            <a:r>
              <a:rPr sz="3400" dirty="0">
                <a:latin typeface="Times New Roman"/>
                <a:cs typeface="Times New Roman"/>
              </a:rPr>
              <a:t> 	</a:t>
            </a:r>
            <a:r>
              <a:rPr sz="3400" dirty="0">
                <a:latin typeface="Calibri"/>
                <a:cs typeface="Calibri"/>
              </a:rPr>
              <a:t>D</a:t>
            </a:r>
            <a:r>
              <a:rPr sz="3400" dirty="0">
                <a:latin typeface="Times New Roman"/>
                <a:cs typeface="Times New Roman"/>
              </a:rPr>
              <a:t> 	</a:t>
            </a:r>
          </a:p>
          <a:p>
            <a:pPr marL="12700" indent="17145">
              <a:lnSpc>
                <a:spcPct val="100000"/>
              </a:lnSpc>
              <a:spcBef>
                <a:spcPts val="920"/>
              </a:spcBef>
            </a:pPr>
            <a:r>
              <a:rPr sz="3400" dirty="0">
                <a:latin typeface="Calibri"/>
                <a:cs typeface="Calibri"/>
              </a:rPr>
              <a:t>C</a:t>
            </a:r>
          </a:p>
          <a:p>
            <a:pPr marL="12700">
              <a:lnSpc>
                <a:spcPct val="100000"/>
              </a:lnSpc>
              <a:spcBef>
                <a:spcPts val="1814"/>
              </a:spcBef>
            </a:pPr>
            <a:r>
              <a:rPr sz="3400" dirty="0">
                <a:latin typeface="Calibri"/>
                <a:cs typeface="Calibri"/>
              </a:rPr>
              <a:t>D</a:t>
            </a:r>
          </a:p>
          <a:p>
            <a:pPr>
              <a:lnSpc>
                <a:spcPct val="100000"/>
              </a:lnSpc>
              <a:spcBef>
                <a:spcPts val="22"/>
              </a:spcBef>
            </a:pPr>
            <a:endParaRPr sz="3550" dirty="0">
              <a:latin typeface="Times New Roman"/>
              <a:cs typeface="Times New Roman"/>
            </a:endParaRPr>
          </a:p>
          <a:p>
            <a:pPr marL="245745" indent="-228600">
              <a:lnSpc>
                <a:spcPct val="100000"/>
              </a:lnSpc>
              <a:buFont typeface="Times New Roman"/>
              <a:buChar char="•"/>
              <a:tabLst>
                <a:tab pos="246379" algn="l"/>
              </a:tabLst>
            </a:pPr>
            <a:r>
              <a:rPr sz="2200" spc="-10" dirty="0">
                <a:latin typeface="Times New Roman"/>
                <a:cs typeface="Times New Roman"/>
              </a:rPr>
              <a:t>pl</a:t>
            </a:r>
            <a:r>
              <a:rPr sz="2200" spc="-15" dirty="0">
                <a:latin typeface="Times New Roman"/>
                <a:cs typeface="Times New Roman"/>
              </a:rPr>
              <a:t>aye</a:t>
            </a:r>
            <a:r>
              <a:rPr sz="2200" dirty="0">
                <a:latin typeface="Times New Roman"/>
                <a:cs typeface="Times New Roman"/>
              </a:rPr>
              <a:t>rs </a:t>
            </a:r>
            <a:r>
              <a:rPr sz="2200" spc="-15" dirty="0">
                <a:latin typeface="Times New Roman"/>
                <a:cs typeface="Times New Roman"/>
              </a:rPr>
              <a:t>have</a:t>
            </a:r>
            <a:r>
              <a:rPr sz="2200" spc="-5" dirty="0">
                <a:latin typeface="Times New Roman"/>
                <a:cs typeface="Times New Roman"/>
              </a:rPr>
              <a:t> </a:t>
            </a:r>
            <a:r>
              <a:rPr sz="2200" spc="-15" dirty="0">
                <a:latin typeface="Times New Roman"/>
                <a:cs typeface="Times New Roman"/>
              </a:rPr>
              <a:t>a</a:t>
            </a:r>
            <a:r>
              <a:rPr sz="2200" spc="-10" dirty="0">
                <a:latin typeface="Times New Roman"/>
                <a:cs typeface="Times New Roman"/>
              </a:rPr>
              <a:t>lign</a:t>
            </a:r>
            <a:r>
              <a:rPr sz="2200" spc="-15" dirty="0">
                <a:latin typeface="Times New Roman"/>
                <a:cs typeface="Times New Roman"/>
              </a:rPr>
              <a:t>e</a:t>
            </a:r>
            <a:r>
              <a:rPr sz="2200" dirty="0">
                <a:latin typeface="Times New Roman"/>
                <a:cs typeface="Times New Roman"/>
              </a:rPr>
              <a:t>d </a:t>
            </a:r>
            <a:r>
              <a:rPr sz="2200" spc="-10" dirty="0">
                <a:latin typeface="Times New Roman"/>
                <a:cs typeface="Times New Roman"/>
              </a:rPr>
              <a:t>int</a:t>
            </a:r>
            <a:r>
              <a:rPr sz="2200" spc="-15" dirty="0">
                <a:latin typeface="Times New Roman"/>
                <a:cs typeface="Times New Roman"/>
              </a:rPr>
              <a:t>e</a:t>
            </a:r>
            <a:r>
              <a:rPr sz="2200" spc="-10" dirty="0">
                <a:latin typeface="Times New Roman"/>
                <a:cs typeface="Times New Roman"/>
              </a:rPr>
              <a:t>r</a:t>
            </a:r>
            <a:r>
              <a:rPr sz="2200" spc="-15" dirty="0">
                <a:latin typeface="Times New Roman"/>
                <a:cs typeface="Times New Roman"/>
              </a:rPr>
              <a:t>e</a:t>
            </a:r>
            <a:r>
              <a:rPr sz="2200" dirty="0">
                <a:latin typeface="Times New Roman"/>
                <a:cs typeface="Times New Roman"/>
              </a:rPr>
              <a:t>s</a:t>
            </a:r>
            <a:r>
              <a:rPr sz="2200" spc="-10" dirty="0">
                <a:latin typeface="Times New Roman"/>
                <a:cs typeface="Times New Roman"/>
              </a:rPr>
              <a:t>t</a:t>
            </a:r>
            <a:r>
              <a:rPr sz="2200" dirty="0">
                <a:latin typeface="Times New Roman"/>
                <a:cs typeface="Times New Roman"/>
              </a:rPr>
              <a:t>s,</a:t>
            </a:r>
          </a:p>
          <a:p>
            <a:pPr marL="245745" indent="-228600">
              <a:lnSpc>
                <a:spcPct val="100000"/>
              </a:lnSpc>
              <a:spcBef>
                <a:spcPts val="160"/>
              </a:spcBef>
              <a:buFont typeface="Times New Roman"/>
              <a:buChar char="•"/>
              <a:tabLst>
                <a:tab pos="246379" algn="l"/>
              </a:tabLst>
            </a:pPr>
            <a:r>
              <a:rPr sz="2200" dirty="0">
                <a:latin typeface="Times New Roman"/>
                <a:cs typeface="Times New Roman"/>
              </a:rPr>
              <a:t>no </a:t>
            </a:r>
            <a:r>
              <a:rPr sz="2200" spc="-15" dirty="0">
                <a:latin typeface="Times New Roman"/>
                <a:cs typeface="Times New Roman"/>
              </a:rPr>
              <a:t>c</a:t>
            </a:r>
            <a:r>
              <a:rPr sz="2200" spc="-10" dirty="0">
                <a:latin typeface="Times New Roman"/>
                <a:cs typeface="Times New Roman"/>
              </a:rPr>
              <a:t>onfli</a:t>
            </a:r>
            <a:r>
              <a:rPr sz="2200" spc="-15" dirty="0">
                <a:latin typeface="Times New Roman"/>
                <a:cs typeface="Times New Roman"/>
              </a:rPr>
              <a:t>c</a:t>
            </a:r>
            <a:r>
              <a:rPr sz="2200" spc="-10" dirty="0">
                <a:latin typeface="Times New Roman"/>
                <a:cs typeface="Times New Roman"/>
              </a:rPr>
              <a:t>t</a:t>
            </a:r>
            <a:endParaRPr sz="2200" dirty="0">
              <a:latin typeface="Times New Roman"/>
              <a:cs typeface="Times New Roman"/>
            </a:endParaRPr>
          </a:p>
          <a:p>
            <a:pPr marL="17145">
              <a:lnSpc>
                <a:spcPct val="100000"/>
              </a:lnSpc>
              <a:spcBef>
                <a:spcPts val="60"/>
              </a:spcBef>
              <a:tabLst>
                <a:tab pos="278130" algn="l"/>
              </a:tabLst>
            </a:pPr>
            <a:r>
              <a:rPr sz="3300" baseline="-6313" dirty="0">
                <a:latin typeface="Times New Roman"/>
                <a:cs typeface="Times New Roman"/>
              </a:rPr>
              <a:t>•	</a:t>
            </a:r>
            <a:r>
              <a:rPr sz="2300" spc="-20" dirty="0">
                <a:latin typeface="Cambria"/>
                <a:cs typeface="Cambria"/>
              </a:rPr>
              <a:t>∀</a:t>
            </a:r>
            <a:r>
              <a:rPr sz="2300" i="1" spc="10" dirty="0">
                <a:latin typeface="Times New Roman"/>
                <a:cs typeface="Times New Roman"/>
              </a:rPr>
              <a:t>a</a:t>
            </a:r>
            <a:r>
              <a:rPr sz="2300" i="1" spc="70" dirty="0">
                <a:latin typeface="Times New Roman"/>
                <a:cs typeface="Times New Roman"/>
              </a:rPr>
              <a:t> </a:t>
            </a:r>
            <a:r>
              <a:rPr sz="2300" spc="155" dirty="0">
                <a:latin typeface="Cambria"/>
                <a:cs typeface="Cambria"/>
              </a:rPr>
              <a:t>∈</a:t>
            </a:r>
            <a:r>
              <a:rPr sz="2300" spc="220" dirty="0">
                <a:latin typeface="Cambria"/>
                <a:cs typeface="Cambria"/>
              </a:rPr>
              <a:t> </a:t>
            </a:r>
            <a:r>
              <a:rPr sz="2300" i="1" spc="10" dirty="0">
                <a:latin typeface="Times New Roman"/>
                <a:cs typeface="Times New Roman"/>
              </a:rPr>
              <a:t>A</a:t>
            </a:r>
            <a:r>
              <a:rPr sz="2300" spc="-120" dirty="0">
                <a:latin typeface="Tahoma"/>
                <a:cs typeface="Tahoma"/>
              </a:rPr>
              <a:t>,</a:t>
            </a:r>
            <a:r>
              <a:rPr sz="2300" spc="-335" dirty="0">
                <a:latin typeface="Tahoma"/>
                <a:cs typeface="Tahoma"/>
              </a:rPr>
              <a:t> </a:t>
            </a:r>
            <a:r>
              <a:rPr sz="2300" spc="-20" dirty="0">
                <a:latin typeface="Cambria"/>
                <a:cs typeface="Cambria"/>
              </a:rPr>
              <a:t>∀</a:t>
            </a:r>
            <a:r>
              <a:rPr sz="2300" i="1" spc="5" dirty="0">
                <a:latin typeface="Times New Roman"/>
                <a:cs typeface="Times New Roman"/>
              </a:rPr>
              <a:t>i</a:t>
            </a:r>
            <a:r>
              <a:rPr sz="2300" spc="-120" dirty="0">
                <a:latin typeface="Tahoma"/>
                <a:cs typeface="Tahoma"/>
              </a:rPr>
              <a:t>,</a:t>
            </a:r>
            <a:r>
              <a:rPr sz="2300" spc="-160" dirty="0">
                <a:latin typeface="Tahoma"/>
                <a:cs typeface="Tahoma"/>
              </a:rPr>
              <a:t> </a:t>
            </a:r>
            <a:r>
              <a:rPr sz="2300" i="1" spc="5" dirty="0">
                <a:latin typeface="Times New Roman"/>
                <a:cs typeface="Times New Roman"/>
              </a:rPr>
              <a:t>j</a:t>
            </a:r>
            <a:r>
              <a:rPr sz="2300" spc="-120" dirty="0">
                <a:latin typeface="Tahoma"/>
                <a:cs typeface="Tahoma"/>
              </a:rPr>
              <a:t>,</a:t>
            </a:r>
            <a:r>
              <a:rPr sz="2300" spc="-335" dirty="0">
                <a:latin typeface="Tahoma"/>
                <a:cs typeface="Tahoma"/>
              </a:rPr>
              <a:t> </a:t>
            </a:r>
            <a:r>
              <a:rPr sz="2300" i="1" spc="-75" dirty="0">
                <a:latin typeface="Times New Roman"/>
                <a:cs typeface="Times New Roman"/>
              </a:rPr>
              <a:t>u</a:t>
            </a:r>
            <a:r>
              <a:rPr sz="2475" i="1" baseline="-20202" dirty="0">
                <a:latin typeface="Times New Roman"/>
                <a:cs typeface="Times New Roman"/>
              </a:rPr>
              <a:t>i</a:t>
            </a:r>
            <a:r>
              <a:rPr sz="2300" spc="-110" dirty="0">
                <a:latin typeface="Tahoma"/>
                <a:cs typeface="Tahoma"/>
              </a:rPr>
              <a:t>(</a:t>
            </a:r>
            <a:r>
              <a:rPr sz="2300" i="1" spc="10" dirty="0">
                <a:latin typeface="Times New Roman"/>
                <a:cs typeface="Times New Roman"/>
              </a:rPr>
              <a:t>a</a:t>
            </a:r>
            <a:r>
              <a:rPr sz="2300" spc="-110" dirty="0">
                <a:latin typeface="Tahoma"/>
                <a:cs typeface="Tahoma"/>
              </a:rPr>
              <a:t>)</a:t>
            </a:r>
            <a:r>
              <a:rPr sz="2300" spc="-75" dirty="0">
                <a:latin typeface="Tahoma"/>
                <a:cs typeface="Tahoma"/>
              </a:rPr>
              <a:t> </a:t>
            </a:r>
            <a:r>
              <a:rPr sz="2300" spc="-85" dirty="0">
                <a:latin typeface="Tahoma"/>
                <a:cs typeface="Tahoma"/>
              </a:rPr>
              <a:t>=</a:t>
            </a:r>
            <a:r>
              <a:rPr sz="2300" spc="-75" dirty="0">
                <a:latin typeface="Tahoma"/>
                <a:cs typeface="Tahoma"/>
              </a:rPr>
              <a:t> </a:t>
            </a:r>
            <a:r>
              <a:rPr sz="2300" i="1" spc="-75" dirty="0">
                <a:latin typeface="Times New Roman"/>
                <a:cs typeface="Times New Roman"/>
              </a:rPr>
              <a:t>u</a:t>
            </a:r>
            <a:r>
              <a:rPr sz="2475" i="1" baseline="-20202" dirty="0">
                <a:latin typeface="Times New Roman"/>
                <a:cs typeface="Times New Roman"/>
              </a:rPr>
              <a:t>j</a:t>
            </a:r>
            <a:r>
              <a:rPr sz="2300" spc="-110" dirty="0">
                <a:latin typeface="Tahoma"/>
                <a:cs typeface="Tahoma"/>
              </a:rPr>
              <a:t>(</a:t>
            </a:r>
            <a:r>
              <a:rPr sz="2300" i="1" spc="10" dirty="0">
                <a:latin typeface="Times New Roman"/>
                <a:cs typeface="Times New Roman"/>
              </a:rPr>
              <a:t>a</a:t>
            </a:r>
            <a:r>
              <a:rPr sz="2300" spc="-110" dirty="0">
                <a:latin typeface="Tahoma"/>
                <a:cs typeface="Tahoma"/>
              </a:rPr>
              <a:t>)</a:t>
            </a:r>
            <a:endParaRPr sz="2300" dirty="0">
              <a:latin typeface="Tahoma"/>
              <a:cs typeface="Tahoma"/>
            </a:endParaRPr>
          </a:p>
          <a:p>
            <a:pPr>
              <a:lnSpc>
                <a:spcPct val="100000"/>
              </a:lnSpc>
              <a:spcBef>
                <a:spcPts val="38"/>
              </a:spcBef>
            </a:pPr>
            <a:endParaRPr sz="2850" dirty="0">
              <a:latin typeface="Times New Roman"/>
              <a:cs typeface="Times New Roman"/>
            </a:endParaRPr>
          </a:p>
          <a:p>
            <a:pPr marL="245745" indent="-228600">
              <a:lnSpc>
                <a:spcPct val="100000"/>
              </a:lnSpc>
              <a:buFont typeface="Times New Roman"/>
              <a:buChar char="•"/>
              <a:tabLst>
                <a:tab pos="246379" algn="l"/>
              </a:tabLst>
            </a:pPr>
            <a:r>
              <a:rPr sz="2200" spc="-10" dirty="0">
                <a:latin typeface="Times New Roman"/>
                <a:cs typeface="Times New Roman"/>
              </a:rPr>
              <a:t>this is still </a:t>
            </a:r>
            <a:r>
              <a:rPr sz="2200" u="heavy" spc="-10" dirty="0">
                <a:latin typeface="Times New Roman"/>
                <a:cs typeface="Times New Roman"/>
              </a:rPr>
              <a:t>not</a:t>
            </a:r>
            <a:r>
              <a:rPr sz="2200" spc="-10" dirty="0">
                <a:latin typeface="Times New Roman"/>
                <a:cs typeface="Times New Roman"/>
              </a:rPr>
              <a:t> </a:t>
            </a:r>
            <a:r>
              <a:rPr sz="2200" spc="-15" dirty="0">
                <a:latin typeface="Times New Roman"/>
                <a:cs typeface="Times New Roman"/>
              </a:rPr>
              <a:t>coope</a:t>
            </a:r>
            <a:r>
              <a:rPr sz="2200" spc="-10" dirty="0">
                <a:latin typeface="Times New Roman"/>
                <a:cs typeface="Times New Roman"/>
              </a:rPr>
              <a:t>r</a:t>
            </a:r>
            <a:r>
              <a:rPr sz="2200" spc="-15" dirty="0">
                <a:latin typeface="Times New Roman"/>
                <a:cs typeface="Times New Roman"/>
              </a:rPr>
              <a:t>a</a:t>
            </a:r>
            <a:r>
              <a:rPr sz="2200" spc="-10" dirty="0">
                <a:latin typeface="Times New Roman"/>
                <a:cs typeface="Times New Roman"/>
              </a:rPr>
              <a:t>tive</a:t>
            </a:r>
            <a:r>
              <a:rPr sz="2200" spc="-5" dirty="0">
                <a:latin typeface="Times New Roman"/>
                <a:cs typeface="Times New Roman"/>
              </a:rPr>
              <a:t> </a:t>
            </a:r>
            <a:r>
              <a:rPr sz="2200" spc="-15" dirty="0">
                <a:latin typeface="Times New Roman"/>
                <a:cs typeface="Times New Roman"/>
              </a:rPr>
              <a:t>game</a:t>
            </a:r>
            <a:r>
              <a:rPr sz="2200" spc="-5" dirty="0">
                <a:latin typeface="Times New Roman"/>
                <a:cs typeface="Times New Roman"/>
              </a:rPr>
              <a:t> </a:t>
            </a:r>
            <a:r>
              <a:rPr sz="2200" spc="-10" dirty="0">
                <a:latin typeface="Times New Roman"/>
                <a:cs typeface="Times New Roman"/>
              </a:rPr>
              <a:t>th</a:t>
            </a:r>
            <a:r>
              <a:rPr sz="2200" spc="-15" dirty="0">
                <a:latin typeface="Times New Roman"/>
                <a:cs typeface="Times New Roman"/>
              </a:rPr>
              <a:t>e</a:t>
            </a:r>
            <a:r>
              <a:rPr sz="2200" dirty="0">
                <a:latin typeface="Times New Roman"/>
                <a:cs typeface="Times New Roman"/>
              </a:rPr>
              <a:t>ory</a:t>
            </a:r>
          </a:p>
        </p:txBody>
      </p:sp>
      <p:graphicFrame>
        <p:nvGraphicFramePr>
          <p:cNvPr id="7" name="object 7"/>
          <p:cNvGraphicFramePr>
            <a:graphicFrameLocks noGrp="1"/>
          </p:cNvGraphicFramePr>
          <p:nvPr>
            <p:extLst>
              <p:ext uri="{D42A27DB-BD31-4B8C-83A1-F6EECF244321}">
                <p14:modId xmlns:p14="http://schemas.microsoft.com/office/powerpoint/2010/main" val="2412540399"/>
              </p:ext>
            </p:extLst>
          </p:nvPr>
        </p:nvGraphicFramePr>
        <p:xfrm>
          <a:off x="729297" y="2227262"/>
          <a:ext cx="2228009" cy="1491146"/>
        </p:xfrm>
        <a:graphic>
          <a:graphicData uri="http://schemas.openxmlformats.org/drawingml/2006/table">
            <a:tbl>
              <a:tblPr firstRow="1" bandRow="1">
                <a:tableStyleId>{2D5ABB26-0587-4C30-8999-92F81FD0307C}</a:tableStyleId>
              </a:tblPr>
              <a:tblGrid>
                <a:gridCol w="1114004">
                  <a:extLst>
                    <a:ext uri="{9D8B030D-6E8A-4147-A177-3AD203B41FA5}">
                      <a16:colId xmlns:a16="http://schemas.microsoft.com/office/drawing/2014/main" val="20000"/>
                    </a:ext>
                  </a:extLst>
                </a:gridCol>
                <a:gridCol w="1114005">
                  <a:extLst>
                    <a:ext uri="{9D8B030D-6E8A-4147-A177-3AD203B41FA5}">
                      <a16:colId xmlns:a16="http://schemas.microsoft.com/office/drawing/2014/main" val="20001"/>
                    </a:ext>
                  </a:extLst>
                </a:gridCol>
              </a:tblGrid>
              <a:tr h="742398">
                <a:tc>
                  <a:txBody>
                    <a:bodyPr/>
                    <a:lstStyle/>
                    <a:p>
                      <a:pPr marL="0" indent="0" algn="ctr">
                        <a:lnSpc>
                          <a:spcPct val="100000"/>
                        </a:lnSpc>
                      </a:pPr>
                      <a:r>
                        <a:rPr sz="1800" i="1" spc="-20" dirty="0">
                          <a:latin typeface="Meiryo"/>
                          <a:cs typeface="Meiryo"/>
                        </a:rPr>
                        <a:t>a</a:t>
                      </a:r>
                      <a:r>
                        <a:rPr sz="1800" i="1" dirty="0">
                          <a:latin typeface="Times New Roman"/>
                          <a:cs typeface="Times New Roman"/>
                        </a:rPr>
                        <a:t>,</a:t>
                      </a:r>
                      <a:r>
                        <a:rPr sz="1800" i="1" spc="-175" dirty="0">
                          <a:latin typeface="Times New Roman"/>
                          <a:cs typeface="Times New Roman"/>
                        </a:rPr>
                        <a:t> </a:t>
                      </a:r>
                      <a:r>
                        <a:rPr sz="1800" i="1" dirty="0">
                          <a:latin typeface="Meiryo"/>
                          <a:cs typeface="Meiryo"/>
                        </a:rPr>
                        <a:t>a</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0" indent="0" algn="ctr">
                        <a:lnSpc>
                          <a:spcPct val="100000"/>
                        </a:lnSpc>
                      </a:pPr>
                      <a:r>
                        <a:rPr sz="1800" i="1" spc="-20" dirty="0">
                          <a:latin typeface="Meiryo"/>
                          <a:cs typeface="Meiryo"/>
                        </a:rPr>
                        <a:t>b</a:t>
                      </a:r>
                      <a:r>
                        <a:rPr sz="1800" i="1" dirty="0">
                          <a:latin typeface="Times New Roman"/>
                          <a:cs typeface="Times New Roman"/>
                        </a:rPr>
                        <a:t>,</a:t>
                      </a:r>
                      <a:r>
                        <a:rPr sz="1800" i="1" spc="-175" dirty="0">
                          <a:latin typeface="Times New Roman"/>
                          <a:cs typeface="Times New Roman"/>
                        </a:rPr>
                        <a:t> </a:t>
                      </a:r>
                      <a:r>
                        <a:rPr sz="1800" i="1" dirty="0">
                          <a:latin typeface="Meiryo"/>
                          <a:cs typeface="Meiryo"/>
                        </a:rPr>
                        <a:t>c</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0"/>
                  </a:ext>
                </a:extLst>
              </a:tr>
              <a:tr h="748748">
                <a:tc>
                  <a:txBody>
                    <a:bodyPr/>
                    <a:lstStyle/>
                    <a:p>
                      <a:pPr marL="0" indent="0" algn="ctr">
                        <a:lnSpc>
                          <a:spcPct val="100000"/>
                        </a:lnSpc>
                      </a:pPr>
                      <a:r>
                        <a:rPr sz="1800" i="1" spc="-45" dirty="0">
                          <a:latin typeface="Meiryo"/>
                          <a:cs typeface="Meiryo"/>
                        </a:rPr>
                        <a:t>c</a:t>
                      </a:r>
                      <a:r>
                        <a:rPr sz="1800" i="1" dirty="0">
                          <a:latin typeface="Times New Roman"/>
                          <a:cs typeface="Times New Roman"/>
                        </a:rPr>
                        <a:t>,</a:t>
                      </a:r>
                      <a:r>
                        <a:rPr sz="1800" i="1" spc="-135" dirty="0">
                          <a:latin typeface="Times New Roman"/>
                          <a:cs typeface="Times New Roman"/>
                        </a:rPr>
                        <a:t> </a:t>
                      </a:r>
                      <a:r>
                        <a:rPr sz="1800" i="1" dirty="0">
                          <a:latin typeface="Meiryo"/>
                          <a:cs typeface="Meiryo"/>
                        </a:rPr>
                        <a:t>b</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a:txBody>
                    <a:bodyPr/>
                    <a:lstStyle/>
                    <a:p>
                      <a:pPr marL="0" indent="0" algn="ctr">
                        <a:lnSpc>
                          <a:spcPct val="100000"/>
                        </a:lnSpc>
                      </a:pPr>
                      <a:r>
                        <a:rPr sz="1800" i="1" spc="-20" dirty="0">
                          <a:latin typeface="Meiryo"/>
                          <a:cs typeface="Meiryo"/>
                        </a:rPr>
                        <a:t>d</a:t>
                      </a:r>
                      <a:r>
                        <a:rPr sz="1800" i="1" dirty="0">
                          <a:latin typeface="Times New Roman"/>
                          <a:cs typeface="Times New Roman"/>
                        </a:rPr>
                        <a:t>,</a:t>
                      </a:r>
                      <a:r>
                        <a:rPr sz="1800" i="1" spc="-175" dirty="0">
                          <a:latin typeface="Times New Roman"/>
                          <a:cs typeface="Times New Roman"/>
                        </a:rPr>
                        <a:t> </a:t>
                      </a:r>
                      <a:r>
                        <a:rPr sz="1800" i="1" dirty="0">
                          <a:latin typeface="Meiryo"/>
                          <a:cs typeface="Meiryo"/>
                        </a:rPr>
                        <a:t>d</a:t>
                      </a:r>
                      <a:endParaRPr sz="1800" dirty="0">
                        <a:latin typeface="Meiryo"/>
                        <a:cs typeface="Meiryo"/>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extLst>
                  <a:ext uri="{0D108BD9-81ED-4DB2-BD59-A6C34878D82A}">
                    <a16:rowId xmlns:a16="http://schemas.microsoft.com/office/drawing/2014/main" val="10001"/>
                  </a:ext>
                </a:extLst>
              </a:tr>
            </a:tbl>
          </a:graphicData>
        </a:graphic>
      </p:graphicFrame>
      <p:sp>
        <p:nvSpPr>
          <p:cNvPr id="11" name="Slide Number Placeholder 10">
            <a:extLst>
              <a:ext uri="{FF2B5EF4-FFF2-40B4-BE49-F238E27FC236}">
                <a16:creationId xmlns:a16="http://schemas.microsoft.com/office/drawing/2014/main" id="{A96670FC-3E98-2C4F-EB95-6351DE0E850D}"/>
              </a:ext>
            </a:extLst>
          </p:cNvPr>
          <p:cNvSpPr>
            <a:spLocks noGrp="1"/>
          </p:cNvSpPr>
          <p:nvPr>
            <p:ph type="sldNum" sz="quarter" idx="2"/>
          </p:nvPr>
        </p:nvSpPr>
        <p:spPr/>
        <p:txBody>
          <a:bodyPr/>
          <a:lstStyle/>
          <a:p>
            <a:fld id="{86CB4B4D-7CA3-9044-876B-883B54F8677D}" type="slidenum">
              <a:rPr lang="en-US" smtClean="0"/>
              <a:pPr/>
              <a:t>33</a:t>
            </a:fld>
            <a:r>
              <a:rPr lang="en-US" dirty="0"/>
              <a:t>/33</a:t>
            </a:r>
          </a:p>
        </p:txBody>
      </p:sp>
      <p:sp>
        <p:nvSpPr>
          <p:cNvPr id="12" name="Footer Placeholder 11">
            <a:extLst>
              <a:ext uri="{FF2B5EF4-FFF2-40B4-BE49-F238E27FC236}">
                <a16:creationId xmlns:a16="http://schemas.microsoft.com/office/drawing/2014/main" id="{FB4F249B-CA4C-EAB3-F4F6-C238B201E419}"/>
              </a:ext>
            </a:extLst>
          </p:cNvPr>
          <p:cNvSpPr>
            <a:spLocks noGrp="1"/>
          </p:cNvSpPr>
          <p:nvPr>
            <p:ph type="ftr" sz="quarter" idx="5"/>
          </p:nvPr>
        </p:nvSpPr>
        <p:spPr/>
        <p:txBody>
          <a:bodyPr/>
          <a:lstStyle/>
          <a:p>
            <a:pPr defTabSz="406400" hangingPunct="0">
              <a:defRPr/>
            </a:pPr>
            <a:r>
              <a:rPr lang="en-US" dirty="0"/>
              <a:t>Week-6</a:t>
            </a:r>
          </a:p>
        </p:txBody>
      </p:sp>
      <p:sp>
        <p:nvSpPr>
          <p:cNvPr id="13" name="Rectangle 12">
            <a:extLst>
              <a:ext uri="{FF2B5EF4-FFF2-40B4-BE49-F238E27FC236}">
                <a16:creationId xmlns:a16="http://schemas.microsoft.com/office/drawing/2014/main" id="{FD405E74-61CD-2B40-79D7-D21D198179DE}"/>
              </a:ext>
            </a:extLst>
          </p:cNvPr>
          <p:cNvSpPr/>
          <p:nvPr/>
        </p:nvSpPr>
        <p:spPr>
          <a:xfrm>
            <a:off x="0" y="6480148"/>
            <a:ext cx="3276600" cy="377847"/>
          </a:xfrm>
          <a:prstGeom prst="rect">
            <a:avLst/>
          </a:prstGeom>
          <a:solidFill>
            <a:schemeClr val="tx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p:txBody>
      </p:sp>
      <p:sp>
        <p:nvSpPr>
          <p:cNvPr id="14" name="Rectangle 13">
            <a:extLst>
              <a:ext uri="{FF2B5EF4-FFF2-40B4-BE49-F238E27FC236}">
                <a16:creationId xmlns:a16="http://schemas.microsoft.com/office/drawing/2014/main" id="{60956C59-E66D-75DC-2E32-13AAD01185C2}"/>
              </a:ext>
            </a:extLst>
          </p:cNvPr>
          <p:cNvSpPr/>
          <p:nvPr/>
        </p:nvSpPr>
        <p:spPr>
          <a:xfrm>
            <a:off x="3269673" y="6477000"/>
            <a:ext cx="2978727" cy="377847"/>
          </a:xfrm>
          <a:prstGeom prst="rect">
            <a:avLst/>
          </a:prstGeom>
          <a:solidFill>
            <a:schemeClr val="accent2">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6E44EFE-6876-0055-E2FD-581E7F3288D9}"/>
              </a:ext>
            </a:extLst>
          </p:cNvPr>
          <p:cNvSpPr/>
          <p:nvPr/>
        </p:nvSpPr>
        <p:spPr>
          <a:xfrm>
            <a:off x="6248400" y="6480153"/>
            <a:ext cx="2903272" cy="377847"/>
          </a:xfrm>
          <a:prstGeom prst="rect">
            <a:avLst/>
          </a:prstGeom>
          <a:solidFill>
            <a:schemeClr val="accent5">
              <a:lumMod val="50000"/>
              <a:alpha val="26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2.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Gill Sans"/>
        <a:ea typeface="Gill Sans"/>
        <a:cs typeface="Gill Sans"/>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406400"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000000"/>
            </a:solidFill>
            <a:effectLst/>
            <a:uFillTx/>
            <a:latin typeface="+mj-lt"/>
            <a:ea typeface="+mj-ea"/>
            <a:cs typeface="+mj-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10297</TotalTime>
  <Words>7411</Words>
  <Application>Microsoft Office PowerPoint</Application>
  <PresentationFormat>On-screen Show (4:3)</PresentationFormat>
  <Paragraphs>619</Paragraphs>
  <Slides>33</Slides>
  <Notes>32</Notes>
  <HiddenSlides>0</HiddenSlides>
  <MMClips>0</MMClips>
  <ScaleCrop>false</ScaleCrop>
  <HeadingPairs>
    <vt:vector size="6" baseType="variant">
      <vt:variant>
        <vt:lpstr>Fonts Used</vt:lpstr>
      </vt:variant>
      <vt:variant>
        <vt:i4>18</vt:i4>
      </vt:variant>
      <vt:variant>
        <vt:lpstr>Theme</vt:lpstr>
      </vt:variant>
      <vt:variant>
        <vt:i4>3</vt:i4>
      </vt:variant>
      <vt:variant>
        <vt:lpstr>Slide Titles</vt:lpstr>
      </vt:variant>
      <vt:variant>
        <vt:i4>33</vt:i4>
      </vt:variant>
    </vt:vector>
  </HeadingPairs>
  <TitlesOfParts>
    <vt:vector size="54" baseType="lpstr">
      <vt:lpstr>Meiryo</vt:lpstr>
      <vt:lpstr>Arial</vt:lpstr>
      <vt:lpstr>Calibri</vt:lpstr>
      <vt:lpstr>Cambria</vt:lpstr>
      <vt:lpstr>Cambria Math</vt:lpstr>
      <vt:lpstr>Comic Sans MS</vt:lpstr>
      <vt:lpstr>Gill Sans</vt:lpstr>
      <vt:lpstr>Gill Sans MT</vt:lpstr>
      <vt:lpstr>Google Sans</vt:lpstr>
      <vt:lpstr>Helvetica</vt:lpstr>
      <vt:lpstr>Helvetica Light</vt:lpstr>
      <vt:lpstr>Lucida Sans Unicode</vt:lpstr>
      <vt:lpstr>Söhne</vt:lpstr>
      <vt:lpstr>Söhne Mono</vt:lpstr>
      <vt:lpstr>Symbol</vt:lpstr>
      <vt:lpstr>Tahoma</vt:lpstr>
      <vt:lpstr>Times New Roman</vt:lpstr>
      <vt:lpstr>Wingdings</vt:lpstr>
      <vt:lpstr>Office Theme</vt:lpstr>
      <vt:lpstr>White</vt:lpstr>
      <vt:lpstr>1_Office Theme</vt:lpstr>
      <vt:lpstr>PowerPoint Presentation</vt:lpstr>
      <vt:lpstr>PowerPoint Presentation</vt:lpstr>
      <vt:lpstr>Classical (Economic) Game theory</vt:lpstr>
      <vt:lpstr>PowerPoint Presentation</vt:lpstr>
      <vt:lpstr>PowerPoint Presentation</vt:lpstr>
      <vt:lpstr>Non-cooperative Game Theory</vt:lpstr>
      <vt:lpstr>PowerPoint Presentation</vt:lpstr>
      <vt:lpstr>Competition for food</vt:lpstr>
      <vt:lpstr>PowerPoint Presentation</vt:lpstr>
      <vt:lpstr>PowerPoint Presentation</vt:lpstr>
      <vt:lpstr>Self-interested Agents</vt:lpstr>
      <vt:lpstr>PowerPoint Presentation</vt:lpstr>
      <vt:lpstr>PowerPoint Presentation</vt:lpstr>
      <vt:lpstr>PowerPoint Presentation</vt:lpstr>
      <vt:lpstr>Lottery</vt:lpstr>
      <vt:lpstr>PowerPoint Presentation</vt:lpstr>
      <vt:lpstr>PowerPoint Presentation</vt:lpstr>
      <vt:lpstr>PowerPoint Presentation</vt:lpstr>
      <vt:lpstr>Example Games: pure competition</vt:lpstr>
      <vt:lpstr>Two-person Zero-sum games</vt:lpstr>
      <vt:lpstr>Matching Pennies</vt:lpstr>
      <vt:lpstr>Rock-Paper-Scissors</vt:lpstr>
      <vt:lpstr>Morra</vt:lpstr>
      <vt:lpstr>PowerPoint Presentation</vt:lpstr>
      <vt:lpstr>PowerPoint Presentation</vt:lpstr>
      <vt:lpstr>PowerPoint Presentation</vt:lpstr>
      <vt:lpstr>PowerPoint Presentation</vt:lpstr>
      <vt:lpstr>More Example Games</vt:lpstr>
      <vt:lpstr>TCP Backoff Games</vt:lpstr>
      <vt:lpstr>General From: Prisoners’ dilemma</vt:lpstr>
      <vt:lpstr>Traffic Game</vt:lpstr>
      <vt:lpstr>Battle of the Sexes</vt:lpstr>
      <vt:lpstr>Cooperation Games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Wk 5 Classical Game Theory (Intro)</dc:title>
  <cp:lastModifiedBy>Fuad Noman</cp:lastModifiedBy>
  <cp:revision>42</cp:revision>
  <dcterms:created xsi:type="dcterms:W3CDTF">2023-08-22T10:25:56Z</dcterms:created>
  <dcterms:modified xsi:type="dcterms:W3CDTF">2024-08-29T10:54:46Z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2023-08-20T00:00:00Z</vt:filetime>
  </property>
  <property fmtid="{D5CDD505-2E9C-101B-9397-08002B2CF9AE}" pid="3" name="LastSaved">
    <vt:filetime>2023-08-22T00:00:00Z</vt:filetime>
  </property>
</Properties>
</file>